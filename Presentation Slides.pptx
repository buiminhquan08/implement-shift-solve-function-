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06" r:id="rId2"/>
    <p:sldMasterId id="2147483765" r:id="rId3"/>
    <p:sldMasterId id="2147483777" r:id="rId4"/>
  </p:sldMasterIdLst>
  <p:notesMasterIdLst>
    <p:notesMasterId r:id="rId16"/>
  </p:notesMasterIdLst>
  <p:sldIdLst>
    <p:sldId id="347" r:id="rId5"/>
    <p:sldId id="307" r:id="rId6"/>
    <p:sldId id="262" r:id="rId7"/>
    <p:sldId id="369" r:id="rId8"/>
    <p:sldId id="360" r:id="rId9"/>
    <p:sldId id="365" r:id="rId10"/>
    <p:sldId id="364" r:id="rId11"/>
    <p:sldId id="367" r:id="rId12"/>
    <p:sldId id="366" r:id="rId13"/>
    <p:sldId id="363" r:id="rId14"/>
    <p:sldId id="321" r:id="rId15"/>
  </p:sldIdLst>
  <p:sldSz cx="9144000" cy="5143500" type="screen16x9"/>
  <p:notesSz cx="6858000" cy="9144000"/>
  <p:embeddedFontLst>
    <p:embeddedFont>
      <p:font typeface="IBM Plex Mono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Fira Sans" panose="020B0604020202020204" charset="0"/>
      <p:regular r:id="rId25"/>
      <p:bold r:id="rId26"/>
      <p:italic r:id="rId27"/>
      <p:boldItalic r:id="rId28"/>
    </p:embeddedFont>
    <p:embeddedFont>
      <p:font typeface="Oswald Bold" panose="020B0604020202020204" charset="0"/>
      <p:bold r:id="rId29"/>
    </p:embeddedFont>
    <p:embeddedFont>
      <p:font typeface="Vidaloka" panose="020B0604020202020204" charset="0"/>
      <p:regular r:id="rId30"/>
    </p:embeddedFont>
    <p:embeddedFont>
      <p:font typeface="Anton" panose="020B0604020202020204" charset="0"/>
      <p:regular r:id="rId31"/>
    </p:embeddedFont>
    <p:embeddedFont>
      <p:font typeface="DM Sans" panose="020B0604020202020204" charset="0"/>
      <p:regular r:id="rId32"/>
      <p:bold r:id="rId33"/>
      <p:italic r:id="rId34"/>
      <p:boldItalic r:id="rId35"/>
    </p:embeddedFont>
    <p:embeddedFont>
      <p:font typeface="Nunito Light" panose="020B0604020202020204" charset="0"/>
      <p:regular r:id="rId36"/>
      <p:italic r:id="rId37"/>
    </p:embeddedFont>
    <p:embeddedFont>
      <p:font typeface="Montserrat" panose="020B0604020202020204" charset="0"/>
      <p:regular r:id="rId38"/>
      <p:bold r:id="rId39"/>
      <p:italic r:id="rId40"/>
      <p:boldItalic r:id="rId41"/>
    </p:embeddedFont>
    <p:embeddedFont>
      <p:font typeface="Lato Light" panose="020B0604020202020204" charset="0"/>
      <p:regular r:id="rId42"/>
      <p:italic r:id="rId43"/>
    </p:embeddedFont>
    <p:embeddedFont>
      <p:font typeface="Poppins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F5F7EE-2449-4FBF-9B41-66FB4FEE82E0}">
  <a:tblStyle styleId="{58F5F7EE-2449-4FBF-9B41-66FB4FEE82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font" Target="fonts/font31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font" Target="fonts/font30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font" Target="fonts/font2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font" Target="fonts/font28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2857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53F2BA9A-8AC0-E8C9-C8B2-1ECF65B3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64CEA8A8-46B9-0EC9-B355-5FDCA04B6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C440E091-6072-4775-316A-06DE8ED9A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853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53F2BA9A-8AC0-E8C9-C8B2-1ECF65B3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64CEA8A8-46B9-0EC9-B355-5FDCA04B6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C440E091-6072-4775-316A-06DE8ED9A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592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53F2BA9A-8AC0-E8C9-C8B2-1ECF65B3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64CEA8A8-46B9-0EC9-B355-5FDCA04B6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C440E091-6072-4775-316A-06DE8ED9A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08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53F2BA9A-8AC0-E8C9-C8B2-1ECF65B3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64CEA8A8-46B9-0EC9-B355-5FDCA04B6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C440E091-6072-4775-316A-06DE8ED9A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111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53F2BA9A-8AC0-E8C9-C8B2-1ECF65B3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64CEA8A8-46B9-0EC9-B355-5FDCA04B6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C440E091-6072-4775-316A-06DE8ED9A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1859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DE1A50B4-01CA-D62F-765B-88BD6FD1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54dda1946d_6_257:notes">
            <a:extLst>
              <a:ext uri="{FF2B5EF4-FFF2-40B4-BE49-F238E27FC236}">
                <a16:creationId xmlns:a16="http://schemas.microsoft.com/office/drawing/2014/main" id="{7413B888-70B2-894B-C2E2-C95E31E50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54dda1946d_6_257:notes">
            <a:extLst>
              <a:ext uri="{FF2B5EF4-FFF2-40B4-BE49-F238E27FC236}">
                <a16:creationId xmlns:a16="http://schemas.microsoft.com/office/drawing/2014/main" id="{44A7EB5E-BCBC-FE7F-2376-38CE9ABBDE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435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70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052750" y="1426525"/>
            <a:ext cx="5038500" cy="19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9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52750" y="3614749"/>
            <a:ext cx="5038500" cy="47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974720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964425" y="2115425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64425" y="787550"/>
            <a:ext cx="1245000" cy="9270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964425" y="377757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757695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8424000" y="-436575"/>
            <a:ext cx="1617000" cy="1617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9" name="Google Shape;19;p4"/>
          <p:cNvCxnSpPr>
            <a:stCxn id="18" idx="2"/>
          </p:cNvCxnSpPr>
          <p:nvPr/>
        </p:nvCxnSpPr>
        <p:spPr>
          <a:xfrm rot="10800000">
            <a:off x="0" y="197925"/>
            <a:ext cx="8424000" cy="174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7495538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5055284" y="36962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1583300" y="36962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5055275" y="322210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1583075" y="322210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grpSp>
        <p:nvGrpSpPr>
          <p:cNvPr id="26" name="Google Shape;26;p5"/>
          <p:cNvGrpSpPr/>
          <p:nvPr/>
        </p:nvGrpSpPr>
        <p:grpSpPr>
          <a:xfrm>
            <a:off x="-258900" y="-377250"/>
            <a:ext cx="9911575" cy="5200175"/>
            <a:chOff x="-258900" y="-377250"/>
            <a:chExt cx="9911575" cy="5200175"/>
          </a:xfrm>
        </p:grpSpPr>
        <p:sp>
          <p:nvSpPr>
            <p:cNvPr id="27" name="Google Shape;27;p5"/>
            <p:cNvSpPr/>
            <p:nvPr/>
          </p:nvSpPr>
          <p:spPr>
            <a:xfrm>
              <a:off x="8390275" y="-377250"/>
              <a:ext cx="1262400" cy="1262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2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" name="Google Shape;28;p5"/>
            <p:cNvSpPr/>
            <p:nvPr/>
          </p:nvSpPr>
          <p:spPr>
            <a:xfrm>
              <a:off x="-258900" y="3929825"/>
              <a:ext cx="893100" cy="8931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2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29" name="Google Shape;29;p5"/>
            <p:cNvCxnSpPr>
              <a:stCxn id="28" idx="0"/>
              <a:endCxn id="27" idx="2"/>
            </p:cNvCxnSpPr>
            <p:nvPr/>
          </p:nvCxnSpPr>
          <p:spPr>
            <a:xfrm rot="-5400000">
              <a:off x="2451000" y="-2009425"/>
              <a:ext cx="3675900" cy="82026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91031292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8424000" y="-512775"/>
            <a:ext cx="1617000" cy="1617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3" name="Google Shape;33;p6"/>
          <p:cNvCxnSpPr>
            <a:stCxn id="32" idx="2"/>
          </p:cNvCxnSpPr>
          <p:nvPr/>
        </p:nvCxnSpPr>
        <p:spPr>
          <a:xfrm rot="10800000">
            <a:off x="-32400" y="-132975"/>
            <a:ext cx="8456400" cy="428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25616772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1"/>
          </p:nvPr>
        </p:nvSpPr>
        <p:spPr>
          <a:xfrm>
            <a:off x="720000" y="1740625"/>
            <a:ext cx="4294800" cy="21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7" name="Google Shape;37;p7"/>
          <p:cNvGrpSpPr/>
          <p:nvPr/>
        </p:nvGrpSpPr>
        <p:grpSpPr>
          <a:xfrm>
            <a:off x="-258900" y="-377250"/>
            <a:ext cx="9911575" cy="5200175"/>
            <a:chOff x="-258900" y="-377250"/>
            <a:chExt cx="9911575" cy="5200175"/>
          </a:xfrm>
        </p:grpSpPr>
        <p:sp>
          <p:nvSpPr>
            <p:cNvPr id="38" name="Google Shape;38;p7"/>
            <p:cNvSpPr/>
            <p:nvPr/>
          </p:nvSpPr>
          <p:spPr>
            <a:xfrm>
              <a:off x="8390275" y="-377250"/>
              <a:ext cx="1262400" cy="1262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2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9" name="Google Shape;39;p7"/>
            <p:cNvSpPr/>
            <p:nvPr/>
          </p:nvSpPr>
          <p:spPr>
            <a:xfrm>
              <a:off x="-258900" y="3929825"/>
              <a:ext cx="893100" cy="8931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2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40" name="Google Shape;40;p7"/>
            <p:cNvCxnSpPr>
              <a:stCxn id="39" idx="0"/>
              <a:endCxn id="38" idx="2"/>
            </p:cNvCxnSpPr>
            <p:nvPr/>
          </p:nvCxnSpPr>
          <p:spPr>
            <a:xfrm rot="-5400000">
              <a:off x="2451000" y="-2009425"/>
              <a:ext cx="3675900" cy="82026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47000065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1188300" y="1198750"/>
            <a:ext cx="6767400" cy="26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8479500" y="-152050"/>
            <a:ext cx="1022700" cy="10227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44" name="Google Shape;44;p8"/>
          <p:cNvCxnSpPr>
            <a:endCxn id="43" idx="2"/>
          </p:cNvCxnSpPr>
          <p:nvPr/>
        </p:nvCxnSpPr>
        <p:spPr>
          <a:xfrm>
            <a:off x="-153600" y="200300"/>
            <a:ext cx="8633100" cy="159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89283789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135550" y="1596001"/>
            <a:ext cx="4872900" cy="12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135550" y="299016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409097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9296326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 hasCustomPrompt="1"/>
          </p:nvPr>
        </p:nvSpPr>
        <p:spPr>
          <a:xfrm>
            <a:off x="2136900" y="2027050"/>
            <a:ext cx="4870200" cy="10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2136900" y="3121175"/>
            <a:ext cx="4870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8529675" y="3519225"/>
            <a:ext cx="1338600" cy="1338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8430775" y="2740550"/>
            <a:ext cx="738600" cy="738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56" name="Google Shape;56;p11"/>
          <p:cNvCxnSpPr>
            <a:stCxn id="55" idx="4"/>
            <a:endCxn id="54" idx="1"/>
          </p:cNvCxnSpPr>
          <p:nvPr/>
        </p:nvCxnSpPr>
        <p:spPr>
          <a:xfrm rot="5400000">
            <a:off x="8644825" y="3560000"/>
            <a:ext cx="236100" cy="74400"/>
          </a:xfrm>
          <a:prstGeom prst="bentConnector3">
            <a:avLst>
              <a:gd name="adj1" fmla="val 8487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7" name="Google Shape;57;p11"/>
          <p:cNvCxnSpPr>
            <a:stCxn id="55" idx="0"/>
          </p:cNvCxnSpPr>
          <p:nvPr/>
        </p:nvCxnSpPr>
        <p:spPr>
          <a:xfrm rot="-5400000">
            <a:off x="7508575" y="1298150"/>
            <a:ext cx="2733900" cy="150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3228776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926262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720000" y="220476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2"/>
          </p:nvPr>
        </p:nvSpPr>
        <p:spPr>
          <a:xfrm>
            <a:off x="3419271" y="220476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3"/>
          </p:nvPr>
        </p:nvSpPr>
        <p:spPr>
          <a:xfrm>
            <a:off x="720000" y="393795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4"/>
          </p:nvPr>
        </p:nvSpPr>
        <p:spPr>
          <a:xfrm>
            <a:off x="3419271" y="393795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6118549" y="220476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6"/>
          </p:nvPr>
        </p:nvSpPr>
        <p:spPr>
          <a:xfrm>
            <a:off x="6118549" y="393795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1254500"/>
            <a:ext cx="734700" cy="520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2987002"/>
            <a:ext cx="734700" cy="520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9" hasCustomPrompt="1"/>
          </p:nvPr>
        </p:nvSpPr>
        <p:spPr>
          <a:xfrm>
            <a:off x="3419272" y="1254500"/>
            <a:ext cx="734700" cy="520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9271" y="2987002"/>
            <a:ext cx="734700" cy="520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4" hasCustomPrompt="1"/>
          </p:nvPr>
        </p:nvSpPr>
        <p:spPr>
          <a:xfrm>
            <a:off x="6118550" y="1254500"/>
            <a:ext cx="734700" cy="520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5" hasCustomPrompt="1"/>
          </p:nvPr>
        </p:nvSpPr>
        <p:spPr>
          <a:xfrm>
            <a:off x="6118550" y="2987002"/>
            <a:ext cx="734700" cy="520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6"/>
          </p:nvPr>
        </p:nvSpPr>
        <p:spPr>
          <a:xfrm>
            <a:off x="720000" y="18683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7"/>
          </p:nvPr>
        </p:nvSpPr>
        <p:spPr>
          <a:xfrm>
            <a:off x="3419271" y="18683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8"/>
          </p:nvPr>
        </p:nvSpPr>
        <p:spPr>
          <a:xfrm>
            <a:off x="6118549" y="186834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9"/>
          </p:nvPr>
        </p:nvSpPr>
        <p:spPr>
          <a:xfrm>
            <a:off x="720000" y="360100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0"/>
          </p:nvPr>
        </p:nvSpPr>
        <p:spPr>
          <a:xfrm>
            <a:off x="3419271" y="360100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1"/>
          </p:nvPr>
        </p:nvSpPr>
        <p:spPr>
          <a:xfrm>
            <a:off x="6118549" y="360100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grpSp>
        <p:nvGrpSpPr>
          <p:cNvPr id="79" name="Google Shape;79;p13"/>
          <p:cNvGrpSpPr/>
          <p:nvPr/>
        </p:nvGrpSpPr>
        <p:grpSpPr>
          <a:xfrm>
            <a:off x="-576425" y="-307075"/>
            <a:ext cx="10561725" cy="5729000"/>
            <a:chOff x="-576425" y="-307075"/>
            <a:chExt cx="10561725" cy="5729000"/>
          </a:xfrm>
        </p:grpSpPr>
        <p:grpSp>
          <p:nvGrpSpPr>
            <p:cNvPr id="80" name="Google Shape;80;p13"/>
            <p:cNvGrpSpPr/>
            <p:nvPr/>
          </p:nvGrpSpPr>
          <p:grpSpPr>
            <a:xfrm>
              <a:off x="-576425" y="-307075"/>
              <a:ext cx="10561725" cy="5729000"/>
              <a:chOff x="-325500" y="222625"/>
              <a:chExt cx="10561725" cy="5729000"/>
            </a:xfrm>
          </p:grpSpPr>
          <p:sp>
            <p:nvSpPr>
              <p:cNvPr id="81" name="Google Shape;81;p13"/>
              <p:cNvSpPr/>
              <p:nvPr/>
            </p:nvSpPr>
            <p:spPr>
              <a:xfrm>
                <a:off x="-325500" y="4724925"/>
                <a:ext cx="1226700" cy="1226700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2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8630325" y="222625"/>
                <a:ext cx="1605900" cy="1605900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2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cxnSp>
          <p:nvCxnSpPr>
            <p:cNvPr id="83" name="Google Shape;83;p13"/>
            <p:cNvCxnSpPr>
              <a:stCxn id="81" idx="1"/>
            </p:cNvCxnSpPr>
            <p:nvPr/>
          </p:nvCxnSpPr>
          <p:spPr>
            <a:xfrm rot="-5400000">
              <a:off x="-2279729" y="1890121"/>
              <a:ext cx="4367700" cy="601800"/>
            </a:xfrm>
            <a:prstGeom prst="bentConnector3">
              <a:avLst>
                <a:gd name="adj1" fmla="val 52057"/>
              </a:avLst>
            </a:prstGeom>
            <a:noFill/>
            <a:ln w="19050" cap="flat" cmpd="sng">
              <a:solidFill>
                <a:schemeClr val="lt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3"/>
            <p:cNvCxnSpPr/>
            <p:nvPr/>
          </p:nvCxnSpPr>
          <p:spPr>
            <a:xfrm rot="-5400000" flipH="1">
              <a:off x="6763504" y="2984546"/>
              <a:ext cx="4051500" cy="2664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103974249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2539225" y="3100300"/>
            <a:ext cx="53784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1226400" y="1126425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-112800" y="-58325"/>
            <a:ext cx="738600" cy="738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89" name="Google Shape;89;p14"/>
          <p:cNvCxnSpPr>
            <a:stCxn id="88" idx="6"/>
          </p:cNvCxnSpPr>
          <p:nvPr/>
        </p:nvCxnSpPr>
        <p:spPr>
          <a:xfrm rot="10800000" flipH="1">
            <a:off x="625800" y="160375"/>
            <a:ext cx="8592300" cy="150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54270157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4837200" y="1748000"/>
            <a:ext cx="35934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4837375" y="2443050"/>
            <a:ext cx="3593400" cy="9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239450" y="-73475"/>
            <a:ext cx="720900" cy="7209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7" name="Google Shape;107;p17"/>
          <p:cNvCxnSpPr>
            <a:endCxn id="106" idx="2"/>
          </p:cNvCxnSpPr>
          <p:nvPr/>
        </p:nvCxnSpPr>
        <p:spPr>
          <a:xfrm>
            <a:off x="-56650" y="73975"/>
            <a:ext cx="296100" cy="213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08" name="Google Shape;108;p17"/>
          <p:cNvSpPr/>
          <p:nvPr/>
        </p:nvSpPr>
        <p:spPr>
          <a:xfrm>
            <a:off x="-274925" y="761525"/>
            <a:ext cx="861300" cy="8613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09" name="Google Shape;109;p17"/>
          <p:cNvCxnSpPr>
            <a:stCxn id="106" idx="4"/>
            <a:endCxn id="108" idx="6"/>
          </p:cNvCxnSpPr>
          <p:nvPr/>
        </p:nvCxnSpPr>
        <p:spPr>
          <a:xfrm rot="5400000">
            <a:off x="320750" y="913075"/>
            <a:ext cx="544800" cy="135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5589865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1"/>
          </p:nvPr>
        </p:nvSpPr>
        <p:spPr>
          <a:xfrm>
            <a:off x="5060076" y="2885575"/>
            <a:ext cx="27423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2"/>
          </p:nvPr>
        </p:nvSpPr>
        <p:spPr>
          <a:xfrm>
            <a:off x="1341624" y="2885575"/>
            <a:ext cx="27423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3"/>
          </p:nvPr>
        </p:nvSpPr>
        <p:spPr>
          <a:xfrm>
            <a:off x="1341624" y="2326675"/>
            <a:ext cx="2742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4"/>
          </p:nvPr>
        </p:nvSpPr>
        <p:spPr>
          <a:xfrm>
            <a:off x="5060076" y="2326675"/>
            <a:ext cx="2742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-591775" y="4168225"/>
            <a:ext cx="1305000" cy="1305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17" name="Google Shape;117;p18"/>
          <p:cNvCxnSpPr>
            <a:stCxn id="116" idx="1"/>
          </p:cNvCxnSpPr>
          <p:nvPr/>
        </p:nvCxnSpPr>
        <p:spPr>
          <a:xfrm rot="-5400000">
            <a:off x="-2275062" y="1894838"/>
            <a:ext cx="4338900" cy="590100"/>
          </a:xfrm>
          <a:prstGeom prst="bentConnector3">
            <a:avLst>
              <a:gd name="adj1" fmla="val 52202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71690316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1"/>
          </p:nvPr>
        </p:nvSpPr>
        <p:spPr>
          <a:xfrm>
            <a:off x="828827" y="3084853"/>
            <a:ext cx="22404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2"/>
          </p:nvPr>
        </p:nvSpPr>
        <p:spPr>
          <a:xfrm>
            <a:off x="3451800" y="3084853"/>
            <a:ext cx="22404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3"/>
          </p:nvPr>
        </p:nvSpPr>
        <p:spPr>
          <a:xfrm>
            <a:off x="6074773" y="3084853"/>
            <a:ext cx="22404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4"/>
          </p:nvPr>
        </p:nvSpPr>
        <p:spPr>
          <a:xfrm>
            <a:off x="828827" y="2429325"/>
            <a:ext cx="22404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5"/>
          </p:nvPr>
        </p:nvSpPr>
        <p:spPr>
          <a:xfrm>
            <a:off x="3451800" y="2429325"/>
            <a:ext cx="22404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6"/>
          </p:nvPr>
        </p:nvSpPr>
        <p:spPr>
          <a:xfrm>
            <a:off x="6074773" y="2429325"/>
            <a:ext cx="22404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8424000" y="-393875"/>
            <a:ext cx="1305000" cy="1305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34" name="Google Shape;134;p20"/>
          <p:cNvCxnSpPr>
            <a:endCxn id="133" idx="2"/>
          </p:cNvCxnSpPr>
          <p:nvPr/>
        </p:nvCxnSpPr>
        <p:spPr>
          <a:xfrm>
            <a:off x="-235200" y="-105275"/>
            <a:ext cx="8659200" cy="36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06210225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"/>
          </p:nvPr>
        </p:nvSpPr>
        <p:spPr>
          <a:xfrm>
            <a:off x="2095773" y="1868339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2"/>
          </p:nvPr>
        </p:nvSpPr>
        <p:spPr>
          <a:xfrm>
            <a:off x="5753327" y="1868339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3"/>
          </p:nvPr>
        </p:nvSpPr>
        <p:spPr>
          <a:xfrm>
            <a:off x="2095773" y="370209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4"/>
          </p:nvPr>
        </p:nvSpPr>
        <p:spPr>
          <a:xfrm>
            <a:off x="5753327" y="370209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5"/>
          </p:nvPr>
        </p:nvSpPr>
        <p:spPr>
          <a:xfrm>
            <a:off x="2095773" y="152410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6"/>
          </p:nvPr>
        </p:nvSpPr>
        <p:spPr>
          <a:xfrm>
            <a:off x="2095773" y="335795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7"/>
          </p:nvPr>
        </p:nvSpPr>
        <p:spPr>
          <a:xfrm>
            <a:off x="5753323" y="152410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8"/>
          </p:nvPr>
        </p:nvSpPr>
        <p:spPr>
          <a:xfrm>
            <a:off x="5753323" y="335795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45" name="Google Shape;145;p21"/>
          <p:cNvSpPr/>
          <p:nvPr/>
        </p:nvSpPr>
        <p:spPr>
          <a:xfrm rot="486665">
            <a:off x="-404658" y="3541847"/>
            <a:ext cx="1022731" cy="1022731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46" name="Google Shape;146;p21"/>
          <p:cNvCxnSpPr>
            <a:stCxn id="145" idx="0"/>
          </p:cNvCxnSpPr>
          <p:nvPr/>
        </p:nvCxnSpPr>
        <p:spPr>
          <a:xfrm rot="-5400000">
            <a:off x="3085258" y="-2644137"/>
            <a:ext cx="3284700" cy="90975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47" name="Google Shape;147;p21"/>
          <p:cNvSpPr/>
          <p:nvPr/>
        </p:nvSpPr>
        <p:spPr>
          <a:xfrm>
            <a:off x="-130875" y="4604000"/>
            <a:ext cx="1212900" cy="12129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48" name="Google Shape;148;p21"/>
          <p:cNvCxnSpPr>
            <a:endCxn id="147" idx="1"/>
          </p:cNvCxnSpPr>
          <p:nvPr/>
        </p:nvCxnSpPr>
        <p:spPr>
          <a:xfrm rot="5400000">
            <a:off x="-31700" y="4643175"/>
            <a:ext cx="216900" cy="60000"/>
          </a:xfrm>
          <a:prstGeom prst="bentConnector3">
            <a:avLst>
              <a:gd name="adj1" fmla="val 9054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38634064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955025" y="1989827"/>
            <a:ext cx="2074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2"/>
          </p:nvPr>
        </p:nvSpPr>
        <p:spPr>
          <a:xfrm>
            <a:off x="3534899" y="1989827"/>
            <a:ext cx="2074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3"/>
          </p:nvPr>
        </p:nvSpPr>
        <p:spPr>
          <a:xfrm>
            <a:off x="955025" y="3633200"/>
            <a:ext cx="2074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4"/>
          </p:nvPr>
        </p:nvSpPr>
        <p:spPr>
          <a:xfrm>
            <a:off x="3534899" y="3633200"/>
            <a:ext cx="2074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5"/>
          </p:nvPr>
        </p:nvSpPr>
        <p:spPr>
          <a:xfrm>
            <a:off x="6114773" y="1989827"/>
            <a:ext cx="2074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ubTitle" idx="6"/>
          </p:nvPr>
        </p:nvSpPr>
        <p:spPr>
          <a:xfrm>
            <a:off x="6114773" y="3633200"/>
            <a:ext cx="2074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7"/>
          </p:nvPr>
        </p:nvSpPr>
        <p:spPr>
          <a:xfrm>
            <a:off x="955925" y="1649625"/>
            <a:ext cx="2072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8"/>
          </p:nvPr>
        </p:nvSpPr>
        <p:spPr>
          <a:xfrm>
            <a:off x="3535799" y="1649625"/>
            <a:ext cx="2072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9"/>
          </p:nvPr>
        </p:nvSpPr>
        <p:spPr>
          <a:xfrm>
            <a:off x="6115673" y="1649625"/>
            <a:ext cx="2072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13"/>
          </p:nvPr>
        </p:nvSpPr>
        <p:spPr>
          <a:xfrm>
            <a:off x="955925" y="3292973"/>
            <a:ext cx="2072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14"/>
          </p:nvPr>
        </p:nvSpPr>
        <p:spPr>
          <a:xfrm>
            <a:off x="3535799" y="3292973"/>
            <a:ext cx="2072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15"/>
          </p:nvPr>
        </p:nvSpPr>
        <p:spPr>
          <a:xfrm>
            <a:off x="6115673" y="3292973"/>
            <a:ext cx="20724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8519750" y="3633200"/>
            <a:ext cx="1022700" cy="10227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-404550" y="-120250"/>
            <a:ext cx="1022700" cy="10227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65" name="Google Shape;165;p22"/>
          <p:cNvCxnSpPr/>
          <p:nvPr/>
        </p:nvCxnSpPr>
        <p:spPr>
          <a:xfrm rot="10800000" flipH="1">
            <a:off x="658400" y="-75300"/>
            <a:ext cx="8606700" cy="337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2"/>
          <p:cNvCxnSpPr>
            <a:stCxn id="163" idx="0"/>
          </p:cNvCxnSpPr>
          <p:nvPr/>
        </p:nvCxnSpPr>
        <p:spPr>
          <a:xfrm rot="-5400000">
            <a:off x="8420300" y="2788400"/>
            <a:ext cx="1455600" cy="234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2830052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 hasCustomPrompt="1"/>
          </p:nvPr>
        </p:nvSpPr>
        <p:spPr>
          <a:xfrm>
            <a:off x="2223600" y="691899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1"/>
          </p:nvPr>
        </p:nvSpPr>
        <p:spPr>
          <a:xfrm>
            <a:off x="2223600" y="1304624"/>
            <a:ext cx="4696800" cy="4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12035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3"/>
          </p:nvPr>
        </p:nvSpPr>
        <p:spPr>
          <a:xfrm>
            <a:off x="2223600" y="2733075"/>
            <a:ext cx="4696800" cy="4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54881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5"/>
          </p:nvPr>
        </p:nvSpPr>
        <p:spPr>
          <a:xfrm>
            <a:off x="2223600" y="4161526"/>
            <a:ext cx="4696800" cy="4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23"/>
          <p:cNvSpPr/>
          <p:nvPr/>
        </p:nvSpPr>
        <p:spPr>
          <a:xfrm>
            <a:off x="-344600" y="-53450"/>
            <a:ext cx="1022700" cy="10227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8710525" y="3754325"/>
            <a:ext cx="1312800" cy="1312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76" name="Google Shape;176;p23"/>
          <p:cNvCxnSpPr/>
          <p:nvPr/>
        </p:nvCxnSpPr>
        <p:spPr>
          <a:xfrm rot="10800000" flipH="1">
            <a:off x="642950" y="-56650"/>
            <a:ext cx="8549700" cy="300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3"/>
          <p:cNvCxnSpPr>
            <a:stCxn id="175" idx="2"/>
          </p:cNvCxnSpPr>
          <p:nvPr/>
        </p:nvCxnSpPr>
        <p:spPr>
          <a:xfrm rot="10800000" flipH="1">
            <a:off x="8710525" y="2945825"/>
            <a:ext cx="788400" cy="1464900"/>
          </a:xfrm>
          <a:prstGeom prst="bentConnector4">
            <a:avLst>
              <a:gd name="adj1" fmla="val -30204"/>
              <a:gd name="adj2" fmla="val 72404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87380212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/>
          <p:nvPr/>
        </p:nvSpPr>
        <p:spPr>
          <a:xfrm>
            <a:off x="8710525" y="3754325"/>
            <a:ext cx="1312800" cy="1312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89" name="Google Shape;189;p26"/>
          <p:cNvCxnSpPr>
            <a:stCxn id="188" idx="2"/>
          </p:cNvCxnSpPr>
          <p:nvPr/>
        </p:nvCxnSpPr>
        <p:spPr>
          <a:xfrm rot="10800000" flipH="1">
            <a:off x="8710525" y="2945825"/>
            <a:ext cx="788400" cy="1464900"/>
          </a:xfrm>
          <a:prstGeom prst="bentConnector4">
            <a:avLst>
              <a:gd name="adj1" fmla="val -30204"/>
              <a:gd name="adj2" fmla="val 72404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37269046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-404725" y="3541900"/>
            <a:ext cx="1022700" cy="10227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92" name="Google Shape;192;p27"/>
          <p:cNvCxnSpPr>
            <a:stCxn id="191" idx="0"/>
          </p:cNvCxnSpPr>
          <p:nvPr/>
        </p:nvCxnSpPr>
        <p:spPr>
          <a:xfrm rot="-5400000">
            <a:off x="2995025" y="-2661200"/>
            <a:ext cx="3314700" cy="90915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93" name="Google Shape;193;p27"/>
          <p:cNvSpPr/>
          <p:nvPr/>
        </p:nvSpPr>
        <p:spPr>
          <a:xfrm>
            <a:off x="-130875" y="4604000"/>
            <a:ext cx="1212900" cy="12129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94" name="Google Shape;194;p27"/>
          <p:cNvCxnSpPr>
            <a:endCxn id="193" idx="1"/>
          </p:cNvCxnSpPr>
          <p:nvPr/>
        </p:nvCxnSpPr>
        <p:spPr>
          <a:xfrm rot="5400000">
            <a:off x="-31700" y="4643175"/>
            <a:ext cx="216900" cy="60000"/>
          </a:xfrm>
          <a:prstGeom prst="bentConnector3">
            <a:avLst>
              <a:gd name="adj1" fmla="val 9054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75970289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43581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1505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73469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98905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55549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98409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97916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85069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49924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00325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83814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9140059"/>
      </p:ext>
    </p:extLst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t="17657" b="17663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1287631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150633"/>
      </p:ext>
    </p:extLst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7721814"/>
      </p:ext>
    </p:extLst>
  </p:cSld>
  <p:clrMapOvr>
    <a:masterClrMapping/>
  </p:clrMapOvr>
  <p:transition spd="slow"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2884326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34170537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523174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96" r:id="rId3"/>
    <p:sldLayoutId id="2147483697" r:id="rId4"/>
    <p:sldLayoutId id="2147483698" r:id="rId5"/>
    <p:sldLayoutId id="2147483699" r:id="rId6"/>
    <p:sldLayoutId id="2147483785" r:id="rId7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nton"/>
              <a:buNone/>
              <a:defRPr sz="3500">
                <a:solidFill>
                  <a:schemeClr val="lt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4956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2" r:id="rId14"/>
    <p:sldLayoutId id="2147483723" r:id="rId15"/>
    <p:sldLayoutId id="2147483725" r:id="rId16"/>
    <p:sldLayoutId id="2147483726" r:id="rId17"/>
    <p:sldLayoutId id="2147483727" r:id="rId18"/>
    <p:sldLayoutId id="2147483728" r:id="rId19"/>
    <p:sldLayoutId id="2147483731" r:id="rId20"/>
    <p:sldLayoutId id="2147483732" r:id="rId21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7798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/>
          <p:nvPr/>
        </p:nvSpPr>
        <p:spPr>
          <a:xfrm>
            <a:off x="7282675" y="3178200"/>
            <a:ext cx="2231100" cy="22311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-424675" y="-269500"/>
            <a:ext cx="2235000" cy="2235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" name="Google Shape;207;p31"/>
          <p:cNvSpPr txBox="1">
            <a:spLocks noGrp="1"/>
          </p:cNvSpPr>
          <p:nvPr>
            <p:ph type="ctrTitle"/>
          </p:nvPr>
        </p:nvSpPr>
        <p:spPr>
          <a:xfrm>
            <a:off x="1273524" y="1434978"/>
            <a:ext cx="6850802" cy="19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vi-V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máy tính tìm nghiệm phương trình số thực sử dụng Raspberry Pi 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31"/>
          <p:cNvSpPr txBox="1">
            <a:spLocks noGrp="1"/>
          </p:cNvSpPr>
          <p:nvPr>
            <p:ph type="subTitle" idx="1"/>
          </p:nvPr>
        </p:nvSpPr>
        <p:spPr>
          <a:xfrm>
            <a:off x="2052750" y="3614749"/>
            <a:ext cx="5038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GVHD: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PHAN HẢI PHÚ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6744175" y="539500"/>
            <a:ext cx="1686600" cy="4758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150A2"/>
                </a:solidFill>
                <a:effectLst/>
                <a:uLnTx/>
                <a:uFillTx/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LO1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1150A2"/>
              </a:solidFill>
              <a:effectLst/>
              <a:uLnTx/>
              <a:uFillTx/>
              <a:latin typeface="Times New Roman" panose="02020603050405020304" pitchFamily="18" charset="0"/>
              <a:ea typeface="Fira Sans"/>
              <a:cs typeface="Times New Roman" panose="02020603050405020304" pitchFamily="18" charset="0"/>
              <a:sym typeface="Fira Sans"/>
            </a:endParaRPr>
          </a:p>
        </p:txBody>
      </p:sp>
      <p:grpSp>
        <p:nvGrpSpPr>
          <p:cNvPr id="210" name="Google Shape;210;p31"/>
          <p:cNvGrpSpPr/>
          <p:nvPr/>
        </p:nvGrpSpPr>
        <p:grpSpPr>
          <a:xfrm rot="837408">
            <a:off x="7636202" y="3821636"/>
            <a:ext cx="1258231" cy="830831"/>
            <a:chOff x="6261655" y="3038940"/>
            <a:chExt cx="1141735" cy="753840"/>
          </a:xfrm>
        </p:grpSpPr>
        <p:sp>
          <p:nvSpPr>
            <p:cNvPr id="211" name="Google Shape;211;p31"/>
            <p:cNvSpPr/>
            <p:nvPr/>
          </p:nvSpPr>
          <p:spPr>
            <a:xfrm>
              <a:off x="6261655" y="3039120"/>
              <a:ext cx="1139760" cy="753480"/>
            </a:xfrm>
            <a:custGeom>
              <a:avLst/>
              <a:gdLst/>
              <a:ahLst/>
              <a:cxnLst/>
              <a:rect l="l" t="t" r="r" b="b"/>
              <a:pathLst>
                <a:path w="3166" h="2093" extrusionOk="0">
                  <a:moveTo>
                    <a:pt x="197" y="2093"/>
                  </a:moveTo>
                  <a:lnTo>
                    <a:pt x="197" y="2093"/>
                  </a:lnTo>
                  <a:cubicBezTo>
                    <a:pt x="1603" y="2093"/>
                    <a:pt x="1603" y="2093"/>
                    <a:pt x="1603" y="2093"/>
                  </a:cubicBezTo>
                  <a:cubicBezTo>
                    <a:pt x="2968" y="2093"/>
                    <a:pt x="2968" y="2093"/>
                    <a:pt x="2968" y="2093"/>
                  </a:cubicBezTo>
                  <a:cubicBezTo>
                    <a:pt x="3072" y="2093"/>
                    <a:pt x="3166" y="2010"/>
                    <a:pt x="3166" y="1906"/>
                  </a:cubicBezTo>
                  <a:cubicBezTo>
                    <a:pt x="3166" y="375"/>
                    <a:pt x="3166" y="375"/>
                    <a:pt x="3166" y="375"/>
                  </a:cubicBezTo>
                  <a:cubicBezTo>
                    <a:pt x="3166" y="270"/>
                    <a:pt x="3072" y="177"/>
                    <a:pt x="2968" y="177"/>
                  </a:cubicBezTo>
                  <a:cubicBezTo>
                    <a:pt x="2843" y="177"/>
                    <a:pt x="2843" y="177"/>
                    <a:pt x="2843" y="177"/>
                  </a:cubicBezTo>
                  <a:cubicBezTo>
                    <a:pt x="2843" y="0"/>
                    <a:pt x="2843" y="0"/>
                    <a:pt x="2843" y="0"/>
                  </a:cubicBezTo>
                  <a:cubicBezTo>
                    <a:pt x="2238" y="0"/>
                    <a:pt x="2238" y="0"/>
                    <a:pt x="2238" y="0"/>
                  </a:cubicBezTo>
                  <a:cubicBezTo>
                    <a:pt x="2238" y="177"/>
                    <a:pt x="2238" y="177"/>
                    <a:pt x="2238" y="177"/>
                  </a:cubicBezTo>
                  <a:cubicBezTo>
                    <a:pt x="1603" y="177"/>
                    <a:pt x="1603" y="177"/>
                    <a:pt x="1603" y="177"/>
                  </a:cubicBezTo>
                  <a:cubicBezTo>
                    <a:pt x="926" y="177"/>
                    <a:pt x="926" y="177"/>
                    <a:pt x="926" y="177"/>
                  </a:cubicBezTo>
                  <a:cubicBezTo>
                    <a:pt x="926" y="0"/>
                    <a:pt x="926" y="0"/>
                    <a:pt x="926" y="0"/>
                  </a:cubicBezTo>
                  <a:cubicBezTo>
                    <a:pt x="322" y="0"/>
                    <a:pt x="322" y="0"/>
                    <a:pt x="322" y="0"/>
                  </a:cubicBezTo>
                  <a:cubicBezTo>
                    <a:pt x="322" y="177"/>
                    <a:pt x="322" y="177"/>
                    <a:pt x="322" y="177"/>
                  </a:cubicBezTo>
                  <a:cubicBezTo>
                    <a:pt x="197" y="177"/>
                    <a:pt x="197" y="177"/>
                    <a:pt x="197" y="177"/>
                  </a:cubicBezTo>
                  <a:cubicBezTo>
                    <a:pt x="83" y="177"/>
                    <a:pt x="0" y="270"/>
                    <a:pt x="0" y="375"/>
                  </a:cubicBezTo>
                  <a:cubicBezTo>
                    <a:pt x="0" y="1906"/>
                    <a:pt x="0" y="1906"/>
                    <a:pt x="0" y="1906"/>
                  </a:cubicBezTo>
                  <a:cubicBezTo>
                    <a:pt x="0" y="2010"/>
                    <a:pt x="83" y="2093"/>
                    <a:pt x="197" y="2093"/>
                  </a:cubicBezTo>
                  <a:close/>
                </a:path>
              </a:pathLst>
            </a:custGeom>
            <a:solidFill>
              <a:schemeClr val="accent3"/>
            </a:solidFill>
            <a:ln w="152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" name="Google Shape;212;p31"/>
            <p:cNvGrpSpPr/>
            <p:nvPr/>
          </p:nvGrpSpPr>
          <p:grpSpPr>
            <a:xfrm>
              <a:off x="6263630" y="3038940"/>
              <a:ext cx="1139760" cy="753840"/>
              <a:chOff x="6263630" y="2052140"/>
              <a:chExt cx="1139760" cy="753840"/>
            </a:xfrm>
          </p:grpSpPr>
          <p:sp>
            <p:nvSpPr>
              <p:cNvPr id="213" name="Google Shape;213;p31"/>
              <p:cNvSpPr/>
              <p:nvPr/>
            </p:nvSpPr>
            <p:spPr>
              <a:xfrm>
                <a:off x="6263630" y="2115860"/>
                <a:ext cx="577080" cy="690120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1917" extrusionOk="0">
                    <a:moveTo>
                      <a:pt x="197" y="0"/>
                    </a:moveTo>
                    <a:lnTo>
                      <a:pt x="197" y="0"/>
                    </a:lnTo>
                    <a:cubicBezTo>
                      <a:pt x="83" y="0"/>
                      <a:pt x="0" y="83"/>
                      <a:pt x="0" y="187"/>
                    </a:cubicBezTo>
                    <a:cubicBezTo>
                      <a:pt x="0" y="1719"/>
                      <a:pt x="0" y="1719"/>
                      <a:pt x="0" y="1719"/>
                    </a:cubicBezTo>
                    <a:cubicBezTo>
                      <a:pt x="0" y="1823"/>
                      <a:pt x="83" y="1917"/>
                      <a:pt x="197" y="1917"/>
                    </a:cubicBezTo>
                    <a:cubicBezTo>
                      <a:pt x="1603" y="1917"/>
                      <a:pt x="1603" y="1917"/>
                      <a:pt x="1603" y="1917"/>
                    </a:cubicBezTo>
                    <a:cubicBezTo>
                      <a:pt x="1603" y="0"/>
                      <a:pt x="1603" y="0"/>
                      <a:pt x="1603" y="0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31"/>
              <p:cNvSpPr/>
              <p:nvPr/>
            </p:nvSpPr>
            <p:spPr>
              <a:xfrm>
                <a:off x="6840710" y="2115860"/>
                <a:ext cx="562680" cy="690120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917" extrusionOk="0">
                    <a:moveTo>
                      <a:pt x="1365" y="0"/>
                    </a:moveTo>
                    <a:lnTo>
                      <a:pt x="1365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917"/>
                      <a:pt x="0" y="1917"/>
                      <a:pt x="0" y="1917"/>
                    </a:cubicBezTo>
                    <a:cubicBezTo>
                      <a:pt x="1365" y="1917"/>
                      <a:pt x="1365" y="1917"/>
                      <a:pt x="1365" y="1917"/>
                    </a:cubicBezTo>
                    <a:cubicBezTo>
                      <a:pt x="1469" y="1917"/>
                      <a:pt x="1563" y="1823"/>
                      <a:pt x="1563" y="1719"/>
                    </a:cubicBezTo>
                    <a:cubicBezTo>
                      <a:pt x="1563" y="187"/>
                      <a:pt x="1563" y="187"/>
                      <a:pt x="1563" y="187"/>
                    </a:cubicBezTo>
                    <a:cubicBezTo>
                      <a:pt x="1563" y="83"/>
                      <a:pt x="1469" y="0"/>
                      <a:pt x="13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1"/>
              <p:cNvSpPr/>
              <p:nvPr/>
            </p:nvSpPr>
            <p:spPr>
              <a:xfrm>
                <a:off x="6297470" y="2149700"/>
                <a:ext cx="1068120" cy="618480"/>
              </a:xfrm>
              <a:custGeom>
                <a:avLst/>
                <a:gdLst/>
                <a:ahLst/>
                <a:cxnLst/>
                <a:rect l="l" t="t" r="r" b="b"/>
                <a:pathLst>
                  <a:path w="2967" h="1718" extrusionOk="0">
                    <a:moveTo>
                      <a:pt x="2874" y="1718"/>
                    </a:moveTo>
                    <a:lnTo>
                      <a:pt x="2874" y="1718"/>
                    </a:lnTo>
                    <a:cubicBezTo>
                      <a:pt x="103" y="1718"/>
                      <a:pt x="103" y="1718"/>
                      <a:pt x="103" y="1718"/>
                    </a:cubicBezTo>
                    <a:cubicBezTo>
                      <a:pt x="51" y="1718"/>
                      <a:pt x="0" y="1677"/>
                      <a:pt x="0" y="1625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41"/>
                      <a:pt x="51" y="0"/>
                      <a:pt x="103" y="0"/>
                    </a:cubicBezTo>
                    <a:cubicBezTo>
                      <a:pt x="2874" y="0"/>
                      <a:pt x="2874" y="0"/>
                      <a:pt x="2874" y="0"/>
                    </a:cubicBezTo>
                    <a:cubicBezTo>
                      <a:pt x="2926" y="0"/>
                      <a:pt x="2967" y="41"/>
                      <a:pt x="2967" y="93"/>
                    </a:cubicBezTo>
                    <a:cubicBezTo>
                      <a:pt x="2967" y="1625"/>
                      <a:pt x="2967" y="1625"/>
                      <a:pt x="2967" y="1625"/>
                    </a:cubicBezTo>
                    <a:cubicBezTo>
                      <a:pt x="2967" y="1677"/>
                      <a:pt x="2926" y="1718"/>
                      <a:pt x="2874" y="1718"/>
                    </a:cubicBezTo>
                    <a:moveTo>
                      <a:pt x="103" y="41"/>
                    </a:moveTo>
                    <a:lnTo>
                      <a:pt x="103" y="41"/>
                    </a:lnTo>
                    <a:cubicBezTo>
                      <a:pt x="72" y="41"/>
                      <a:pt x="41" y="62"/>
                      <a:pt x="41" y="93"/>
                    </a:cubicBezTo>
                    <a:cubicBezTo>
                      <a:pt x="41" y="1625"/>
                      <a:pt x="41" y="1625"/>
                      <a:pt x="41" y="1625"/>
                    </a:cubicBezTo>
                    <a:cubicBezTo>
                      <a:pt x="41" y="1656"/>
                      <a:pt x="72" y="1687"/>
                      <a:pt x="103" y="1687"/>
                    </a:cubicBezTo>
                    <a:cubicBezTo>
                      <a:pt x="2874" y="1687"/>
                      <a:pt x="2874" y="1687"/>
                      <a:pt x="2874" y="1687"/>
                    </a:cubicBezTo>
                    <a:cubicBezTo>
                      <a:pt x="2905" y="1687"/>
                      <a:pt x="2926" y="1656"/>
                      <a:pt x="2926" y="1625"/>
                    </a:cubicBezTo>
                    <a:cubicBezTo>
                      <a:pt x="2926" y="93"/>
                      <a:pt x="2926" y="93"/>
                      <a:pt x="2926" y="93"/>
                    </a:cubicBezTo>
                    <a:cubicBezTo>
                      <a:pt x="2926" y="62"/>
                      <a:pt x="2905" y="41"/>
                      <a:pt x="2874" y="41"/>
                    </a:cubicBezTo>
                    <a:lnTo>
                      <a:pt x="103" y="4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1"/>
              <p:cNvSpPr/>
              <p:nvPr/>
            </p:nvSpPr>
            <p:spPr>
              <a:xfrm>
                <a:off x="6379550" y="2052140"/>
                <a:ext cx="21744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604" h="177" extrusionOk="0">
                    <a:moveTo>
                      <a:pt x="604" y="177"/>
                    </a:moveTo>
                    <a:lnTo>
                      <a:pt x="0" y="177"/>
                    </a:lnTo>
                    <a:lnTo>
                      <a:pt x="0" y="0"/>
                    </a:lnTo>
                    <a:lnTo>
                      <a:pt x="604" y="0"/>
                    </a:lnTo>
                    <a:lnTo>
                      <a:pt x="604" y="17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18700" rIns="90000" bIns="187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1"/>
              <p:cNvSpPr/>
              <p:nvPr/>
            </p:nvSpPr>
            <p:spPr>
              <a:xfrm>
                <a:off x="7069310" y="2052140"/>
                <a:ext cx="2178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77" extrusionOk="0">
                    <a:moveTo>
                      <a:pt x="0" y="177"/>
                    </a:moveTo>
                    <a:lnTo>
                      <a:pt x="605" y="177"/>
                    </a:lnTo>
                    <a:lnTo>
                      <a:pt x="605" y="0"/>
                    </a:lnTo>
                    <a:lnTo>
                      <a:pt x="0" y="0"/>
                    </a:lnTo>
                    <a:lnTo>
                      <a:pt x="0" y="17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8700" rIns="90000" bIns="187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1"/>
              <p:cNvSpPr/>
              <p:nvPr/>
            </p:nvSpPr>
            <p:spPr>
              <a:xfrm>
                <a:off x="6435710" y="2370740"/>
                <a:ext cx="164880" cy="1764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490" extrusionOk="0">
                    <a:moveTo>
                      <a:pt x="292" y="188"/>
                    </a:moveTo>
                    <a:lnTo>
                      <a:pt x="458" y="188"/>
                    </a:lnTo>
                    <a:lnTo>
                      <a:pt x="458" y="302"/>
                    </a:lnTo>
                    <a:lnTo>
                      <a:pt x="292" y="302"/>
                    </a:lnTo>
                    <a:lnTo>
                      <a:pt x="292" y="490"/>
                    </a:lnTo>
                    <a:lnTo>
                      <a:pt x="167" y="490"/>
                    </a:lnTo>
                    <a:lnTo>
                      <a:pt x="167" y="302"/>
                    </a:lnTo>
                    <a:lnTo>
                      <a:pt x="0" y="302"/>
                    </a:lnTo>
                    <a:lnTo>
                      <a:pt x="0" y="188"/>
                    </a:lnTo>
                    <a:lnTo>
                      <a:pt x="167" y="188"/>
                    </a:lnTo>
                    <a:lnTo>
                      <a:pt x="167" y="0"/>
                    </a:lnTo>
                    <a:lnTo>
                      <a:pt x="292" y="0"/>
                    </a:lnTo>
                    <a:lnTo>
                      <a:pt x="292" y="1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31"/>
              <p:cNvSpPr/>
              <p:nvPr/>
            </p:nvSpPr>
            <p:spPr>
              <a:xfrm>
                <a:off x="7076870" y="2438420"/>
                <a:ext cx="12024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25" extrusionOk="0">
                    <a:moveTo>
                      <a:pt x="334" y="125"/>
                    </a:moveTo>
                    <a:lnTo>
                      <a:pt x="0" y="125"/>
                    </a:lnTo>
                    <a:lnTo>
                      <a:pt x="0" y="0"/>
                    </a:lnTo>
                    <a:lnTo>
                      <a:pt x="334" y="0"/>
                    </a:lnTo>
                    <a:lnTo>
                      <a:pt x="334" y="12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31"/>
              <p:cNvSpPr/>
              <p:nvPr/>
            </p:nvSpPr>
            <p:spPr>
              <a:xfrm>
                <a:off x="6754310" y="2264900"/>
                <a:ext cx="199080" cy="31212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867" extrusionOk="0">
                    <a:moveTo>
                      <a:pt x="198" y="867"/>
                    </a:moveTo>
                    <a:lnTo>
                      <a:pt x="198" y="867"/>
                    </a:lnTo>
                    <a:cubicBezTo>
                      <a:pt x="188" y="867"/>
                      <a:pt x="178" y="867"/>
                      <a:pt x="167" y="857"/>
                    </a:cubicBezTo>
                    <a:cubicBezTo>
                      <a:pt x="136" y="846"/>
                      <a:pt x="125" y="805"/>
                      <a:pt x="146" y="773"/>
                    </a:cubicBezTo>
                    <a:cubicBezTo>
                      <a:pt x="198" y="680"/>
                      <a:pt x="261" y="575"/>
                      <a:pt x="303" y="503"/>
                    </a:cubicBezTo>
                    <a:cubicBezTo>
                      <a:pt x="0" y="565"/>
                      <a:pt x="0" y="565"/>
                      <a:pt x="0" y="565"/>
                    </a:cubicBezTo>
                    <a:cubicBezTo>
                      <a:pt x="136" y="44"/>
                      <a:pt x="136" y="44"/>
                      <a:pt x="136" y="44"/>
                    </a:cubicBezTo>
                    <a:cubicBezTo>
                      <a:pt x="146" y="13"/>
                      <a:pt x="188" y="-8"/>
                      <a:pt x="219" y="3"/>
                    </a:cubicBezTo>
                    <a:cubicBezTo>
                      <a:pt x="250" y="13"/>
                      <a:pt x="271" y="55"/>
                      <a:pt x="261" y="86"/>
                    </a:cubicBezTo>
                    <a:cubicBezTo>
                      <a:pt x="167" y="398"/>
                      <a:pt x="167" y="398"/>
                      <a:pt x="167" y="398"/>
                    </a:cubicBezTo>
                    <a:cubicBezTo>
                      <a:pt x="553" y="325"/>
                      <a:pt x="553" y="325"/>
                      <a:pt x="553" y="325"/>
                    </a:cubicBezTo>
                    <a:cubicBezTo>
                      <a:pt x="480" y="440"/>
                      <a:pt x="480" y="440"/>
                      <a:pt x="480" y="440"/>
                    </a:cubicBezTo>
                    <a:cubicBezTo>
                      <a:pt x="480" y="440"/>
                      <a:pt x="355" y="669"/>
                      <a:pt x="250" y="836"/>
                    </a:cubicBezTo>
                    <a:cubicBezTo>
                      <a:pt x="240" y="857"/>
                      <a:pt x="219" y="867"/>
                      <a:pt x="198" y="86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1"/>
              <p:cNvSpPr/>
              <p:nvPr/>
            </p:nvSpPr>
            <p:spPr>
              <a:xfrm>
                <a:off x="6784550" y="2498180"/>
                <a:ext cx="10476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291" h="355" extrusionOk="0">
                    <a:moveTo>
                      <a:pt x="52" y="0"/>
                    </a:moveTo>
                    <a:lnTo>
                      <a:pt x="135" y="115"/>
                    </a:lnTo>
                    <a:lnTo>
                      <a:pt x="291" y="136"/>
                    </a:lnTo>
                    <a:lnTo>
                      <a:pt x="0" y="355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2" name="Google Shape;222;p31"/>
          <p:cNvGrpSpPr/>
          <p:nvPr/>
        </p:nvGrpSpPr>
        <p:grpSpPr>
          <a:xfrm rot="-592560">
            <a:off x="509405" y="277999"/>
            <a:ext cx="550060" cy="1231211"/>
            <a:chOff x="6856675" y="2998068"/>
            <a:chExt cx="530919" cy="1188367"/>
          </a:xfrm>
        </p:grpSpPr>
        <p:sp>
          <p:nvSpPr>
            <p:cNvPr id="223" name="Google Shape;223;p31"/>
            <p:cNvSpPr/>
            <p:nvPr/>
          </p:nvSpPr>
          <p:spPr>
            <a:xfrm>
              <a:off x="6866307" y="2998068"/>
              <a:ext cx="521287" cy="1187635"/>
            </a:xfrm>
            <a:custGeom>
              <a:avLst/>
              <a:gdLst/>
              <a:ahLst/>
              <a:cxnLst/>
              <a:rect l="l" t="t" r="r" b="b"/>
              <a:pathLst>
                <a:path w="1448" h="3364" extrusionOk="0">
                  <a:moveTo>
                    <a:pt x="1281" y="198"/>
                  </a:moveTo>
                  <a:lnTo>
                    <a:pt x="1281" y="198"/>
                  </a:lnTo>
                  <a:cubicBezTo>
                    <a:pt x="906" y="198"/>
                    <a:pt x="906" y="198"/>
                    <a:pt x="906" y="198"/>
                  </a:cubicBezTo>
                  <a:cubicBezTo>
                    <a:pt x="906" y="42"/>
                    <a:pt x="906" y="42"/>
                    <a:pt x="906" y="42"/>
                  </a:cubicBezTo>
                  <a:cubicBezTo>
                    <a:pt x="906" y="21"/>
                    <a:pt x="896" y="0"/>
                    <a:pt x="865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52" y="0"/>
                    <a:pt x="531" y="21"/>
                    <a:pt x="531" y="42"/>
                  </a:cubicBezTo>
                  <a:cubicBezTo>
                    <a:pt x="531" y="198"/>
                    <a:pt x="531" y="198"/>
                    <a:pt x="531" y="198"/>
                  </a:cubicBezTo>
                  <a:cubicBezTo>
                    <a:pt x="167" y="198"/>
                    <a:pt x="167" y="198"/>
                    <a:pt x="167" y="198"/>
                  </a:cubicBezTo>
                  <a:cubicBezTo>
                    <a:pt x="73" y="198"/>
                    <a:pt x="0" y="271"/>
                    <a:pt x="0" y="354"/>
                  </a:cubicBezTo>
                  <a:cubicBezTo>
                    <a:pt x="0" y="1281"/>
                    <a:pt x="0" y="1281"/>
                    <a:pt x="0" y="1281"/>
                  </a:cubicBezTo>
                  <a:cubicBezTo>
                    <a:pt x="0" y="3135"/>
                    <a:pt x="0" y="3135"/>
                    <a:pt x="0" y="3135"/>
                  </a:cubicBezTo>
                  <a:cubicBezTo>
                    <a:pt x="0" y="3218"/>
                    <a:pt x="63" y="3280"/>
                    <a:pt x="135" y="3301"/>
                  </a:cubicBezTo>
                  <a:cubicBezTo>
                    <a:pt x="125" y="3301"/>
                    <a:pt x="125" y="3301"/>
                    <a:pt x="125" y="3301"/>
                  </a:cubicBezTo>
                  <a:cubicBezTo>
                    <a:pt x="156" y="3343"/>
                    <a:pt x="198" y="3364"/>
                    <a:pt x="250" y="3364"/>
                  </a:cubicBezTo>
                  <a:cubicBezTo>
                    <a:pt x="1198" y="3364"/>
                    <a:pt x="1198" y="3364"/>
                    <a:pt x="1198" y="3364"/>
                  </a:cubicBezTo>
                  <a:cubicBezTo>
                    <a:pt x="1250" y="3364"/>
                    <a:pt x="1292" y="3343"/>
                    <a:pt x="1323" y="3301"/>
                  </a:cubicBezTo>
                  <a:cubicBezTo>
                    <a:pt x="1313" y="3301"/>
                    <a:pt x="1313" y="3301"/>
                    <a:pt x="1313" y="3301"/>
                  </a:cubicBezTo>
                  <a:cubicBezTo>
                    <a:pt x="1385" y="3280"/>
                    <a:pt x="1448" y="3218"/>
                    <a:pt x="1448" y="3135"/>
                  </a:cubicBezTo>
                  <a:cubicBezTo>
                    <a:pt x="1448" y="1281"/>
                    <a:pt x="1448" y="1281"/>
                    <a:pt x="1448" y="1281"/>
                  </a:cubicBezTo>
                  <a:cubicBezTo>
                    <a:pt x="1448" y="354"/>
                    <a:pt x="1448" y="354"/>
                    <a:pt x="1448" y="354"/>
                  </a:cubicBezTo>
                  <a:cubicBezTo>
                    <a:pt x="1448" y="271"/>
                    <a:pt x="1375" y="198"/>
                    <a:pt x="1281" y="198"/>
                  </a:cubicBezTo>
                  <a:close/>
                </a:path>
              </a:pathLst>
            </a:custGeom>
            <a:solidFill>
              <a:schemeClr val="accent3"/>
            </a:solidFill>
            <a:ln w="152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" name="Google Shape;224;p31"/>
            <p:cNvGrpSpPr/>
            <p:nvPr/>
          </p:nvGrpSpPr>
          <p:grpSpPr>
            <a:xfrm>
              <a:off x="6856675" y="2998075"/>
              <a:ext cx="521280" cy="1188360"/>
              <a:chOff x="6101675" y="2998075"/>
              <a:chExt cx="521280" cy="1188360"/>
            </a:xfrm>
          </p:grpSpPr>
          <p:sp>
            <p:nvSpPr>
              <p:cNvPr id="225" name="Google Shape;225;p31"/>
              <p:cNvSpPr/>
              <p:nvPr/>
            </p:nvSpPr>
            <p:spPr>
              <a:xfrm>
                <a:off x="6292835" y="2998075"/>
                <a:ext cx="13500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375" h="281" extrusionOk="0">
                    <a:moveTo>
                      <a:pt x="375" y="281"/>
                    </a:moveTo>
                    <a:lnTo>
                      <a:pt x="375" y="281"/>
                    </a:lnTo>
                    <a:cubicBezTo>
                      <a:pt x="375" y="42"/>
                      <a:pt x="375" y="42"/>
                      <a:pt x="375" y="42"/>
                    </a:cubicBezTo>
                    <a:cubicBezTo>
                      <a:pt x="375" y="21"/>
                      <a:pt x="365" y="0"/>
                      <a:pt x="334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21" y="0"/>
                      <a:pt x="0" y="21"/>
                      <a:pt x="0" y="42"/>
                    </a:cubicBezTo>
                    <a:cubicBezTo>
                      <a:pt x="0" y="281"/>
                      <a:pt x="0" y="281"/>
                      <a:pt x="0" y="281"/>
                    </a:cubicBezTo>
                    <a:lnTo>
                      <a:pt x="375" y="28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1"/>
              <p:cNvSpPr/>
              <p:nvPr/>
            </p:nvSpPr>
            <p:spPr>
              <a:xfrm>
                <a:off x="6101675" y="3069355"/>
                <a:ext cx="521280" cy="1117080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3103" extrusionOk="0">
                    <a:moveTo>
                      <a:pt x="1448" y="2937"/>
                    </a:moveTo>
                    <a:lnTo>
                      <a:pt x="1448" y="2937"/>
                    </a:lnTo>
                    <a:cubicBezTo>
                      <a:pt x="1448" y="3030"/>
                      <a:pt x="1375" y="3103"/>
                      <a:pt x="1281" y="3103"/>
                    </a:cubicBezTo>
                    <a:cubicBezTo>
                      <a:pt x="167" y="3103"/>
                      <a:pt x="167" y="3103"/>
                      <a:pt x="167" y="3103"/>
                    </a:cubicBezTo>
                    <a:cubicBezTo>
                      <a:pt x="73" y="3103"/>
                      <a:pt x="0" y="3030"/>
                      <a:pt x="0" y="2937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73"/>
                      <a:pt x="73" y="0"/>
                      <a:pt x="167" y="0"/>
                    </a:cubicBezTo>
                    <a:cubicBezTo>
                      <a:pt x="1281" y="0"/>
                      <a:pt x="1281" y="0"/>
                      <a:pt x="1281" y="0"/>
                    </a:cubicBezTo>
                    <a:cubicBezTo>
                      <a:pt x="1375" y="0"/>
                      <a:pt x="1448" y="73"/>
                      <a:pt x="1448" y="156"/>
                    </a:cubicBezTo>
                    <a:lnTo>
                      <a:pt x="1448" y="293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1"/>
              <p:cNvSpPr/>
              <p:nvPr/>
            </p:nvSpPr>
            <p:spPr>
              <a:xfrm>
                <a:off x="6127955" y="3103195"/>
                <a:ext cx="56160" cy="10497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916" extrusionOk="0">
                    <a:moveTo>
                      <a:pt x="156" y="0"/>
                    </a:moveTo>
                    <a:lnTo>
                      <a:pt x="156" y="0"/>
                    </a:lnTo>
                    <a:lnTo>
                      <a:pt x="146" y="0"/>
                    </a:lnTo>
                    <a:cubicBezTo>
                      <a:pt x="62" y="0"/>
                      <a:pt x="0" y="62"/>
                      <a:pt x="0" y="146"/>
                    </a:cubicBezTo>
                    <a:cubicBezTo>
                      <a:pt x="0" y="2759"/>
                      <a:pt x="0" y="2759"/>
                      <a:pt x="0" y="2759"/>
                    </a:cubicBezTo>
                    <a:cubicBezTo>
                      <a:pt x="0" y="2843"/>
                      <a:pt x="62" y="2916"/>
                      <a:pt x="146" y="2916"/>
                    </a:cubicBezTo>
                    <a:cubicBezTo>
                      <a:pt x="156" y="2916"/>
                      <a:pt x="156" y="2916"/>
                      <a:pt x="156" y="2916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1"/>
              <p:cNvSpPr/>
              <p:nvPr/>
            </p:nvSpPr>
            <p:spPr>
              <a:xfrm>
                <a:off x="6551675" y="3092035"/>
                <a:ext cx="48600" cy="10681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96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2967"/>
                      <a:pt x="0" y="2967"/>
                      <a:pt x="0" y="2967"/>
                    </a:cubicBezTo>
                    <a:cubicBezTo>
                      <a:pt x="73" y="2967"/>
                      <a:pt x="135" y="2894"/>
                      <a:pt x="135" y="2811"/>
                    </a:cubicBezTo>
                    <a:cubicBezTo>
                      <a:pt x="135" y="156"/>
                      <a:pt x="135" y="156"/>
                      <a:pt x="135" y="156"/>
                    </a:cubicBezTo>
                    <a:cubicBezTo>
                      <a:pt x="135" y="73"/>
                      <a:pt x="73" y="1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1"/>
              <p:cNvSpPr/>
              <p:nvPr/>
            </p:nvSpPr>
            <p:spPr>
              <a:xfrm>
                <a:off x="6101675" y="3069355"/>
                <a:ext cx="521280" cy="389880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1083" extrusionOk="0">
                    <a:moveTo>
                      <a:pt x="1448" y="1083"/>
                    </a:moveTo>
                    <a:lnTo>
                      <a:pt x="1448" y="1083"/>
                    </a:lnTo>
                    <a:cubicBezTo>
                      <a:pt x="1448" y="156"/>
                      <a:pt x="1448" y="156"/>
                      <a:pt x="1448" y="156"/>
                    </a:cubicBezTo>
                    <a:cubicBezTo>
                      <a:pt x="1448" y="73"/>
                      <a:pt x="1375" y="0"/>
                      <a:pt x="1281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73" y="0"/>
                      <a:pt x="0" y="73"/>
                      <a:pt x="0" y="156"/>
                    </a:cubicBezTo>
                    <a:cubicBezTo>
                      <a:pt x="0" y="1083"/>
                      <a:pt x="0" y="1083"/>
                      <a:pt x="0" y="1083"/>
                    </a:cubicBezTo>
                    <a:lnTo>
                      <a:pt x="1448" y="108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1"/>
              <p:cNvSpPr/>
              <p:nvPr/>
            </p:nvSpPr>
            <p:spPr>
              <a:xfrm>
                <a:off x="6127955" y="3103195"/>
                <a:ext cx="56160" cy="3560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989" extrusionOk="0">
                    <a:moveTo>
                      <a:pt x="156" y="989"/>
                    </a:moveTo>
                    <a:lnTo>
                      <a:pt x="156" y="989"/>
                    </a:lnTo>
                    <a:cubicBezTo>
                      <a:pt x="156" y="0"/>
                      <a:pt x="156" y="0"/>
                      <a:pt x="156" y="0"/>
                    </a:cubicBezTo>
                    <a:lnTo>
                      <a:pt x="146" y="0"/>
                    </a:lnTo>
                    <a:cubicBezTo>
                      <a:pt x="62" y="0"/>
                      <a:pt x="0" y="62"/>
                      <a:pt x="0" y="146"/>
                    </a:cubicBezTo>
                    <a:cubicBezTo>
                      <a:pt x="0" y="989"/>
                      <a:pt x="0" y="989"/>
                      <a:pt x="0" y="989"/>
                    </a:cubicBezTo>
                    <a:lnTo>
                      <a:pt x="156" y="98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1"/>
              <p:cNvSpPr/>
              <p:nvPr/>
            </p:nvSpPr>
            <p:spPr>
              <a:xfrm>
                <a:off x="6551675" y="3092035"/>
                <a:ext cx="48600" cy="3672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020" extrusionOk="0">
                    <a:moveTo>
                      <a:pt x="135" y="1020"/>
                    </a:moveTo>
                    <a:lnTo>
                      <a:pt x="135" y="1020"/>
                    </a:lnTo>
                    <a:cubicBezTo>
                      <a:pt x="135" y="156"/>
                      <a:pt x="135" y="156"/>
                      <a:pt x="135" y="156"/>
                    </a:cubicBezTo>
                    <a:cubicBezTo>
                      <a:pt x="135" y="73"/>
                      <a:pt x="73" y="10"/>
                      <a:pt x="0" y="0"/>
                    </a:cubicBezTo>
                    <a:cubicBezTo>
                      <a:pt x="0" y="1020"/>
                      <a:pt x="0" y="1020"/>
                      <a:pt x="0" y="1020"/>
                    </a:cubicBezTo>
                    <a:lnTo>
                      <a:pt x="135" y="10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1"/>
              <p:cNvSpPr/>
              <p:nvPr/>
            </p:nvSpPr>
            <p:spPr>
              <a:xfrm>
                <a:off x="6281675" y="3579475"/>
                <a:ext cx="206280" cy="434520"/>
              </a:xfrm>
              <a:custGeom>
                <a:avLst/>
                <a:gdLst/>
                <a:ahLst/>
                <a:cxnLst/>
                <a:rect l="l" t="t" r="r" b="b"/>
                <a:pathLst>
                  <a:path w="573" h="1207" extrusionOk="0">
                    <a:moveTo>
                      <a:pt x="208" y="0"/>
                    </a:moveTo>
                    <a:lnTo>
                      <a:pt x="10" y="447"/>
                    </a:lnTo>
                    <a:lnTo>
                      <a:pt x="292" y="447"/>
                    </a:lnTo>
                    <a:lnTo>
                      <a:pt x="125" y="832"/>
                    </a:lnTo>
                    <a:lnTo>
                      <a:pt x="0" y="728"/>
                    </a:lnTo>
                    <a:lnTo>
                      <a:pt x="31" y="1207"/>
                    </a:lnTo>
                    <a:lnTo>
                      <a:pt x="479" y="832"/>
                    </a:lnTo>
                    <a:lnTo>
                      <a:pt x="271" y="843"/>
                    </a:lnTo>
                    <a:lnTo>
                      <a:pt x="573" y="280"/>
                    </a:lnTo>
                    <a:lnTo>
                      <a:pt x="271" y="259"/>
                    </a:lnTo>
                    <a:lnTo>
                      <a:pt x="385" y="1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33" name="Google Shape;233;p31"/>
          <p:cNvCxnSpPr>
            <a:stCxn id="209" idx="0"/>
            <a:endCxn id="206" idx="6"/>
          </p:cNvCxnSpPr>
          <p:nvPr/>
        </p:nvCxnSpPr>
        <p:spPr>
          <a:xfrm rot="5400000">
            <a:off x="4544725" y="-2194850"/>
            <a:ext cx="308400" cy="5777100"/>
          </a:xfrm>
          <a:prstGeom prst="bentConnector4">
            <a:avLst>
              <a:gd name="adj1" fmla="val -77213"/>
              <a:gd name="adj2" fmla="val 57299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31"/>
          <p:cNvCxnSpPr/>
          <p:nvPr/>
        </p:nvCxnSpPr>
        <p:spPr>
          <a:xfrm rot="10800000">
            <a:off x="-550725" y="4369700"/>
            <a:ext cx="7911900" cy="468600"/>
          </a:xfrm>
          <a:prstGeom prst="bentConnector3">
            <a:avLst>
              <a:gd name="adj1" fmla="val 73411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31497" y="168737"/>
            <a:ext cx="2148275" cy="4785123"/>
            <a:chOff x="0" y="0"/>
            <a:chExt cx="1131601" cy="25205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1601" cy="2520559"/>
            </a:xfrm>
            <a:custGeom>
              <a:avLst/>
              <a:gdLst/>
              <a:ahLst/>
              <a:cxnLst/>
              <a:rect l="l" t="t" r="r" b="b"/>
              <a:pathLst>
                <a:path w="1131601" h="2520559">
                  <a:moveTo>
                    <a:pt x="0" y="0"/>
                  </a:moveTo>
                  <a:lnTo>
                    <a:pt x="1131601" y="0"/>
                  </a:lnTo>
                  <a:lnTo>
                    <a:pt x="1131601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131601" cy="253960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4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071096" y="3405040"/>
            <a:ext cx="4876483" cy="516424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27349" y="2494232"/>
            <a:ext cx="4876483" cy="1500188"/>
            <a:chOff x="0" y="0"/>
            <a:chExt cx="3682024" cy="7467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ahLst/>
              <a:cxn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4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71096" y="787204"/>
            <a:ext cx="4388990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1" i="0" u="none" strike="noStrike" kern="0" cap="none" spc="489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Oswald Bold" panose="00000800000000000000"/>
                <a:cs typeface="Times New Roman" panose="02020603050405020304" pitchFamily="18" charset="0"/>
                <a:sym typeface="Oswald Bold" panose="00000800000000000000"/>
              </a:rPr>
              <a:t>Thành </a:t>
            </a:r>
            <a:r>
              <a:rPr kumimoji="0" lang="en-US" sz="5000" b="1" i="0" u="none" strike="noStrike" kern="0" cap="none" spc="489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Oswald Bold" panose="00000800000000000000"/>
                <a:cs typeface="Times New Roman" panose="02020603050405020304" pitchFamily="18" charset="0"/>
                <a:sym typeface="Oswald Bold" panose="00000800000000000000"/>
              </a:rPr>
              <a:t>viên</a:t>
            </a:r>
            <a:endParaRPr kumimoji="0" lang="en-US" sz="5000" b="1" i="0" u="none" strike="noStrike" kern="0" cap="none" spc="489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Times New Roman" panose="02020603050405020304" pitchFamily="18" charset="0"/>
              <a:ea typeface="Oswald Bold" panose="00000800000000000000"/>
              <a:cs typeface="Times New Roman" panose="02020603050405020304" pitchFamily="18" charset="0"/>
              <a:sym typeface="Oswald Bold" panose="00000800000000000000"/>
            </a:endParaRPr>
          </a:p>
          <a:p>
            <a:pPr marL="0" marR="0" lvl="0" indent="0" algn="l" defTabSz="914400" rtl="0" eaLnBrk="1" fontAlgn="auto" latinLnBrk="0" hangingPunct="1">
              <a:lnSpc>
                <a:spcPts val="6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489" normalizeH="0" baseline="0" noProof="0" dirty="0" smtClean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Oswald Bold" panose="00000800000000000000"/>
                <a:cs typeface="Times New Roman" panose="02020603050405020304" pitchFamily="18" charset="0"/>
                <a:sym typeface="Oswald Bold" panose="00000800000000000000"/>
              </a:rPr>
              <a:t>NHÓM11-L01</a:t>
            </a:r>
            <a:endParaRPr kumimoji="0" lang="en-US" sz="2000" b="1" i="0" u="none" strike="noStrike" kern="0" cap="none" spc="489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Times New Roman" panose="02020603050405020304" pitchFamily="18" charset="0"/>
              <a:ea typeface="Oswald Bold" panose="00000800000000000000"/>
              <a:cs typeface="Times New Roman" panose="02020603050405020304" pitchFamily="18" charset="0"/>
              <a:sym typeface="Oswald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71097" y="2609567"/>
            <a:ext cx="4731068" cy="131189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en-US" sz="1600" spc="108" dirty="0" err="1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Nguyễn</a:t>
            </a:r>
            <a:r>
              <a:rPr lang="en-US" altLang="en-US" sz="1600" spc="108" dirty="0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Minh </a:t>
            </a:r>
            <a:r>
              <a:rPr lang="en-US" altLang="en-US" sz="1600" spc="108" dirty="0" err="1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Thành</a:t>
            </a:r>
            <a:r>
              <a:rPr lang="en-US" altLang="en-US" sz="1600" spc="108" dirty="0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     </a:t>
            </a:r>
            <a:r>
              <a:rPr kumimoji="0" lang="en-US" altLang="en-US" sz="1600" b="0" i="0" u="none" strike="noStrike" kern="0" cap="none" spc="108" normalizeH="0" baseline="0" noProof="0" dirty="0" smtClean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2213138 </a:t>
            </a:r>
            <a:endParaRPr kumimoji="0" lang="en-US" altLang="en-US" sz="1600" b="0" i="0" u="none" strike="noStrike" kern="0" cap="none" spc="108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600" b="0" i="0" u="none" strike="noStrike" kern="0" cap="none" spc="108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</a:t>
            </a:r>
            <a:r>
              <a:rPr kumimoji="0" lang="en-US" sz="1600" b="0" i="0" u="none" strike="noStrike" kern="0" cap="none" spc="108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guyễn Duy </a:t>
            </a:r>
            <a:r>
              <a:rPr kumimoji="0" lang="en-US" sz="1600" b="0" i="0" u="none" strike="noStrike" kern="0" cap="none" spc="108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Đông</a:t>
            </a:r>
            <a:r>
              <a:rPr kumimoji="0" lang="en-US" sz="1600" b="0" i="0" u="none" strike="noStrike" kern="0" cap="none" spc="108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        </a:t>
            </a:r>
            <a:r>
              <a:rPr kumimoji="0" lang="en-US" altLang="en-US" sz="1600" b="0" i="0" u="none" strike="noStrike" kern="0" cap="none" spc="108" normalizeH="0" baseline="0" noProof="0" dirty="0" smtClean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2210773</a:t>
            </a:r>
            <a:endParaRPr kumimoji="0" lang="en-US" altLang="en-US" sz="1600" b="0" i="0" u="none" strike="noStrike" kern="0" cap="none" spc="108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lvl="0">
              <a:spcBef>
                <a:spcPct val="0"/>
              </a:spcBef>
              <a:defRPr/>
            </a:pPr>
            <a:r>
              <a:rPr lang="en-US" altLang="en-US" sz="1600" spc="108" dirty="0" err="1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Lê</a:t>
            </a:r>
            <a:r>
              <a:rPr lang="en-US" altLang="en-US" sz="1600" spc="108" dirty="0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Minh </a:t>
            </a:r>
            <a:r>
              <a:rPr lang="en-US" altLang="en-US" sz="1600" spc="108" dirty="0" err="1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Đức</a:t>
            </a:r>
            <a:r>
              <a:rPr kumimoji="0" lang="en-US" altLang="en-US" sz="1600" b="0" i="0" u="none" strike="noStrike" kern="0" cap="none" spc="108" normalizeH="0" baseline="0" noProof="0" dirty="0" smtClean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              </a:t>
            </a:r>
            <a:r>
              <a:rPr kumimoji="0" lang="en-US" altLang="en-US" sz="1600" b="0" i="0" u="none" strike="noStrike" kern="0" cap="none" spc="108" normalizeH="0" noProof="0" dirty="0" smtClean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2210789</a:t>
            </a:r>
          </a:p>
          <a:p>
            <a:pPr lvl="0">
              <a:spcBef>
                <a:spcPct val="0"/>
              </a:spcBef>
              <a:defRPr/>
            </a:pPr>
            <a:r>
              <a:rPr lang="en-US" altLang="en-US" sz="1600" spc="108" dirty="0" err="1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Bùi</a:t>
            </a:r>
            <a:r>
              <a:rPr lang="en-US" altLang="en-US" sz="1600" spc="108" dirty="0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Minh </a:t>
            </a:r>
            <a:r>
              <a:rPr lang="en-US" altLang="en-US" sz="1600" spc="108" dirty="0" err="1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Quân</a:t>
            </a:r>
            <a:r>
              <a:rPr lang="en-US" altLang="en-US" sz="1600" spc="108" dirty="0" smtClean="0">
                <a:solidFill>
                  <a:srgbClr val="231F2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           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2212769</a:t>
            </a:r>
            <a:r>
              <a:rPr kumimoji="0" lang="en-US" altLang="en-US" sz="1600" b="0" i="0" u="none" strike="noStrike" kern="0" cap="none" spc="108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	</a:t>
            </a:r>
          </a:p>
        </p:txBody>
      </p:sp>
      <p:sp>
        <p:nvSpPr>
          <p:cNvPr id="20" name="Freeform 20"/>
          <p:cNvSpPr/>
          <p:nvPr/>
        </p:nvSpPr>
        <p:spPr>
          <a:xfrm>
            <a:off x="-1389789" y="3670659"/>
            <a:ext cx="3808279" cy="3907749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18"/>
          <p:cNvSpPr txBox="1"/>
          <p:nvPr/>
        </p:nvSpPr>
        <p:spPr>
          <a:xfrm>
            <a:off x="1143000" y="1665605"/>
            <a:ext cx="1812290" cy="30384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108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subTitle" idx="1"/>
          </p:nvPr>
        </p:nvSpPr>
        <p:spPr>
          <a:xfrm>
            <a:off x="713224" y="1682000"/>
            <a:ext cx="4019761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Newton-Raphson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Bisection(chia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:</a:t>
            </a:r>
          </a:p>
          <a:p>
            <a:pPr marL="0" lv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vi-V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Bisection</a:t>
            </a: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toàn, nhưng chậm</a:t>
            </a:r>
            <a:r>
              <a:rPr lang="vi-V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vi-V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Newton-Raphson</a:t>
            </a: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nhanh, nhưng dễ sai nếu đạo hàm gần 0 hoặc chọn sai điểm</a:t>
            </a:r>
            <a:r>
              <a:rPr lang="vi-V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tận dụng ưu điểm của cả hai:Nếu Newton-Raphson tốt → dùng nó.Nếu không ổn định → quay về Bisection để đảm bảo kết quả.</a:t>
            </a:r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713225" y="445024"/>
            <a:ext cx="5079483" cy="7462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Phương pháp thực hiện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3" name="Google Shape;5198;p47">
            <a:extLst>
              <a:ext uri="{FF2B5EF4-FFF2-40B4-BE49-F238E27FC236}">
                <a16:creationId xmlns:a16="http://schemas.microsoft.com/office/drawing/2014/main" id="{CB8C7FE3-1406-9CD9-CB10-649B5C58421D}"/>
              </a:ext>
            </a:extLst>
          </p:cNvPr>
          <p:cNvGrpSpPr/>
          <p:nvPr/>
        </p:nvGrpSpPr>
        <p:grpSpPr>
          <a:xfrm>
            <a:off x="5586521" y="314875"/>
            <a:ext cx="3503100" cy="4383600"/>
            <a:chOff x="5309625" y="391075"/>
            <a:chExt cx="3503100" cy="4383600"/>
          </a:xfrm>
        </p:grpSpPr>
        <p:grpSp>
          <p:nvGrpSpPr>
            <p:cNvPr id="1294" name="Google Shape;5199;p47">
              <a:extLst>
                <a:ext uri="{FF2B5EF4-FFF2-40B4-BE49-F238E27FC236}">
                  <a16:creationId xmlns:a16="http://schemas.microsoft.com/office/drawing/2014/main" id="{A9854867-5BB9-F07D-CC18-5980136BB744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1846" name="Google Shape;5200;p47">
                <a:extLst>
                  <a:ext uri="{FF2B5EF4-FFF2-40B4-BE49-F238E27FC236}">
                    <a16:creationId xmlns:a16="http://schemas.microsoft.com/office/drawing/2014/main" id="{9A54CE76-5B49-899C-BDD4-A1B607240F49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rgbClr val="CDCDCD"/>
              </a:solidFill>
              <a:ln w="9525" cap="flat" cmpd="sng">
                <a:solidFill>
                  <a:srgbClr val="282A2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847" name="Google Shape;5201;p47">
                <a:extLst>
                  <a:ext uri="{FF2B5EF4-FFF2-40B4-BE49-F238E27FC236}">
                    <a16:creationId xmlns:a16="http://schemas.microsoft.com/office/drawing/2014/main" id="{DD9D902D-2F01-28BC-B573-3A5C76E74D0A}"/>
                  </a:ext>
                </a:extLst>
              </p:cNvPr>
              <p:cNvGrpSpPr/>
              <p:nvPr/>
            </p:nvGrpSpPr>
            <p:grpSpPr>
              <a:xfrm rot="10800000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1848" name="Google Shape;5202;p47">
                  <a:extLst>
                    <a:ext uri="{FF2B5EF4-FFF2-40B4-BE49-F238E27FC236}">
                      <a16:creationId xmlns:a16="http://schemas.microsoft.com/office/drawing/2014/main" id="{1B4CFDE9-BB3E-E31F-3E4E-984C3A9BE549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Google Shape;5203;p47">
                  <a:extLst>
                    <a:ext uri="{FF2B5EF4-FFF2-40B4-BE49-F238E27FC236}">
                      <a16:creationId xmlns:a16="http://schemas.microsoft.com/office/drawing/2014/main" id="{5AE00D49-D82E-03A9-3395-A3D08D30B91D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0" name="Google Shape;5204;p47">
                  <a:extLst>
                    <a:ext uri="{FF2B5EF4-FFF2-40B4-BE49-F238E27FC236}">
                      <a16:creationId xmlns:a16="http://schemas.microsoft.com/office/drawing/2014/main" id="{D3FA28F6-B3E1-050C-19E4-90FE849C5CFD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1" name="Google Shape;5205;p47">
                  <a:extLst>
                    <a:ext uri="{FF2B5EF4-FFF2-40B4-BE49-F238E27FC236}">
                      <a16:creationId xmlns:a16="http://schemas.microsoft.com/office/drawing/2014/main" id="{2E09D5B0-7E90-6705-8CF6-161C6E727A09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2" name="Google Shape;5206;p47">
                  <a:extLst>
                    <a:ext uri="{FF2B5EF4-FFF2-40B4-BE49-F238E27FC236}">
                      <a16:creationId xmlns:a16="http://schemas.microsoft.com/office/drawing/2014/main" id="{AAC276E2-8613-A4BA-4CC4-49DE9D3F4FB2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3" name="Google Shape;5207;p47">
                  <a:extLst>
                    <a:ext uri="{FF2B5EF4-FFF2-40B4-BE49-F238E27FC236}">
                      <a16:creationId xmlns:a16="http://schemas.microsoft.com/office/drawing/2014/main" id="{828328FD-DF62-AF49-35D0-8E700F2B4EE0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4" name="Google Shape;5208;p47">
                  <a:extLst>
                    <a:ext uri="{FF2B5EF4-FFF2-40B4-BE49-F238E27FC236}">
                      <a16:creationId xmlns:a16="http://schemas.microsoft.com/office/drawing/2014/main" id="{2FD1F294-0493-3855-0486-5AC2B12E5322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5" name="Google Shape;5209;p47">
                  <a:extLst>
                    <a:ext uri="{FF2B5EF4-FFF2-40B4-BE49-F238E27FC236}">
                      <a16:creationId xmlns:a16="http://schemas.microsoft.com/office/drawing/2014/main" id="{50FF3E73-E9C5-F35C-7811-4DF3E617ADD6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6" name="Google Shape;5210;p47">
                  <a:extLst>
                    <a:ext uri="{FF2B5EF4-FFF2-40B4-BE49-F238E27FC236}">
                      <a16:creationId xmlns:a16="http://schemas.microsoft.com/office/drawing/2014/main" id="{89DF4C7D-7036-2667-7D3A-B6DEB41A6E70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7" name="Google Shape;5211;p47">
                  <a:extLst>
                    <a:ext uri="{FF2B5EF4-FFF2-40B4-BE49-F238E27FC236}">
                      <a16:creationId xmlns:a16="http://schemas.microsoft.com/office/drawing/2014/main" id="{17C60E07-3FCB-A2FF-2177-BB2E1EFE1AEF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8" name="Google Shape;5212;p47">
                  <a:extLst>
                    <a:ext uri="{FF2B5EF4-FFF2-40B4-BE49-F238E27FC236}">
                      <a16:creationId xmlns:a16="http://schemas.microsoft.com/office/drawing/2014/main" id="{2E5CAC22-6EF5-5697-E22C-5C33E0A03A1C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9" name="Google Shape;5213;p47">
                  <a:extLst>
                    <a:ext uri="{FF2B5EF4-FFF2-40B4-BE49-F238E27FC236}">
                      <a16:creationId xmlns:a16="http://schemas.microsoft.com/office/drawing/2014/main" id="{1AB22505-1ED4-4D66-134C-104094F4ED5F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0" name="Google Shape;5214;p47">
                  <a:extLst>
                    <a:ext uri="{FF2B5EF4-FFF2-40B4-BE49-F238E27FC236}">
                      <a16:creationId xmlns:a16="http://schemas.microsoft.com/office/drawing/2014/main" id="{01BC6BCC-4805-AF2B-BE2A-C263225F280A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1" name="Google Shape;5215;p47">
                  <a:extLst>
                    <a:ext uri="{FF2B5EF4-FFF2-40B4-BE49-F238E27FC236}">
                      <a16:creationId xmlns:a16="http://schemas.microsoft.com/office/drawing/2014/main" id="{6A423FF6-DE27-9E78-DEA6-1A86B37DC583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2" name="Google Shape;5216;p47">
                  <a:extLst>
                    <a:ext uri="{FF2B5EF4-FFF2-40B4-BE49-F238E27FC236}">
                      <a16:creationId xmlns:a16="http://schemas.microsoft.com/office/drawing/2014/main" id="{3A7E3F8D-DD04-DE11-CD7A-21237939B176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3" name="Google Shape;5217;p47">
                  <a:extLst>
                    <a:ext uri="{FF2B5EF4-FFF2-40B4-BE49-F238E27FC236}">
                      <a16:creationId xmlns:a16="http://schemas.microsoft.com/office/drawing/2014/main" id="{05F10251-CC50-8A4F-6D5B-D7BF1B52BAFC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4" name="Google Shape;5218;p47">
                  <a:extLst>
                    <a:ext uri="{FF2B5EF4-FFF2-40B4-BE49-F238E27FC236}">
                      <a16:creationId xmlns:a16="http://schemas.microsoft.com/office/drawing/2014/main" id="{FA89B96B-7349-44D0-71F4-3BCE6746CD12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5" name="Google Shape;5219;p47">
                  <a:extLst>
                    <a:ext uri="{FF2B5EF4-FFF2-40B4-BE49-F238E27FC236}">
                      <a16:creationId xmlns:a16="http://schemas.microsoft.com/office/drawing/2014/main" id="{7A8D8FE7-819A-74E1-3CDA-475F86768909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6" name="Google Shape;5220;p47">
                  <a:extLst>
                    <a:ext uri="{FF2B5EF4-FFF2-40B4-BE49-F238E27FC236}">
                      <a16:creationId xmlns:a16="http://schemas.microsoft.com/office/drawing/2014/main" id="{9CE0005F-A4A7-B42F-BF66-5A7ECC616F61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7" name="Google Shape;5221;p47">
                  <a:extLst>
                    <a:ext uri="{FF2B5EF4-FFF2-40B4-BE49-F238E27FC236}">
                      <a16:creationId xmlns:a16="http://schemas.microsoft.com/office/drawing/2014/main" id="{09571B1C-B9A2-E257-8DC4-9E72F2858065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8" name="Google Shape;5222;p47">
                  <a:extLst>
                    <a:ext uri="{FF2B5EF4-FFF2-40B4-BE49-F238E27FC236}">
                      <a16:creationId xmlns:a16="http://schemas.microsoft.com/office/drawing/2014/main" id="{0F2653AE-1D9C-31CA-EA0E-757001AEF23A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9" name="Google Shape;5223;p47">
                  <a:extLst>
                    <a:ext uri="{FF2B5EF4-FFF2-40B4-BE49-F238E27FC236}">
                      <a16:creationId xmlns:a16="http://schemas.microsoft.com/office/drawing/2014/main" id="{CA6A3011-9041-D2BE-A790-D6EC92C7B097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0" name="Google Shape;5224;p47">
                  <a:extLst>
                    <a:ext uri="{FF2B5EF4-FFF2-40B4-BE49-F238E27FC236}">
                      <a16:creationId xmlns:a16="http://schemas.microsoft.com/office/drawing/2014/main" id="{F08CB0BD-CABB-7F5C-CAD3-FF7F3F2A4477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1" name="Google Shape;5225;p47">
                  <a:extLst>
                    <a:ext uri="{FF2B5EF4-FFF2-40B4-BE49-F238E27FC236}">
                      <a16:creationId xmlns:a16="http://schemas.microsoft.com/office/drawing/2014/main" id="{F5BAF577-9445-D1FB-1F3E-D7C09D0BC4E8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2" name="Google Shape;5226;p47">
                  <a:extLst>
                    <a:ext uri="{FF2B5EF4-FFF2-40B4-BE49-F238E27FC236}">
                      <a16:creationId xmlns:a16="http://schemas.microsoft.com/office/drawing/2014/main" id="{28562DA9-24B4-9581-8F56-CD8B2336BBF1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3" name="Google Shape;5227;p47">
                  <a:extLst>
                    <a:ext uri="{FF2B5EF4-FFF2-40B4-BE49-F238E27FC236}">
                      <a16:creationId xmlns:a16="http://schemas.microsoft.com/office/drawing/2014/main" id="{21D89588-B8D0-8F1A-374E-A48500F0ACD1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4" name="Google Shape;5228;p47">
                  <a:extLst>
                    <a:ext uri="{FF2B5EF4-FFF2-40B4-BE49-F238E27FC236}">
                      <a16:creationId xmlns:a16="http://schemas.microsoft.com/office/drawing/2014/main" id="{59DD1CE2-7509-94C8-4BCE-DD9B761C83C0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5" name="Google Shape;5229;p47">
                  <a:extLst>
                    <a:ext uri="{FF2B5EF4-FFF2-40B4-BE49-F238E27FC236}">
                      <a16:creationId xmlns:a16="http://schemas.microsoft.com/office/drawing/2014/main" id="{A50CFC1F-D9AC-A4E4-60D8-33346349F103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6" name="Google Shape;5230;p47">
                  <a:extLst>
                    <a:ext uri="{FF2B5EF4-FFF2-40B4-BE49-F238E27FC236}">
                      <a16:creationId xmlns:a16="http://schemas.microsoft.com/office/drawing/2014/main" id="{B6BC9707-C172-AF28-681D-1745167E2948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7" name="Google Shape;5231;p47">
                  <a:extLst>
                    <a:ext uri="{FF2B5EF4-FFF2-40B4-BE49-F238E27FC236}">
                      <a16:creationId xmlns:a16="http://schemas.microsoft.com/office/drawing/2014/main" id="{F36B9EB6-CCE7-5895-3FD6-709C5D3DE67A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8" name="Google Shape;5232;p47">
                  <a:extLst>
                    <a:ext uri="{FF2B5EF4-FFF2-40B4-BE49-F238E27FC236}">
                      <a16:creationId xmlns:a16="http://schemas.microsoft.com/office/drawing/2014/main" id="{5ACD1A92-564D-C39D-BFC5-5E2CE6F8F0CA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9" name="Google Shape;5233;p47">
                  <a:extLst>
                    <a:ext uri="{FF2B5EF4-FFF2-40B4-BE49-F238E27FC236}">
                      <a16:creationId xmlns:a16="http://schemas.microsoft.com/office/drawing/2014/main" id="{736A428C-D780-88E2-1143-D10C7B3AC845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0" name="Google Shape;5234;p47">
                  <a:extLst>
                    <a:ext uri="{FF2B5EF4-FFF2-40B4-BE49-F238E27FC236}">
                      <a16:creationId xmlns:a16="http://schemas.microsoft.com/office/drawing/2014/main" id="{DE684A39-4A31-1EEE-29F2-E37B470C2CD9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1" name="Google Shape;5235;p47">
                  <a:extLst>
                    <a:ext uri="{FF2B5EF4-FFF2-40B4-BE49-F238E27FC236}">
                      <a16:creationId xmlns:a16="http://schemas.microsoft.com/office/drawing/2014/main" id="{794366B5-C7CC-81A5-C5B6-00434CBE3EC2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2" name="Google Shape;5236;p47">
                  <a:extLst>
                    <a:ext uri="{FF2B5EF4-FFF2-40B4-BE49-F238E27FC236}">
                      <a16:creationId xmlns:a16="http://schemas.microsoft.com/office/drawing/2014/main" id="{8A79416C-2136-F0AA-44D6-28C82CD0DAA1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3" name="Google Shape;5237;p47">
                  <a:extLst>
                    <a:ext uri="{FF2B5EF4-FFF2-40B4-BE49-F238E27FC236}">
                      <a16:creationId xmlns:a16="http://schemas.microsoft.com/office/drawing/2014/main" id="{91D60D2F-3C0D-AFD7-E5AE-A00DE1E1279C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4" name="Google Shape;5238;p47">
                  <a:extLst>
                    <a:ext uri="{FF2B5EF4-FFF2-40B4-BE49-F238E27FC236}">
                      <a16:creationId xmlns:a16="http://schemas.microsoft.com/office/drawing/2014/main" id="{8CF6AF29-3A0A-4CD6-ECE2-C52244D787E7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5" name="Google Shape;5239;p47">
                  <a:extLst>
                    <a:ext uri="{FF2B5EF4-FFF2-40B4-BE49-F238E27FC236}">
                      <a16:creationId xmlns:a16="http://schemas.microsoft.com/office/drawing/2014/main" id="{FC2D55D2-A296-5448-D7BE-99AFD954A1D5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6" name="Google Shape;5240;p47">
                  <a:extLst>
                    <a:ext uri="{FF2B5EF4-FFF2-40B4-BE49-F238E27FC236}">
                      <a16:creationId xmlns:a16="http://schemas.microsoft.com/office/drawing/2014/main" id="{F04B015C-CF24-EFB4-B42C-FB3BFC5DC934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7" name="Google Shape;5241;p47">
                  <a:extLst>
                    <a:ext uri="{FF2B5EF4-FFF2-40B4-BE49-F238E27FC236}">
                      <a16:creationId xmlns:a16="http://schemas.microsoft.com/office/drawing/2014/main" id="{5C213E8C-5DAE-6BDC-1602-1E3F6A8B07C4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8" name="Google Shape;5242;p47">
                  <a:extLst>
                    <a:ext uri="{FF2B5EF4-FFF2-40B4-BE49-F238E27FC236}">
                      <a16:creationId xmlns:a16="http://schemas.microsoft.com/office/drawing/2014/main" id="{E4188B4D-A7C1-7870-CDF8-02392EF993F7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9" name="Google Shape;5243;p47">
                  <a:extLst>
                    <a:ext uri="{FF2B5EF4-FFF2-40B4-BE49-F238E27FC236}">
                      <a16:creationId xmlns:a16="http://schemas.microsoft.com/office/drawing/2014/main" id="{0B7931E2-A331-217C-2519-66E37F9CDBBD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0" name="Google Shape;5244;p47">
                  <a:extLst>
                    <a:ext uri="{FF2B5EF4-FFF2-40B4-BE49-F238E27FC236}">
                      <a16:creationId xmlns:a16="http://schemas.microsoft.com/office/drawing/2014/main" id="{2C4AD6C6-1FA6-577A-E339-EFD3752FC890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1" name="Google Shape;5245;p47">
                  <a:extLst>
                    <a:ext uri="{FF2B5EF4-FFF2-40B4-BE49-F238E27FC236}">
                      <a16:creationId xmlns:a16="http://schemas.microsoft.com/office/drawing/2014/main" id="{4A29B098-4A40-05F3-D1A8-BD3C695F0F0B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2" name="Google Shape;5246;p47">
                  <a:extLst>
                    <a:ext uri="{FF2B5EF4-FFF2-40B4-BE49-F238E27FC236}">
                      <a16:creationId xmlns:a16="http://schemas.microsoft.com/office/drawing/2014/main" id="{5D4CE34F-8E12-6DDA-06DB-0EE327ABCAF2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3" name="Google Shape;5247;p47">
                  <a:extLst>
                    <a:ext uri="{FF2B5EF4-FFF2-40B4-BE49-F238E27FC236}">
                      <a16:creationId xmlns:a16="http://schemas.microsoft.com/office/drawing/2014/main" id="{43E3C8A4-A743-1198-0403-3EB6EE661B3F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4" name="Google Shape;5248;p47">
                  <a:extLst>
                    <a:ext uri="{FF2B5EF4-FFF2-40B4-BE49-F238E27FC236}">
                      <a16:creationId xmlns:a16="http://schemas.microsoft.com/office/drawing/2014/main" id="{A7082631-9298-53B3-EE16-4A2666A2F43A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5" name="Google Shape;5249;p47">
                  <a:extLst>
                    <a:ext uri="{FF2B5EF4-FFF2-40B4-BE49-F238E27FC236}">
                      <a16:creationId xmlns:a16="http://schemas.microsoft.com/office/drawing/2014/main" id="{291808A3-F0B8-D1E4-D9DB-93F0C896BC98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6" name="Google Shape;5250;p47">
                  <a:extLst>
                    <a:ext uri="{FF2B5EF4-FFF2-40B4-BE49-F238E27FC236}">
                      <a16:creationId xmlns:a16="http://schemas.microsoft.com/office/drawing/2014/main" id="{7BD7BA21-DD99-5EB2-87BD-59EDBD83F559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7" name="Google Shape;5251;p47">
                  <a:extLst>
                    <a:ext uri="{FF2B5EF4-FFF2-40B4-BE49-F238E27FC236}">
                      <a16:creationId xmlns:a16="http://schemas.microsoft.com/office/drawing/2014/main" id="{D5670BFF-EBDC-67AF-CB11-0A5CD216AE08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8" name="Google Shape;5252;p47">
                  <a:extLst>
                    <a:ext uri="{FF2B5EF4-FFF2-40B4-BE49-F238E27FC236}">
                      <a16:creationId xmlns:a16="http://schemas.microsoft.com/office/drawing/2014/main" id="{EC224B21-ABC6-4422-A1A2-E9B43036449B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9" name="Google Shape;5253;p47">
                  <a:extLst>
                    <a:ext uri="{FF2B5EF4-FFF2-40B4-BE49-F238E27FC236}">
                      <a16:creationId xmlns:a16="http://schemas.microsoft.com/office/drawing/2014/main" id="{BEEEBFA8-3717-98AF-3558-811F4F37A642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0" name="Google Shape;5254;p47">
                  <a:extLst>
                    <a:ext uri="{FF2B5EF4-FFF2-40B4-BE49-F238E27FC236}">
                      <a16:creationId xmlns:a16="http://schemas.microsoft.com/office/drawing/2014/main" id="{9FFB6B9D-FFA9-75DC-C92C-C6E6355EC16F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1" name="Google Shape;5255;p47">
                  <a:extLst>
                    <a:ext uri="{FF2B5EF4-FFF2-40B4-BE49-F238E27FC236}">
                      <a16:creationId xmlns:a16="http://schemas.microsoft.com/office/drawing/2014/main" id="{CCCB3101-7C42-6D0B-B055-04DA84442AB2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2" name="Google Shape;5256;p47">
                  <a:extLst>
                    <a:ext uri="{FF2B5EF4-FFF2-40B4-BE49-F238E27FC236}">
                      <a16:creationId xmlns:a16="http://schemas.microsoft.com/office/drawing/2014/main" id="{EC1AFA88-A9A8-20E4-84D0-2E0C8D0B81AE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3" name="Google Shape;5257;p47">
                  <a:extLst>
                    <a:ext uri="{FF2B5EF4-FFF2-40B4-BE49-F238E27FC236}">
                      <a16:creationId xmlns:a16="http://schemas.microsoft.com/office/drawing/2014/main" id="{6F6319CF-8CA4-4B45-FEBA-387600BAFFAB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4" name="Google Shape;5258;p47">
                  <a:extLst>
                    <a:ext uri="{FF2B5EF4-FFF2-40B4-BE49-F238E27FC236}">
                      <a16:creationId xmlns:a16="http://schemas.microsoft.com/office/drawing/2014/main" id="{86A4D629-3A42-BE4F-3D06-62371038A51A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5" name="Google Shape;5259;p47">
                  <a:extLst>
                    <a:ext uri="{FF2B5EF4-FFF2-40B4-BE49-F238E27FC236}">
                      <a16:creationId xmlns:a16="http://schemas.microsoft.com/office/drawing/2014/main" id="{78247DA3-1225-F950-9074-57C0922AE819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6" name="Google Shape;5260;p47">
                  <a:extLst>
                    <a:ext uri="{FF2B5EF4-FFF2-40B4-BE49-F238E27FC236}">
                      <a16:creationId xmlns:a16="http://schemas.microsoft.com/office/drawing/2014/main" id="{AEFFAE5D-4110-F6A4-2439-2CDA3822BE06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7" name="Google Shape;5261;p47">
                  <a:extLst>
                    <a:ext uri="{FF2B5EF4-FFF2-40B4-BE49-F238E27FC236}">
                      <a16:creationId xmlns:a16="http://schemas.microsoft.com/office/drawing/2014/main" id="{6E0A8E7B-D371-D44D-259A-A58E0E3B74BF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8" name="Google Shape;5262;p47">
                  <a:extLst>
                    <a:ext uri="{FF2B5EF4-FFF2-40B4-BE49-F238E27FC236}">
                      <a16:creationId xmlns:a16="http://schemas.microsoft.com/office/drawing/2014/main" id="{ED60B72E-60BE-E876-6130-F58A0DAFF126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9" name="Google Shape;5263;p47">
                  <a:extLst>
                    <a:ext uri="{FF2B5EF4-FFF2-40B4-BE49-F238E27FC236}">
                      <a16:creationId xmlns:a16="http://schemas.microsoft.com/office/drawing/2014/main" id="{F6A5FF2B-A441-D417-9ED4-F16FD09D5ED8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0" name="Google Shape;5264;p47">
                  <a:extLst>
                    <a:ext uri="{FF2B5EF4-FFF2-40B4-BE49-F238E27FC236}">
                      <a16:creationId xmlns:a16="http://schemas.microsoft.com/office/drawing/2014/main" id="{0B22BC7D-A16D-F8E1-56AF-C75D7B7CEEF0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1" name="Google Shape;5265;p47">
                  <a:extLst>
                    <a:ext uri="{FF2B5EF4-FFF2-40B4-BE49-F238E27FC236}">
                      <a16:creationId xmlns:a16="http://schemas.microsoft.com/office/drawing/2014/main" id="{ED8274A7-FE7C-04BE-7A95-7BA0073696CC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2" name="Google Shape;5266;p47">
                  <a:extLst>
                    <a:ext uri="{FF2B5EF4-FFF2-40B4-BE49-F238E27FC236}">
                      <a16:creationId xmlns:a16="http://schemas.microsoft.com/office/drawing/2014/main" id="{507836ED-B426-455D-DE92-0CF8D934B6C0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3" name="Google Shape;5267;p47">
                  <a:extLst>
                    <a:ext uri="{FF2B5EF4-FFF2-40B4-BE49-F238E27FC236}">
                      <a16:creationId xmlns:a16="http://schemas.microsoft.com/office/drawing/2014/main" id="{3E2D8A6E-FD72-1990-C7FE-F7A7199F8CE2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4" name="Google Shape;5268;p47">
                  <a:extLst>
                    <a:ext uri="{FF2B5EF4-FFF2-40B4-BE49-F238E27FC236}">
                      <a16:creationId xmlns:a16="http://schemas.microsoft.com/office/drawing/2014/main" id="{521A3024-87AC-4C2A-333E-E130AF4AE995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5" name="Google Shape;5269;p47">
                  <a:extLst>
                    <a:ext uri="{FF2B5EF4-FFF2-40B4-BE49-F238E27FC236}">
                      <a16:creationId xmlns:a16="http://schemas.microsoft.com/office/drawing/2014/main" id="{B97A34E8-EEFA-FE0C-E730-E2DC7F04B561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6" name="Google Shape;5270;p47">
                  <a:extLst>
                    <a:ext uri="{FF2B5EF4-FFF2-40B4-BE49-F238E27FC236}">
                      <a16:creationId xmlns:a16="http://schemas.microsoft.com/office/drawing/2014/main" id="{83F4C8E2-D1B2-F5EA-A7CE-9CFA996604AF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7" name="Google Shape;5271;p47">
                  <a:extLst>
                    <a:ext uri="{FF2B5EF4-FFF2-40B4-BE49-F238E27FC236}">
                      <a16:creationId xmlns:a16="http://schemas.microsoft.com/office/drawing/2014/main" id="{D942E00E-1E6A-140C-9BFB-1FFD3CE95F1A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8" name="Google Shape;5272;p47">
                  <a:extLst>
                    <a:ext uri="{FF2B5EF4-FFF2-40B4-BE49-F238E27FC236}">
                      <a16:creationId xmlns:a16="http://schemas.microsoft.com/office/drawing/2014/main" id="{028DEB6B-F758-DF07-0EF8-B0814F2705C9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9" name="Google Shape;5273;p47">
                  <a:extLst>
                    <a:ext uri="{FF2B5EF4-FFF2-40B4-BE49-F238E27FC236}">
                      <a16:creationId xmlns:a16="http://schemas.microsoft.com/office/drawing/2014/main" id="{B044EF62-B9C2-3516-D603-A51E9EA38C1A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0" name="Google Shape;5274;p47">
                  <a:extLst>
                    <a:ext uri="{FF2B5EF4-FFF2-40B4-BE49-F238E27FC236}">
                      <a16:creationId xmlns:a16="http://schemas.microsoft.com/office/drawing/2014/main" id="{C46D41AD-F51F-EEDE-9E36-F57862A3C825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1" name="Google Shape;5275;p47">
                  <a:extLst>
                    <a:ext uri="{FF2B5EF4-FFF2-40B4-BE49-F238E27FC236}">
                      <a16:creationId xmlns:a16="http://schemas.microsoft.com/office/drawing/2014/main" id="{1D0DCF50-8FBE-8BB1-B858-43A6A08B166D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2" name="Google Shape;5276;p47">
                  <a:extLst>
                    <a:ext uri="{FF2B5EF4-FFF2-40B4-BE49-F238E27FC236}">
                      <a16:creationId xmlns:a16="http://schemas.microsoft.com/office/drawing/2014/main" id="{209B95E9-742D-3241-930E-7642E789EB1C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3" name="Google Shape;5277;p47">
                  <a:extLst>
                    <a:ext uri="{FF2B5EF4-FFF2-40B4-BE49-F238E27FC236}">
                      <a16:creationId xmlns:a16="http://schemas.microsoft.com/office/drawing/2014/main" id="{1AF9FA5D-45A7-68FA-D3DF-3B234944B7D1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4" name="Google Shape;5278;p47">
                  <a:extLst>
                    <a:ext uri="{FF2B5EF4-FFF2-40B4-BE49-F238E27FC236}">
                      <a16:creationId xmlns:a16="http://schemas.microsoft.com/office/drawing/2014/main" id="{70F76DF1-EF9B-486E-8EEC-623F338520C2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5" name="Google Shape;5279;p47">
                  <a:extLst>
                    <a:ext uri="{FF2B5EF4-FFF2-40B4-BE49-F238E27FC236}">
                      <a16:creationId xmlns:a16="http://schemas.microsoft.com/office/drawing/2014/main" id="{C15DB996-2080-7CAB-64E7-0E66956BC7FD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6" name="Google Shape;5280;p47">
                  <a:extLst>
                    <a:ext uri="{FF2B5EF4-FFF2-40B4-BE49-F238E27FC236}">
                      <a16:creationId xmlns:a16="http://schemas.microsoft.com/office/drawing/2014/main" id="{FE2777F0-AACC-E1A8-A9EB-B63AFA162FDC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7" name="Google Shape;5281;p47">
                  <a:extLst>
                    <a:ext uri="{FF2B5EF4-FFF2-40B4-BE49-F238E27FC236}">
                      <a16:creationId xmlns:a16="http://schemas.microsoft.com/office/drawing/2014/main" id="{EE500821-ADC1-38B5-F0E0-7B9306EC00E7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8" name="Google Shape;5282;p47">
                  <a:extLst>
                    <a:ext uri="{FF2B5EF4-FFF2-40B4-BE49-F238E27FC236}">
                      <a16:creationId xmlns:a16="http://schemas.microsoft.com/office/drawing/2014/main" id="{D209EFA7-C953-E7B3-DA66-5B38D318A788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9" name="Google Shape;5283;p47">
                  <a:extLst>
                    <a:ext uri="{FF2B5EF4-FFF2-40B4-BE49-F238E27FC236}">
                      <a16:creationId xmlns:a16="http://schemas.microsoft.com/office/drawing/2014/main" id="{49C55358-B67C-6B61-589F-D9996BDD6F88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0" name="Google Shape;5284;p47">
                  <a:extLst>
                    <a:ext uri="{FF2B5EF4-FFF2-40B4-BE49-F238E27FC236}">
                      <a16:creationId xmlns:a16="http://schemas.microsoft.com/office/drawing/2014/main" id="{717E468B-3FDB-DF2C-8886-D548D56A1DEA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1" name="Google Shape;5285;p47">
                  <a:extLst>
                    <a:ext uri="{FF2B5EF4-FFF2-40B4-BE49-F238E27FC236}">
                      <a16:creationId xmlns:a16="http://schemas.microsoft.com/office/drawing/2014/main" id="{D5D7431F-FBBD-3E27-F39B-49D79BBB1703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2" name="Google Shape;5286;p47">
                  <a:extLst>
                    <a:ext uri="{FF2B5EF4-FFF2-40B4-BE49-F238E27FC236}">
                      <a16:creationId xmlns:a16="http://schemas.microsoft.com/office/drawing/2014/main" id="{F07F500F-AC75-37F2-CA6D-222DA29DFA7B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3" name="Google Shape;5287;p47">
                  <a:extLst>
                    <a:ext uri="{FF2B5EF4-FFF2-40B4-BE49-F238E27FC236}">
                      <a16:creationId xmlns:a16="http://schemas.microsoft.com/office/drawing/2014/main" id="{E43D31F2-274A-88EF-FAE4-92E82CE93AE1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4" name="Google Shape;5288;p47">
                  <a:extLst>
                    <a:ext uri="{FF2B5EF4-FFF2-40B4-BE49-F238E27FC236}">
                      <a16:creationId xmlns:a16="http://schemas.microsoft.com/office/drawing/2014/main" id="{94B0923F-E432-8AB3-6E86-B1F50F57BC9C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5" name="Google Shape;5289;p47">
                  <a:extLst>
                    <a:ext uri="{FF2B5EF4-FFF2-40B4-BE49-F238E27FC236}">
                      <a16:creationId xmlns:a16="http://schemas.microsoft.com/office/drawing/2014/main" id="{1F5AD818-4C15-8BEF-A5E2-9F1C1BA41DE0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6" name="Google Shape;5290;p47">
                  <a:extLst>
                    <a:ext uri="{FF2B5EF4-FFF2-40B4-BE49-F238E27FC236}">
                      <a16:creationId xmlns:a16="http://schemas.microsoft.com/office/drawing/2014/main" id="{A91C8C76-9F12-DA51-70A3-7F5D396C9BF4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7" name="Google Shape;5291;p47">
                  <a:extLst>
                    <a:ext uri="{FF2B5EF4-FFF2-40B4-BE49-F238E27FC236}">
                      <a16:creationId xmlns:a16="http://schemas.microsoft.com/office/drawing/2014/main" id="{BAA89F9D-76D2-409A-516E-4A226E2032F5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8" name="Google Shape;5292;p47">
                  <a:extLst>
                    <a:ext uri="{FF2B5EF4-FFF2-40B4-BE49-F238E27FC236}">
                      <a16:creationId xmlns:a16="http://schemas.microsoft.com/office/drawing/2014/main" id="{38AF2E1C-20DB-DAF0-F55A-65D57CAFD655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9" name="Google Shape;5293;p47">
                  <a:extLst>
                    <a:ext uri="{FF2B5EF4-FFF2-40B4-BE49-F238E27FC236}">
                      <a16:creationId xmlns:a16="http://schemas.microsoft.com/office/drawing/2014/main" id="{51169C0B-BBC9-9842-0E3B-740CB44615C3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0" name="Google Shape;5294;p47">
                  <a:extLst>
                    <a:ext uri="{FF2B5EF4-FFF2-40B4-BE49-F238E27FC236}">
                      <a16:creationId xmlns:a16="http://schemas.microsoft.com/office/drawing/2014/main" id="{DAA7CF1F-CD3D-DD88-D4F1-7D4D3E8FFA87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1" name="Google Shape;5295;p47">
                  <a:extLst>
                    <a:ext uri="{FF2B5EF4-FFF2-40B4-BE49-F238E27FC236}">
                      <a16:creationId xmlns:a16="http://schemas.microsoft.com/office/drawing/2014/main" id="{C0FF777B-30C7-48A9-54E2-903F33ECBEA9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2" name="Google Shape;5296;p47">
                  <a:extLst>
                    <a:ext uri="{FF2B5EF4-FFF2-40B4-BE49-F238E27FC236}">
                      <a16:creationId xmlns:a16="http://schemas.microsoft.com/office/drawing/2014/main" id="{E2A9435B-2B3A-5F3B-E109-82CDF61E2F70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3" name="Google Shape;5297;p47">
                  <a:extLst>
                    <a:ext uri="{FF2B5EF4-FFF2-40B4-BE49-F238E27FC236}">
                      <a16:creationId xmlns:a16="http://schemas.microsoft.com/office/drawing/2014/main" id="{3B5501D5-0971-CFDB-D7DC-1FC1540FC827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4" name="Google Shape;5298;p47">
                  <a:extLst>
                    <a:ext uri="{FF2B5EF4-FFF2-40B4-BE49-F238E27FC236}">
                      <a16:creationId xmlns:a16="http://schemas.microsoft.com/office/drawing/2014/main" id="{AE28F0A8-7A87-8269-39A7-03A28205D169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5" name="Google Shape;5299;p47">
                  <a:extLst>
                    <a:ext uri="{FF2B5EF4-FFF2-40B4-BE49-F238E27FC236}">
                      <a16:creationId xmlns:a16="http://schemas.microsoft.com/office/drawing/2014/main" id="{8853500F-AEB8-D7F5-5EF0-FA1FC00EF2E9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6" name="Google Shape;5300;p47">
                  <a:extLst>
                    <a:ext uri="{FF2B5EF4-FFF2-40B4-BE49-F238E27FC236}">
                      <a16:creationId xmlns:a16="http://schemas.microsoft.com/office/drawing/2014/main" id="{93AC075F-D6B9-C174-A0D3-CFF6F9D2A130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7" name="Google Shape;5301;p47">
                  <a:extLst>
                    <a:ext uri="{FF2B5EF4-FFF2-40B4-BE49-F238E27FC236}">
                      <a16:creationId xmlns:a16="http://schemas.microsoft.com/office/drawing/2014/main" id="{77316EA6-09D0-7BDF-8452-B2DE7796CE00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8" name="Google Shape;5302;p47">
                  <a:extLst>
                    <a:ext uri="{FF2B5EF4-FFF2-40B4-BE49-F238E27FC236}">
                      <a16:creationId xmlns:a16="http://schemas.microsoft.com/office/drawing/2014/main" id="{09191B8F-609E-5337-D451-520FD3C4FD21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9" name="Google Shape;5303;p47">
                  <a:extLst>
                    <a:ext uri="{FF2B5EF4-FFF2-40B4-BE49-F238E27FC236}">
                      <a16:creationId xmlns:a16="http://schemas.microsoft.com/office/drawing/2014/main" id="{9CBF9CAD-F3D2-08BC-A7A9-FB8A74403DB8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0" name="Google Shape;5304;p47">
                  <a:extLst>
                    <a:ext uri="{FF2B5EF4-FFF2-40B4-BE49-F238E27FC236}">
                      <a16:creationId xmlns:a16="http://schemas.microsoft.com/office/drawing/2014/main" id="{D388859D-B62E-22AB-6E4E-023A2BC17B37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1" name="Google Shape;5305;p47">
                  <a:extLst>
                    <a:ext uri="{FF2B5EF4-FFF2-40B4-BE49-F238E27FC236}">
                      <a16:creationId xmlns:a16="http://schemas.microsoft.com/office/drawing/2014/main" id="{AB461255-D05F-60DA-C201-0A3D9488F72A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2" name="Google Shape;5306;p47">
                  <a:extLst>
                    <a:ext uri="{FF2B5EF4-FFF2-40B4-BE49-F238E27FC236}">
                      <a16:creationId xmlns:a16="http://schemas.microsoft.com/office/drawing/2014/main" id="{AA844033-0B47-CC02-D3F2-25089BFDB6FD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3" name="Google Shape;5307;p47">
                  <a:extLst>
                    <a:ext uri="{FF2B5EF4-FFF2-40B4-BE49-F238E27FC236}">
                      <a16:creationId xmlns:a16="http://schemas.microsoft.com/office/drawing/2014/main" id="{171D3CB0-065E-C12A-C797-9ED9DD6A2AAD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4" name="Google Shape;5308;p47">
                  <a:extLst>
                    <a:ext uri="{FF2B5EF4-FFF2-40B4-BE49-F238E27FC236}">
                      <a16:creationId xmlns:a16="http://schemas.microsoft.com/office/drawing/2014/main" id="{8BE53E5F-B4B7-48FF-B01D-CD81FC7EC3E7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5" name="Google Shape;5309;p47">
                  <a:extLst>
                    <a:ext uri="{FF2B5EF4-FFF2-40B4-BE49-F238E27FC236}">
                      <a16:creationId xmlns:a16="http://schemas.microsoft.com/office/drawing/2014/main" id="{7CAF714E-864A-B97C-F8EC-EF2B3956A0A3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6" name="Google Shape;5310;p47">
                  <a:extLst>
                    <a:ext uri="{FF2B5EF4-FFF2-40B4-BE49-F238E27FC236}">
                      <a16:creationId xmlns:a16="http://schemas.microsoft.com/office/drawing/2014/main" id="{95DAE752-22DB-BD0A-D569-7C1CFC0DFC4A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7" name="Google Shape;5311;p47">
                  <a:extLst>
                    <a:ext uri="{FF2B5EF4-FFF2-40B4-BE49-F238E27FC236}">
                      <a16:creationId xmlns:a16="http://schemas.microsoft.com/office/drawing/2014/main" id="{1D625B83-09D7-135E-8FB4-E888385BE2B1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8" name="Google Shape;5312;p47">
                  <a:extLst>
                    <a:ext uri="{FF2B5EF4-FFF2-40B4-BE49-F238E27FC236}">
                      <a16:creationId xmlns:a16="http://schemas.microsoft.com/office/drawing/2014/main" id="{0D47D523-AB1E-7DAC-1BA2-AED58B2B8218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9" name="Google Shape;5313;p47">
                  <a:extLst>
                    <a:ext uri="{FF2B5EF4-FFF2-40B4-BE49-F238E27FC236}">
                      <a16:creationId xmlns:a16="http://schemas.microsoft.com/office/drawing/2014/main" id="{9A72A159-0E1B-63D7-C0F1-15AA1D888C84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0" name="Google Shape;5314;p47">
                  <a:extLst>
                    <a:ext uri="{FF2B5EF4-FFF2-40B4-BE49-F238E27FC236}">
                      <a16:creationId xmlns:a16="http://schemas.microsoft.com/office/drawing/2014/main" id="{D0D2F28D-53A2-FD1B-164B-EEC193A7BECF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1" name="Google Shape;5315;p47">
                  <a:extLst>
                    <a:ext uri="{FF2B5EF4-FFF2-40B4-BE49-F238E27FC236}">
                      <a16:creationId xmlns:a16="http://schemas.microsoft.com/office/drawing/2014/main" id="{722BA450-7089-A26D-48BC-92B7A43764D8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2" name="Google Shape;5316;p47">
                  <a:extLst>
                    <a:ext uri="{FF2B5EF4-FFF2-40B4-BE49-F238E27FC236}">
                      <a16:creationId xmlns:a16="http://schemas.microsoft.com/office/drawing/2014/main" id="{4AC1B152-15EA-81D8-6541-2A8C33C4E2E7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3" name="Google Shape;5317;p47">
                  <a:extLst>
                    <a:ext uri="{FF2B5EF4-FFF2-40B4-BE49-F238E27FC236}">
                      <a16:creationId xmlns:a16="http://schemas.microsoft.com/office/drawing/2014/main" id="{944B9882-9D74-7042-B839-4471652E6A04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4" name="Google Shape;5318;p47">
                  <a:extLst>
                    <a:ext uri="{FF2B5EF4-FFF2-40B4-BE49-F238E27FC236}">
                      <a16:creationId xmlns:a16="http://schemas.microsoft.com/office/drawing/2014/main" id="{203B586F-E54A-3CFB-55FD-A25199216899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5" name="Google Shape;5319;p47">
                  <a:extLst>
                    <a:ext uri="{FF2B5EF4-FFF2-40B4-BE49-F238E27FC236}">
                      <a16:creationId xmlns:a16="http://schemas.microsoft.com/office/drawing/2014/main" id="{9CF55B7E-A47A-3674-8AAA-F9087EA6E56C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6" name="Google Shape;5320;p47">
                  <a:extLst>
                    <a:ext uri="{FF2B5EF4-FFF2-40B4-BE49-F238E27FC236}">
                      <a16:creationId xmlns:a16="http://schemas.microsoft.com/office/drawing/2014/main" id="{CF34099D-BFE6-31CE-F2B7-6EB8302ADD79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7" name="Google Shape;5321;p47">
                  <a:extLst>
                    <a:ext uri="{FF2B5EF4-FFF2-40B4-BE49-F238E27FC236}">
                      <a16:creationId xmlns:a16="http://schemas.microsoft.com/office/drawing/2014/main" id="{7D4A46B6-E608-80FC-88F6-8524B8E94004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8" name="Google Shape;5322;p47">
                  <a:extLst>
                    <a:ext uri="{FF2B5EF4-FFF2-40B4-BE49-F238E27FC236}">
                      <a16:creationId xmlns:a16="http://schemas.microsoft.com/office/drawing/2014/main" id="{E4A55251-9CAA-8EDF-788D-6A48000CE24F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9" name="Google Shape;5323;p47">
                  <a:extLst>
                    <a:ext uri="{FF2B5EF4-FFF2-40B4-BE49-F238E27FC236}">
                      <a16:creationId xmlns:a16="http://schemas.microsoft.com/office/drawing/2014/main" id="{ACA4713E-897B-E3C3-E2F3-3A8591BA6358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0" name="Google Shape;5324;p47">
                  <a:extLst>
                    <a:ext uri="{FF2B5EF4-FFF2-40B4-BE49-F238E27FC236}">
                      <a16:creationId xmlns:a16="http://schemas.microsoft.com/office/drawing/2014/main" id="{4B99DADA-7129-82F3-B436-B00184211EEC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1" name="Google Shape;5325;p47">
                  <a:extLst>
                    <a:ext uri="{FF2B5EF4-FFF2-40B4-BE49-F238E27FC236}">
                      <a16:creationId xmlns:a16="http://schemas.microsoft.com/office/drawing/2014/main" id="{E20569C7-AD4B-B2B5-FF06-E553D40916E9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2" name="Google Shape;5326;p47">
                  <a:extLst>
                    <a:ext uri="{FF2B5EF4-FFF2-40B4-BE49-F238E27FC236}">
                      <a16:creationId xmlns:a16="http://schemas.microsoft.com/office/drawing/2014/main" id="{838C0635-050B-E89D-529A-D84F0637948B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3" name="Google Shape;5327;p47">
                  <a:extLst>
                    <a:ext uri="{FF2B5EF4-FFF2-40B4-BE49-F238E27FC236}">
                      <a16:creationId xmlns:a16="http://schemas.microsoft.com/office/drawing/2014/main" id="{AB3B3B59-3DEA-36FA-62A4-C3EFB510A6B4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4" name="Google Shape;5328;p47">
                  <a:extLst>
                    <a:ext uri="{FF2B5EF4-FFF2-40B4-BE49-F238E27FC236}">
                      <a16:creationId xmlns:a16="http://schemas.microsoft.com/office/drawing/2014/main" id="{0F8446C8-B2F9-B83E-3942-F47DFB73A89D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5" name="Google Shape;5329;p47">
                  <a:extLst>
                    <a:ext uri="{FF2B5EF4-FFF2-40B4-BE49-F238E27FC236}">
                      <a16:creationId xmlns:a16="http://schemas.microsoft.com/office/drawing/2014/main" id="{CFF424DC-2CA9-38DE-D0DF-824490BDB265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6" name="Google Shape;5330;p47">
                  <a:extLst>
                    <a:ext uri="{FF2B5EF4-FFF2-40B4-BE49-F238E27FC236}">
                      <a16:creationId xmlns:a16="http://schemas.microsoft.com/office/drawing/2014/main" id="{98656251-33E0-0D5B-DB2C-C20AE0C6C490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7" name="Google Shape;5331;p47">
                  <a:extLst>
                    <a:ext uri="{FF2B5EF4-FFF2-40B4-BE49-F238E27FC236}">
                      <a16:creationId xmlns:a16="http://schemas.microsoft.com/office/drawing/2014/main" id="{15ACC45C-ABB7-DB81-A7FF-FA9B4B51EFB8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8" name="Google Shape;5332;p47">
                  <a:extLst>
                    <a:ext uri="{FF2B5EF4-FFF2-40B4-BE49-F238E27FC236}">
                      <a16:creationId xmlns:a16="http://schemas.microsoft.com/office/drawing/2014/main" id="{A29D8CAD-80B1-39C9-C664-9DC1C637AE84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9" name="Google Shape;5333;p47">
                  <a:extLst>
                    <a:ext uri="{FF2B5EF4-FFF2-40B4-BE49-F238E27FC236}">
                      <a16:creationId xmlns:a16="http://schemas.microsoft.com/office/drawing/2014/main" id="{D3BECF1C-CFF0-6AD3-CB44-FBE3D877F17F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0" name="Google Shape;5334;p47">
                  <a:extLst>
                    <a:ext uri="{FF2B5EF4-FFF2-40B4-BE49-F238E27FC236}">
                      <a16:creationId xmlns:a16="http://schemas.microsoft.com/office/drawing/2014/main" id="{807D99C3-3232-34A2-0A69-11D93F20DF50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1" name="Google Shape;5335;p47">
                  <a:extLst>
                    <a:ext uri="{FF2B5EF4-FFF2-40B4-BE49-F238E27FC236}">
                      <a16:creationId xmlns:a16="http://schemas.microsoft.com/office/drawing/2014/main" id="{E56F135F-48D5-C872-82CE-6080E9CF37A2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2" name="Google Shape;5336;p47">
                  <a:extLst>
                    <a:ext uri="{FF2B5EF4-FFF2-40B4-BE49-F238E27FC236}">
                      <a16:creationId xmlns:a16="http://schemas.microsoft.com/office/drawing/2014/main" id="{7531D5E5-872A-A17E-E2F4-B981CC8B22CF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3" name="Google Shape;5337;p47">
                  <a:extLst>
                    <a:ext uri="{FF2B5EF4-FFF2-40B4-BE49-F238E27FC236}">
                      <a16:creationId xmlns:a16="http://schemas.microsoft.com/office/drawing/2014/main" id="{0C2463CC-455A-1E46-6132-92A099D434C3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4" name="Google Shape;5338;p47">
                  <a:extLst>
                    <a:ext uri="{FF2B5EF4-FFF2-40B4-BE49-F238E27FC236}">
                      <a16:creationId xmlns:a16="http://schemas.microsoft.com/office/drawing/2014/main" id="{2CE6F1FC-A9A1-6CDB-0E92-4C92F4BA6B1D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5" name="Google Shape;5339;p47">
                  <a:extLst>
                    <a:ext uri="{FF2B5EF4-FFF2-40B4-BE49-F238E27FC236}">
                      <a16:creationId xmlns:a16="http://schemas.microsoft.com/office/drawing/2014/main" id="{9297668C-A315-0AE2-015C-7ED2DF021730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6" name="Google Shape;5340;p47">
                  <a:extLst>
                    <a:ext uri="{FF2B5EF4-FFF2-40B4-BE49-F238E27FC236}">
                      <a16:creationId xmlns:a16="http://schemas.microsoft.com/office/drawing/2014/main" id="{BF2D2D33-DDA0-4D79-E020-647501C607E3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7" name="Google Shape;5341;p47">
                  <a:extLst>
                    <a:ext uri="{FF2B5EF4-FFF2-40B4-BE49-F238E27FC236}">
                      <a16:creationId xmlns:a16="http://schemas.microsoft.com/office/drawing/2014/main" id="{4AA71D92-B823-358C-AD57-5F12A7FBC98F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8" name="Google Shape;5342;p47">
                  <a:extLst>
                    <a:ext uri="{FF2B5EF4-FFF2-40B4-BE49-F238E27FC236}">
                      <a16:creationId xmlns:a16="http://schemas.microsoft.com/office/drawing/2014/main" id="{F3E9BF20-ACC4-5534-310C-A6E347B9C5C1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9" name="Google Shape;5343;p47">
                  <a:extLst>
                    <a:ext uri="{FF2B5EF4-FFF2-40B4-BE49-F238E27FC236}">
                      <a16:creationId xmlns:a16="http://schemas.microsoft.com/office/drawing/2014/main" id="{7A62A408-AC02-63EA-1044-6196F21D2C9F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0" name="Google Shape;5344;p47">
                  <a:extLst>
                    <a:ext uri="{FF2B5EF4-FFF2-40B4-BE49-F238E27FC236}">
                      <a16:creationId xmlns:a16="http://schemas.microsoft.com/office/drawing/2014/main" id="{95309BE2-C905-C3D5-36D6-EFA2F2F300C6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1" name="Google Shape;5345;p47">
                  <a:extLst>
                    <a:ext uri="{FF2B5EF4-FFF2-40B4-BE49-F238E27FC236}">
                      <a16:creationId xmlns:a16="http://schemas.microsoft.com/office/drawing/2014/main" id="{3137FBEB-9E3C-4D1B-723F-927889409DFD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2" name="Google Shape;5346;p47">
                  <a:extLst>
                    <a:ext uri="{FF2B5EF4-FFF2-40B4-BE49-F238E27FC236}">
                      <a16:creationId xmlns:a16="http://schemas.microsoft.com/office/drawing/2014/main" id="{3EDB14D0-57D6-C703-134F-5E7182C9C364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3" name="Google Shape;5347;p47">
                  <a:extLst>
                    <a:ext uri="{FF2B5EF4-FFF2-40B4-BE49-F238E27FC236}">
                      <a16:creationId xmlns:a16="http://schemas.microsoft.com/office/drawing/2014/main" id="{FE1E73A1-3F93-8738-8F43-64CE57F8D011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4" name="Google Shape;5348;p47">
                  <a:extLst>
                    <a:ext uri="{FF2B5EF4-FFF2-40B4-BE49-F238E27FC236}">
                      <a16:creationId xmlns:a16="http://schemas.microsoft.com/office/drawing/2014/main" id="{177F1252-76E2-D8CA-5FAA-9A892DB42C8A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5" name="Google Shape;5349;p47">
                  <a:extLst>
                    <a:ext uri="{FF2B5EF4-FFF2-40B4-BE49-F238E27FC236}">
                      <a16:creationId xmlns:a16="http://schemas.microsoft.com/office/drawing/2014/main" id="{65E99F21-258F-8941-7D2E-7AF5E3D7BBED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6" name="Google Shape;5350;p47">
                  <a:extLst>
                    <a:ext uri="{FF2B5EF4-FFF2-40B4-BE49-F238E27FC236}">
                      <a16:creationId xmlns:a16="http://schemas.microsoft.com/office/drawing/2014/main" id="{E7AA2ADE-0AB8-1AFD-484D-CA5B25F197A7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7" name="Google Shape;5351;p47">
                  <a:extLst>
                    <a:ext uri="{FF2B5EF4-FFF2-40B4-BE49-F238E27FC236}">
                      <a16:creationId xmlns:a16="http://schemas.microsoft.com/office/drawing/2014/main" id="{9F247812-BE80-F1FC-6975-70085051DA6D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8" name="Google Shape;5352;p47">
                  <a:extLst>
                    <a:ext uri="{FF2B5EF4-FFF2-40B4-BE49-F238E27FC236}">
                      <a16:creationId xmlns:a16="http://schemas.microsoft.com/office/drawing/2014/main" id="{8DD087AB-C2EF-60DB-7CA4-D70A450FA7FB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9" name="Google Shape;5353;p47">
                  <a:extLst>
                    <a:ext uri="{FF2B5EF4-FFF2-40B4-BE49-F238E27FC236}">
                      <a16:creationId xmlns:a16="http://schemas.microsoft.com/office/drawing/2014/main" id="{BBE7C238-68F9-EF14-13B0-B0E126C67142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0" name="Google Shape;5354;p47">
                  <a:extLst>
                    <a:ext uri="{FF2B5EF4-FFF2-40B4-BE49-F238E27FC236}">
                      <a16:creationId xmlns:a16="http://schemas.microsoft.com/office/drawing/2014/main" id="{3D0FCD58-558E-E3FD-F447-B146EBCD467B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1" name="Google Shape;5355;p47">
                  <a:extLst>
                    <a:ext uri="{FF2B5EF4-FFF2-40B4-BE49-F238E27FC236}">
                      <a16:creationId xmlns:a16="http://schemas.microsoft.com/office/drawing/2014/main" id="{AFEA503D-7A8E-521A-5E48-CC5F6FAA9B1D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2" name="Google Shape;5356;p47">
                  <a:extLst>
                    <a:ext uri="{FF2B5EF4-FFF2-40B4-BE49-F238E27FC236}">
                      <a16:creationId xmlns:a16="http://schemas.microsoft.com/office/drawing/2014/main" id="{A085DA40-79AB-0C38-D062-C7FE7E46BB68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3" name="Google Shape;5357;p47">
                  <a:extLst>
                    <a:ext uri="{FF2B5EF4-FFF2-40B4-BE49-F238E27FC236}">
                      <a16:creationId xmlns:a16="http://schemas.microsoft.com/office/drawing/2014/main" id="{1F4082C6-8DFC-F703-83D6-C04155F251B7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4" name="Google Shape;5358;p47">
                  <a:extLst>
                    <a:ext uri="{FF2B5EF4-FFF2-40B4-BE49-F238E27FC236}">
                      <a16:creationId xmlns:a16="http://schemas.microsoft.com/office/drawing/2014/main" id="{749D6CEA-0E6C-FE3F-FE0C-2535520D8CAE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5" name="Google Shape;5359;p47">
                  <a:extLst>
                    <a:ext uri="{FF2B5EF4-FFF2-40B4-BE49-F238E27FC236}">
                      <a16:creationId xmlns:a16="http://schemas.microsoft.com/office/drawing/2014/main" id="{1C7231E7-895A-85F6-BF4C-7D94FB167D52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6" name="Google Shape;5360;p47">
                  <a:extLst>
                    <a:ext uri="{FF2B5EF4-FFF2-40B4-BE49-F238E27FC236}">
                      <a16:creationId xmlns:a16="http://schemas.microsoft.com/office/drawing/2014/main" id="{A3A562E4-7117-1F46-5D44-8F0B24B02091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7" name="Google Shape;5361;p47">
                  <a:extLst>
                    <a:ext uri="{FF2B5EF4-FFF2-40B4-BE49-F238E27FC236}">
                      <a16:creationId xmlns:a16="http://schemas.microsoft.com/office/drawing/2014/main" id="{53E421EA-1874-3E1B-3C21-0E819500CA75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8" name="Google Shape;5362;p47">
                  <a:extLst>
                    <a:ext uri="{FF2B5EF4-FFF2-40B4-BE49-F238E27FC236}">
                      <a16:creationId xmlns:a16="http://schemas.microsoft.com/office/drawing/2014/main" id="{ADE7BFCE-A159-1D0D-CF4F-2218643E169B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9" name="Google Shape;5363;p47">
                  <a:extLst>
                    <a:ext uri="{FF2B5EF4-FFF2-40B4-BE49-F238E27FC236}">
                      <a16:creationId xmlns:a16="http://schemas.microsoft.com/office/drawing/2014/main" id="{67A06F03-1306-59FA-FBE7-C10340C83183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0" name="Google Shape;5364;p47">
                  <a:extLst>
                    <a:ext uri="{FF2B5EF4-FFF2-40B4-BE49-F238E27FC236}">
                      <a16:creationId xmlns:a16="http://schemas.microsoft.com/office/drawing/2014/main" id="{A51B9379-8486-8963-367C-CEBC0936CB74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1" name="Google Shape;5365;p47">
                  <a:extLst>
                    <a:ext uri="{FF2B5EF4-FFF2-40B4-BE49-F238E27FC236}">
                      <a16:creationId xmlns:a16="http://schemas.microsoft.com/office/drawing/2014/main" id="{90A6E2A6-7D09-F242-2CCF-2505F3156968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2" name="Google Shape;5366;p47">
                  <a:extLst>
                    <a:ext uri="{FF2B5EF4-FFF2-40B4-BE49-F238E27FC236}">
                      <a16:creationId xmlns:a16="http://schemas.microsoft.com/office/drawing/2014/main" id="{7F5B1C64-2196-7DB5-4C8E-F215865D2D0A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3" name="Google Shape;5367;p47">
                  <a:extLst>
                    <a:ext uri="{FF2B5EF4-FFF2-40B4-BE49-F238E27FC236}">
                      <a16:creationId xmlns:a16="http://schemas.microsoft.com/office/drawing/2014/main" id="{2DB5F40B-4450-3B30-842E-1EACA92D54A3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4" name="Google Shape;5368;p47">
                  <a:extLst>
                    <a:ext uri="{FF2B5EF4-FFF2-40B4-BE49-F238E27FC236}">
                      <a16:creationId xmlns:a16="http://schemas.microsoft.com/office/drawing/2014/main" id="{C3DA9939-FBEE-09DB-55F9-560CAB332FBE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5" name="Google Shape;5369;p47">
                  <a:extLst>
                    <a:ext uri="{FF2B5EF4-FFF2-40B4-BE49-F238E27FC236}">
                      <a16:creationId xmlns:a16="http://schemas.microsoft.com/office/drawing/2014/main" id="{353D1FC8-CFCF-5018-5C98-35DA3A3DB899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6" name="Google Shape;5370;p47">
                  <a:extLst>
                    <a:ext uri="{FF2B5EF4-FFF2-40B4-BE49-F238E27FC236}">
                      <a16:creationId xmlns:a16="http://schemas.microsoft.com/office/drawing/2014/main" id="{138B3753-61B7-A320-3B74-0CCEF3E1169F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7" name="Google Shape;5371;p47">
                  <a:extLst>
                    <a:ext uri="{FF2B5EF4-FFF2-40B4-BE49-F238E27FC236}">
                      <a16:creationId xmlns:a16="http://schemas.microsoft.com/office/drawing/2014/main" id="{E1DFED22-1F0E-4E43-43D1-9DC9FE3762E9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8" name="Google Shape;5372;p47">
                  <a:extLst>
                    <a:ext uri="{FF2B5EF4-FFF2-40B4-BE49-F238E27FC236}">
                      <a16:creationId xmlns:a16="http://schemas.microsoft.com/office/drawing/2014/main" id="{D8693DC9-C056-7564-E195-0D067DAB2F89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9" name="Google Shape;5373;p47">
                  <a:extLst>
                    <a:ext uri="{FF2B5EF4-FFF2-40B4-BE49-F238E27FC236}">
                      <a16:creationId xmlns:a16="http://schemas.microsoft.com/office/drawing/2014/main" id="{70064ED1-713D-FF45-36B1-D8AFE4507CE6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0" name="Google Shape;5374;p47">
                  <a:extLst>
                    <a:ext uri="{FF2B5EF4-FFF2-40B4-BE49-F238E27FC236}">
                      <a16:creationId xmlns:a16="http://schemas.microsoft.com/office/drawing/2014/main" id="{7B30028F-75C2-4F1F-8B6B-FC7DC21D53ED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1" name="Google Shape;5375;p47">
                  <a:extLst>
                    <a:ext uri="{FF2B5EF4-FFF2-40B4-BE49-F238E27FC236}">
                      <a16:creationId xmlns:a16="http://schemas.microsoft.com/office/drawing/2014/main" id="{FBADF030-5C1E-B385-7308-78C85E7894D6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2" name="Google Shape;5376;p47">
                  <a:extLst>
                    <a:ext uri="{FF2B5EF4-FFF2-40B4-BE49-F238E27FC236}">
                      <a16:creationId xmlns:a16="http://schemas.microsoft.com/office/drawing/2014/main" id="{6E61FFBD-BE0A-7CE2-348B-ECF7157C3073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3" name="Google Shape;5377;p47">
                  <a:extLst>
                    <a:ext uri="{FF2B5EF4-FFF2-40B4-BE49-F238E27FC236}">
                      <a16:creationId xmlns:a16="http://schemas.microsoft.com/office/drawing/2014/main" id="{EE2A3E64-271D-D2B1-37A1-C0299AFE2980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4" name="Google Shape;5378;p47">
                  <a:extLst>
                    <a:ext uri="{FF2B5EF4-FFF2-40B4-BE49-F238E27FC236}">
                      <a16:creationId xmlns:a16="http://schemas.microsoft.com/office/drawing/2014/main" id="{4E402FEB-426B-84A3-8891-F8F050088380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5" name="Google Shape;5379;p47">
                  <a:extLst>
                    <a:ext uri="{FF2B5EF4-FFF2-40B4-BE49-F238E27FC236}">
                      <a16:creationId xmlns:a16="http://schemas.microsoft.com/office/drawing/2014/main" id="{947F3AB2-D453-5591-7EEE-A230B910E1C6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6" name="Google Shape;5380;p47">
                  <a:extLst>
                    <a:ext uri="{FF2B5EF4-FFF2-40B4-BE49-F238E27FC236}">
                      <a16:creationId xmlns:a16="http://schemas.microsoft.com/office/drawing/2014/main" id="{CAF90BE1-5206-DCAD-F100-C07AA833BCEF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7" name="Google Shape;5381;p47">
                  <a:extLst>
                    <a:ext uri="{FF2B5EF4-FFF2-40B4-BE49-F238E27FC236}">
                      <a16:creationId xmlns:a16="http://schemas.microsoft.com/office/drawing/2014/main" id="{D8F8DF7A-C324-90D2-9442-B1E562AE3A56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8" name="Google Shape;5382;p47">
                  <a:extLst>
                    <a:ext uri="{FF2B5EF4-FFF2-40B4-BE49-F238E27FC236}">
                      <a16:creationId xmlns:a16="http://schemas.microsoft.com/office/drawing/2014/main" id="{094E2AFF-6BBE-CC81-5789-1298C3D796B5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9" name="Google Shape;5383;p47">
                  <a:extLst>
                    <a:ext uri="{FF2B5EF4-FFF2-40B4-BE49-F238E27FC236}">
                      <a16:creationId xmlns:a16="http://schemas.microsoft.com/office/drawing/2014/main" id="{F0EBF8B1-4AD7-2496-2230-7AACFE525FD1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0" name="Google Shape;5384;p47">
                  <a:extLst>
                    <a:ext uri="{FF2B5EF4-FFF2-40B4-BE49-F238E27FC236}">
                      <a16:creationId xmlns:a16="http://schemas.microsoft.com/office/drawing/2014/main" id="{288D659D-FAFE-0397-8C9D-896B9837D173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1" name="Google Shape;5385;p47">
                  <a:extLst>
                    <a:ext uri="{FF2B5EF4-FFF2-40B4-BE49-F238E27FC236}">
                      <a16:creationId xmlns:a16="http://schemas.microsoft.com/office/drawing/2014/main" id="{D8ACAC83-EFC3-03AC-3BD0-3BC1777DC1EB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2" name="Google Shape;5386;p47">
                  <a:extLst>
                    <a:ext uri="{FF2B5EF4-FFF2-40B4-BE49-F238E27FC236}">
                      <a16:creationId xmlns:a16="http://schemas.microsoft.com/office/drawing/2014/main" id="{05BCAB44-0AEB-1BFE-6665-60D1E9C19563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3" name="Google Shape;5387;p47">
                  <a:extLst>
                    <a:ext uri="{FF2B5EF4-FFF2-40B4-BE49-F238E27FC236}">
                      <a16:creationId xmlns:a16="http://schemas.microsoft.com/office/drawing/2014/main" id="{EAC72A23-B6E9-CAA8-A8BD-78EDD83C7F45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4" name="Google Shape;5388;p47">
                  <a:extLst>
                    <a:ext uri="{FF2B5EF4-FFF2-40B4-BE49-F238E27FC236}">
                      <a16:creationId xmlns:a16="http://schemas.microsoft.com/office/drawing/2014/main" id="{A2DE6E83-1D52-BCB6-0E21-F2396EB03077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5" name="Google Shape;5389;p47">
                  <a:extLst>
                    <a:ext uri="{FF2B5EF4-FFF2-40B4-BE49-F238E27FC236}">
                      <a16:creationId xmlns:a16="http://schemas.microsoft.com/office/drawing/2014/main" id="{77EDDC07-6B8F-A544-A489-2103393D8D78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6" name="Google Shape;5390;p47">
                  <a:extLst>
                    <a:ext uri="{FF2B5EF4-FFF2-40B4-BE49-F238E27FC236}">
                      <a16:creationId xmlns:a16="http://schemas.microsoft.com/office/drawing/2014/main" id="{3065B784-3C1C-B1ED-B93D-6F88F653D060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7" name="Google Shape;5391;p47">
                  <a:extLst>
                    <a:ext uri="{FF2B5EF4-FFF2-40B4-BE49-F238E27FC236}">
                      <a16:creationId xmlns:a16="http://schemas.microsoft.com/office/drawing/2014/main" id="{32667A12-CAA4-1E49-C475-636AEB824C97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8" name="Google Shape;5392;p47">
                  <a:extLst>
                    <a:ext uri="{FF2B5EF4-FFF2-40B4-BE49-F238E27FC236}">
                      <a16:creationId xmlns:a16="http://schemas.microsoft.com/office/drawing/2014/main" id="{4D8D56D8-E541-AB62-14CF-C9190B46C7A5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9" name="Google Shape;5393;p47">
                  <a:extLst>
                    <a:ext uri="{FF2B5EF4-FFF2-40B4-BE49-F238E27FC236}">
                      <a16:creationId xmlns:a16="http://schemas.microsoft.com/office/drawing/2014/main" id="{A6E02BB1-ADE6-9945-467E-B686806F03DE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0" name="Google Shape;5394;p47">
                  <a:extLst>
                    <a:ext uri="{FF2B5EF4-FFF2-40B4-BE49-F238E27FC236}">
                      <a16:creationId xmlns:a16="http://schemas.microsoft.com/office/drawing/2014/main" id="{5A210353-8CBF-C4E6-4927-4795B646CDAD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1" name="Google Shape;5395;p47">
                  <a:extLst>
                    <a:ext uri="{FF2B5EF4-FFF2-40B4-BE49-F238E27FC236}">
                      <a16:creationId xmlns:a16="http://schemas.microsoft.com/office/drawing/2014/main" id="{229EBB06-D1F0-DE09-4734-E207B99FE9C3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2" name="Google Shape;5396;p47">
                  <a:extLst>
                    <a:ext uri="{FF2B5EF4-FFF2-40B4-BE49-F238E27FC236}">
                      <a16:creationId xmlns:a16="http://schemas.microsoft.com/office/drawing/2014/main" id="{F676B4A2-0523-35CE-3A7B-E69A04F2CB5F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3" name="Google Shape;5397;p47">
                  <a:extLst>
                    <a:ext uri="{FF2B5EF4-FFF2-40B4-BE49-F238E27FC236}">
                      <a16:creationId xmlns:a16="http://schemas.microsoft.com/office/drawing/2014/main" id="{36E893E1-B138-F58F-32FE-87FC2E71C1B1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4" name="Google Shape;5398;p47">
                  <a:extLst>
                    <a:ext uri="{FF2B5EF4-FFF2-40B4-BE49-F238E27FC236}">
                      <a16:creationId xmlns:a16="http://schemas.microsoft.com/office/drawing/2014/main" id="{20D55A9C-1C01-81E9-7EC2-0092FE79AA2C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5" name="Google Shape;5399;p47">
                  <a:extLst>
                    <a:ext uri="{FF2B5EF4-FFF2-40B4-BE49-F238E27FC236}">
                      <a16:creationId xmlns:a16="http://schemas.microsoft.com/office/drawing/2014/main" id="{A3D1DB5C-8C2F-D995-B545-8825F41F657D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6" name="Google Shape;5400;p47">
                  <a:extLst>
                    <a:ext uri="{FF2B5EF4-FFF2-40B4-BE49-F238E27FC236}">
                      <a16:creationId xmlns:a16="http://schemas.microsoft.com/office/drawing/2014/main" id="{FAFA676F-B11F-1B37-E6EF-006518C87391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7" name="Google Shape;5401;p47">
                  <a:extLst>
                    <a:ext uri="{FF2B5EF4-FFF2-40B4-BE49-F238E27FC236}">
                      <a16:creationId xmlns:a16="http://schemas.microsoft.com/office/drawing/2014/main" id="{B2F48BE9-1A78-49CE-D0E3-4800133D32DB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8" name="Google Shape;5402;p47">
                  <a:extLst>
                    <a:ext uri="{FF2B5EF4-FFF2-40B4-BE49-F238E27FC236}">
                      <a16:creationId xmlns:a16="http://schemas.microsoft.com/office/drawing/2014/main" id="{7E3488EC-2D54-DB93-CA7D-2BE173525409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9" name="Google Shape;5403;p47">
                  <a:extLst>
                    <a:ext uri="{FF2B5EF4-FFF2-40B4-BE49-F238E27FC236}">
                      <a16:creationId xmlns:a16="http://schemas.microsoft.com/office/drawing/2014/main" id="{556B5174-93BC-83F1-0732-925335E18EF9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0" name="Google Shape;5404;p47">
                  <a:extLst>
                    <a:ext uri="{FF2B5EF4-FFF2-40B4-BE49-F238E27FC236}">
                      <a16:creationId xmlns:a16="http://schemas.microsoft.com/office/drawing/2014/main" id="{12648AE8-7F4D-8AEB-9378-5CEB6510EAA4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1" name="Google Shape;5405;p47">
                  <a:extLst>
                    <a:ext uri="{FF2B5EF4-FFF2-40B4-BE49-F238E27FC236}">
                      <a16:creationId xmlns:a16="http://schemas.microsoft.com/office/drawing/2014/main" id="{5F5DFD1B-71D1-CABB-3230-5459EB633A81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2" name="Google Shape;5406;p47">
                  <a:extLst>
                    <a:ext uri="{FF2B5EF4-FFF2-40B4-BE49-F238E27FC236}">
                      <a16:creationId xmlns:a16="http://schemas.microsoft.com/office/drawing/2014/main" id="{CA6580B7-6522-5960-BB4F-C4DF054847B9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3" name="Google Shape;5407;p47">
                  <a:extLst>
                    <a:ext uri="{FF2B5EF4-FFF2-40B4-BE49-F238E27FC236}">
                      <a16:creationId xmlns:a16="http://schemas.microsoft.com/office/drawing/2014/main" id="{3DA21AD7-9097-E964-8637-E44CC4FB91EA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4" name="Google Shape;5408;p47">
                  <a:extLst>
                    <a:ext uri="{FF2B5EF4-FFF2-40B4-BE49-F238E27FC236}">
                      <a16:creationId xmlns:a16="http://schemas.microsoft.com/office/drawing/2014/main" id="{3787B718-D157-48F8-B1B7-FCE0B66CDDAB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5" name="Google Shape;5409;p47">
                  <a:extLst>
                    <a:ext uri="{FF2B5EF4-FFF2-40B4-BE49-F238E27FC236}">
                      <a16:creationId xmlns:a16="http://schemas.microsoft.com/office/drawing/2014/main" id="{AE1BD1B0-45E6-3847-D821-044C12F990EA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6" name="Google Shape;5410;p47">
                  <a:extLst>
                    <a:ext uri="{FF2B5EF4-FFF2-40B4-BE49-F238E27FC236}">
                      <a16:creationId xmlns:a16="http://schemas.microsoft.com/office/drawing/2014/main" id="{B1CF2F2D-785D-BADB-52AE-D7B92DCBFBB1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7" name="Google Shape;5411;p47">
                  <a:extLst>
                    <a:ext uri="{FF2B5EF4-FFF2-40B4-BE49-F238E27FC236}">
                      <a16:creationId xmlns:a16="http://schemas.microsoft.com/office/drawing/2014/main" id="{1197BD6E-6650-2311-CC0E-930D632C6D38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8" name="Google Shape;5412;p47">
                  <a:extLst>
                    <a:ext uri="{FF2B5EF4-FFF2-40B4-BE49-F238E27FC236}">
                      <a16:creationId xmlns:a16="http://schemas.microsoft.com/office/drawing/2014/main" id="{F337E79F-9089-0B97-534C-9B9A7AA6442D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9" name="Google Shape;5413;p47">
                  <a:extLst>
                    <a:ext uri="{FF2B5EF4-FFF2-40B4-BE49-F238E27FC236}">
                      <a16:creationId xmlns:a16="http://schemas.microsoft.com/office/drawing/2014/main" id="{7945D77C-D2FC-FFCD-AE29-311643130348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0" name="Google Shape;5414;p47">
                  <a:extLst>
                    <a:ext uri="{FF2B5EF4-FFF2-40B4-BE49-F238E27FC236}">
                      <a16:creationId xmlns:a16="http://schemas.microsoft.com/office/drawing/2014/main" id="{3064B3AC-52A8-0F7C-5BC0-ED02FC48091F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1" name="Google Shape;5415;p47">
                  <a:extLst>
                    <a:ext uri="{FF2B5EF4-FFF2-40B4-BE49-F238E27FC236}">
                      <a16:creationId xmlns:a16="http://schemas.microsoft.com/office/drawing/2014/main" id="{491FDDC7-7E34-0B76-3D50-221FA4AAC21E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2" name="Google Shape;5416;p47">
                  <a:extLst>
                    <a:ext uri="{FF2B5EF4-FFF2-40B4-BE49-F238E27FC236}">
                      <a16:creationId xmlns:a16="http://schemas.microsoft.com/office/drawing/2014/main" id="{ACE6C1D3-E889-4E3C-1816-24E398EDF805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3" name="Google Shape;5417;p47">
                  <a:extLst>
                    <a:ext uri="{FF2B5EF4-FFF2-40B4-BE49-F238E27FC236}">
                      <a16:creationId xmlns:a16="http://schemas.microsoft.com/office/drawing/2014/main" id="{A21BB384-07A1-5304-7417-F72CADA6E21F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4" name="Google Shape;5418;p47">
                  <a:extLst>
                    <a:ext uri="{FF2B5EF4-FFF2-40B4-BE49-F238E27FC236}">
                      <a16:creationId xmlns:a16="http://schemas.microsoft.com/office/drawing/2014/main" id="{62CCB820-626D-0C54-C6D9-47C8A4BDC8D7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5" name="Google Shape;5419;p47">
                  <a:extLst>
                    <a:ext uri="{FF2B5EF4-FFF2-40B4-BE49-F238E27FC236}">
                      <a16:creationId xmlns:a16="http://schemas.microsoft.com/office/drawing/2014/main" id="{E2BBD03F-58E3-B97E-D219-4E8BD8282CB3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6" name="Google Shape;5420;p47">
                  <a:extLst>
                    <a:ext uri="{FF2B5EF4-FFF2-40B4-BE49-F238E27FC236}">
                      <a16:creationId xmlns:a16="http://schemas.microsoft.com/office/drawing/2014/main" id="{72B30A3F-12C1-DB85-C14F-9186CF168ABC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7" name="Google Shape;5421;p47">
                  <a:extLst>
                    <a:ext uri="{FF2B5EF4-FFF2-40B4-BE49-F238E27FC236}">
                      <a16:creationId xmlns:a16="http://schemas.microsoft.com/office/drawing/2014/main" id="{70A6F375-E922-EA5D-2DAC-01319C095533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8" name="Google Shape;5422;p47">
                  <a:extLst>
                    <a:ext uri="{FF2B5EF4-FFF2-40B4-BE49-F238E27FC236}">
                      <a16:creationId xmlns:a16="http://schemas.microsoft.com/office/drawing/2014/main" id="{227572F6-2420-5407-FDEE-F501C073D74A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9" name="Google Shape;5423;p47">
                  <a:extLst>
                    <a:ext uri="{FF2B5EF4-FFF2-40B4-BE49-F238E27FC236}">
                      <a16:creationId xmlns:a16="http://schemas.microsoft.com/office/drawing/2014/main" id="{4E00643C-F789-A616-3B7B-9F4F94D82A5C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0" name="Google Shape;5424;p47">
                  <a:extLst>
                    <a:ext uri="{FF2B5EF4-FFF2-40B4-BE49-F238E27FC236}">
                      <a16:creationId xmlns:a16="http://schemas.microsoft.com/office/drawing/2014/main" id="{A380C023-8B88-5376-F24B-FB4893F7C111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1" name="Google Shape;5425;p47">
                  <a:extLst>
                    <a:ext uri="{FF2B5EF4-FFF2-40B4-BE49-F238E27FC236}">
                      <a16:creationId xmlns:a16="http://schemas.microsoft.com/office/drawing/2014/main" id="{758A10DF-E801-34A5-8949-82838CAD6BAB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2" name="Google Shape;5426;p47">
                  <a:extLst>
                    <a:ext uri="{FF2B5EF4-FFF2-40B4-BE49-F238E27FC236}">
                      <a16:creationId xmlns:a16="http://schemas.microsoft.com/office/drawing/2014/main" id="{0ABECDA6-111A-038C-2B6E-33D43EFDE14F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3" name="Google Shape;5427;p47">
                  <a:extLst>
                    <a:ext uri="{FF2B5EF4-FFF2-40B4-BE49-F238E27FC236}">
                      <a16:creationId xmlns:a16="http://schemas.microsoft.com/office/drawing/2014/main" id="{5894A7EC-80AD-62CB-AC77-3EA0DA6E345B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4" name="Google Shape;5428;p47">
                  <a:extLst>
                    <a:ext uri="{FF2B5EF4-FFF2-40B4-BE49-F238E27FC236}">
                      <a16:creationId xmlns:a16="http://schemas.microsoft.com/office/drawing/2014/main" id="{5D8EE2D1-E04C-9E0C-CA53-C05088549A38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5" name="Google Shape;5429;p47">
                  <a:extLst>
                    <a:ext uri="{FF2B5EF4-FFF2-40B4-BE49-F238E27FC236}">
                      <a16:creationId xmlns:a16="http://schemas.microsoft.com/office/drawing/2014/main" id="{B2FDA0E8-1D66-2BFC-5003-353418C0248E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6" name="Google Shape;5430;p47">
                  <a:extLst>
                    <a:ext uri="{FF2B5EF4-FFF2-40B4-BE49-F238E27FC236}">
                      <a16:creationId xmlns:a16="http://schemas.microsoft.com/office/drawing/2014/main" id="{3483926C-6F92-313F-57AF-465545FEB93F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7" name="Google Shape;5431;p47">
                  <a:extLst>
                    <a:ext uri="{FF2B5EF4-FFF2-40B4-BE49-F238E27FC236}">
                      <a16:creationId xmlns:a16="http://schemas.microsoft.com/office/drawing/2014/main" id="{DF3C35A9-518B-D285-1955-35E1058F2404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8" name="Google Shape;5432;p47">
                  <a:extLst>
                    <a:ext uri="{FF2B5EF4-FFF2-40B4-BE49-F238E27FC236}">
                      <a16:creationId xmlns:a16="http://schemas.microsoft.com/office/drawing/2014/main" id="{9C09504B-79D3-1C42-0721-FD5000FD3DA5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9" name="Google Shape;5433;p47">
                  <a:extLst>
                    <a:ext uri="{FF2B5EF4-FFF2-40B4-BE49-F238E27FC236}">
                      <a16:creationId xmlns:a16="http://schemas.microsoft.com/office/drawing/2014/main" id="{3E6A6688-45BF-937B-4301-105713176F2E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0" name="Google Shape;5434;p47">
                  <a:extLst>
                    <a:ext uri="{FF2B5EF4-FFF2-40B4-BE49-F238E27FC236}">
                      <a16:creationId xmlns:a16="http://schemas.microsoft.com/office/drawing/2014/main" id="{A94BA827-F35E-8313-F9D3-1B1AA55A40C9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1" name="Google Shape;5435;p47">
                  <a:extLst>
                    <a:ext uri="{FF2B5EF4-FFF2-40B4-BE49-F238E27FC236}">
                      <a16:creationId xmlns:a16="http://schemas.microsoft.com/office/drawing/2014/main" id="{43AEBDE4-FA14-E290-EA7E-CAB1CA1FA751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2" name="Google Shape;5436;p47">
                  <a:extLst>
                    <a:ext uri="{FF2B5EF4-FFF2-40B4-BE49-F238E27FC236}">
                      <a16:creationId xmlns:a16="http://schemas.microsoft.com/office/drawing/2014/main" id="{2D356F31-B01D-F164-8BEC-A0F3DC368EDC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3" name="Google Shape;5437;p47">
                  <a:extLst>
                    <a:ext uri="{FF2B5EF4-FFF2-40B4-BE49-F238E27FC236}">
                      <a16:creationId xmlns:a16="http://schemas.microsoft.com/office/drawing/2014/main" id="{ADA28AA7-9649-57EA-5A04-4E9553768EAF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4" name="Google Shape;5438;p47">
                  <a:extLst>
                    <a:ext uri="{FF2B5EF4-FFF2-40B4-BE49-F238E27FC236}">
                      <a16:creationId xmlns:a16="http://schemas.microsoft.com/office/drawing/2014/main" id="{8E165F64-3A3F-B8CA-6217-F6D6EBF377D8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5" name="Google Shape;5439;p47">
                  <a:extLst>
                    <a:ext uri="{FF2B5EF4-FFF2-40B4-BE49-F238E27FC236}">
                      <a16:creationId xmlns:a16="http://schemas.microsoft.com/office/drawing/2014/main" id="{1CE58EA4-B6D0-8D89-8015-A5FE7EF4382A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6" name="Google Shape;5440;p47">
                  <a:extLst>
                    <a:ext uri="{FF2B5EF4-FFF2-40B4-BE49-F238E27FC236}">
                      <a16:creationId xmlns:a16="http://schemas.microsoft.com/office/drawing/2014/main" id="{91415B40-E1CD-90A3-5AD8-DBF343902A54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7" name="Google Shape;5441;p47">
                  <a:extLst>
                    <a:ext uri="{FF2B5EF4-FFF2-40B4-BE49-F238E27FC236}">
                      <a16:creationId xmlns:a16="http://schemas.microsoft.com/office/drawing/2014/main" id="{6D872970-19F7-A6E3-1201-8E7D214EEEFF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8" name="Google Shape;5442;p47">
                  <a:extLst>
                    <a:ext uri="{FF2B5EF4-FFF2-40B4-BE49-F238E27FC236}">
                      <a16:creationId xmlns:a16="http://schemas.microsoft.com/office/drawing/2014/main" id="{833A1D79-BEC0-A400-B9F7-F8E60D7FDD04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9" name="Google Shape;5443;p47">
                  <a:extLst>
                    <a:ext uri="{FF2B5EF4-FFF2-40B4-BE49-F238E27FC236}">
                      <a16:creationId xmlns:a16="http://schemas.microsoft.com/office/drawing/2014/main" id="{6E436F7E-6B03-2643-4017-0115FD3085FD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0" name="Google Shape;5444;p47">
                  <a:extLst>
                    <a:ext uri="{FF2B5EF4-FFF2-40B4-BE49-F238E27FC236}">
                      <a16:creationId xmlns:a16="http://schemas.microsoft.com/office/drawing/2014/main" id="{666D2B54-70E6-926E-5E01-A97216BFDFA6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1" name="Google Shape;5445;p47">
                  <a:extLst>
                    <a:ext uri="{FF2B5EF4-FFF2-40B4-BE49-F238E27FC236}">
                      <a16:creationId xmlns:a16="http://schemas.microsoft.com/office/drawing/2014/main" id="{60E1570C-BFE9-3471-6D98-9F7C8963BF40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2" name="Google Shape;5446;p47">
                  <a:extLst>
                    <a:ext uri="{FF2B5EF4-FFF2-40B4-BE49-F238E27FC236}">
                      <a16:creationId xmlns:a16="http://schemas.microsoft.com/office/drawing/2014/main" id="{ED1E8A84-7713-6A47-B647-011FDF085BB4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3" name="Google Shape;5447;p47">
                  <a:extLst>
                    <a:ext uri="{FF2B5EF4-FFF2-40B4-BE49-F238E27FC236}">
                      <a16:creationId xmlns:a16="http://schemas.microsoft.com/office/drawing/2014/main" id="{DCC21E4E-3F0E-ABEE-A75D-2975FAC5A63A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4" name="Google Shape;5448;p47">
                  <a:extLst>
                    <a:ext uri="{FF2B5EF4-FFF2-40B4-BE49-F238E27FC236}">
                      <a16:creationId xmlns:a16="http://schemas.microsoft.com/office/drawing/2014/main" id="{032B86A5-9ECE-5615-08CB-6A826E083E7F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5" name="Google Shape;5449;p47">
                  <a:extLst>
                    <a:ext uri="{FF2B5EF4-FFF2-40B4-BE49-F238E27FC236}">
                      <a16:creationId xmlns:a16="http://schemas.microsoft.com/office/drawing/2014/main" id="{F75FC5F1-352B-A9C6-704E-B18D33644C67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6" name="Google Shape;5450;p47">
                  <a:extLst>
                    <a:ext uri="{FF2B5EF4-FFF2-40B4-BE49-F238E27FC236}">
                      <a16:creationId xmlns:a16="http://schemas.microsoft.com/office/drawing/2014/main" id="{4877E52F-1A60-DB9F-4112-A92481C3C5B7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7" name="Google Shape;5451;p47">
                  <a:extLst>
                    <a:ext uri="{FF2B5EF4-FFF2-40B4-BE49-F238E27FC236}">
                      <a16:creationId xmlns:a16="http://schemas.microsoft.com/office/drawing/2014/main" id="{9D10D471-5026-AEE9-BA2E-6654FABC8197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8" name="Google Shape;5452;p47">
                  <a:extLst>
                    <a:ext uri="{FF2B5EF4-FFF2-40B4-BE49-F238E27FC236}">
                      <a16:creationId xmlns:a16="http://schemas.microsoft.com/office/drawing/2014/main" id="{3CBEBFEC-6745-ED26-0051-25F76D10AE8B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9" name="Google Shape;5453;p47">
                  <a:extLst>
                    <a:ext uri="{FF2B5EF4-FFF2-40B4-BE49-F238E27FC236}">
                      <a16:creationId xmlns:a16="http://schemas.microsoft.com/office/drawing/2014/main" id="{DCEE6B64-0F00-387F-FEDC-53A8DA871B1F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0" name="Google Shape;5454;p47">
                  <a:extLst>
                    <a:ext uri="{FF2B5EF4-FFF2-40B4-BE49-F238E27FC236}">
                      <a16:creationId xmlns:a16="http://schemas.microsoft.com/office/drawing/2014/main" id="{F39DFBF8-9A6D-B786-0A0F-9F34C3326C27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1" name="Google Shape;5455;p47">
                  <a:extLst>
                    <a:ext uri="{FF2B5EF4-FFF2-40B4-BE49-F238E27FC236}">
                      <a16:creationId xmlns:a16="http://schemas.microsoft.com/office/drawing/2014/main" id="{6CC05F04-B5AB-3CF3-6513-940A05449668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2" name="Google Shape;5456;p47">
                  <a:extLst>
                    <a:ext uri="{FF2B5EF4-FFF2-40B4-BE49-F238E27FC236}">
                      <a16:creationId xmlns:a16="http://schemas.microsoft.com/office/drawing/2014/main" id="{D4E40E7E-3E33-82E3-8B6C-F50BF8184E3E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3" name="Google Shape;5457;p47">
                  <a:extLst>
                    <a:ext uri="{FF2B5EF4-FFF2-40B4-BE49-F238E27FC236}">
                      <a16:creationId xmlns:a16="http://schemas.microsoft.com/office/drawing/2014/main" id="{C50EA313-8686-9F79-BE82-2094552DB916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4" name="Google Shape;5458;p47">
                  <a:extLst>
                    <a:ext uri="{FF2B5EF4-FFF2-40B4-BE49-F238E27FC236}">
                      <a16:creationId xmlns:a16="http://schemas.microsoft.com/office/drawing/2014/main" id="{2B36C619-2598-B3D7-FBB8-1F3A9D9C709A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5" name="Google Shape;5459;p47">
                  <a:extLst>
                    <a:ext uri="{FF2B5EF4-FFF2-40B4-BE49-F238E27FC236}">
                      <a16:creationId xmlns:a16="http://schemas.microsoft.com/office/drawing/2014/main" id="{54C053E3-C312-57BF-D583-D143C627D146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6" name="Google Shape;5460;p47">
                  <a:extLst>
                    <a:ext uri="{FF2B5EF4-FFF2-40B4-BE49-F238E27FC236}">
                      <a16:creationId xmlns:a16="http://schemas.microsoft.com/office/drawing/2014/main" id="{ED2213A2-3237-224D-21FC-64F707D8EACB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7" name="Google Shape;5461;p47">
                  <a:extLst>
                    <a:ext uri="{FF2B5EF4-FFF2-40B4-BE49-F238E27FC236}">
                      <a16:creationId xmlns:a16="http://schemas.microsoft.com/office/drawing/2014/main" id="{3D29C8C4-9485-D89D-8B5A-5E661225A5EC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8" name="Google Shape;5462;p47">
                  <a:extLst>
                    <a:ext uri="{FF2B5EF4-FFF2-40B4-BE49-F238E27FC236}">
                      <a16:creationId xmlns:a16="http://schemas.microsoft.com/office/drawing/2014/main" id="{C7365031-BD97-55A8-CFE1-A444B563A44B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9" name="Google Shape;5463;p47">
                  <a:extLst>
                    <a:ext uri="{FF2B5EF4-FFF2-40B4-BE49-F238E27FC236}">
                      <a16:creationId xmlns:a16="http://schemas.microsoft.com/office/drawing/2014/main" id="{DC9AFB6B-B6DF-F7D1-6F3A-39392929C2EA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0" name="Google Shape;5464;p47">
                  <a:extLst>
                    <a:ext uri="{FF2B5EF4-FFF2-40B4-BE49-F238E27FC236}">
                      <a16:creationId xmlns:a16="http://schemas.microsoft.com/office/drawing/2014/main" id="{2EC474C9-65B5-7FB8-F023-C80DFF1168E6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1" name="Google Shape;5465;p47">
                  <a:extLst>
                    <a:ext uri="{FF2B5EF4-FFF2-40B4-BE49-F238E27FC236}">
                      <a16:creationId xmlns:a16="http://schemas.microsoft.com/office/drawing/2014/main" id="{BF5CCE3B-ACB0-D0E9-16E8-4DDA21FF78D9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2" name="Google Shape;5466;p47">
                  <a:extLst>
                    <a:ext uri="{FF2B5EF4-FFF2-40B4-BE49-F238E27FC236}">
                      <a16:creationId xmlns:a16="http://schemas.microsoft.com/office/drawing/2014/main" id="{44AC6AFF-8F3E-F06D-0B10-BAD64D43CC16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3" name="Google Shape;5467;p47">
                  <a:extLst>
                    <a:ext uri="{FF2B5EF4-FFF2-40B4-BE49-F238E27FC236}">
                      <a16:creationId xmlns:a16="http://schemas.microsoft.com/office/drawing/2014/main" id="{94A8B2D1-578A-CD6F-7DC2-CD702BA75BAB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4" name="Google Shape;5468;p47">
                  <a:extLst>
                    <a:ext uri="{FF2B5EF4-FFF2-40B4-BE49-F238E27FC236}">
                      <a16:creationId xmlns:a16="http://schemas.microsoft.com/office/drawing/2014/main" id="{B7E6522C-FF8D-E3EF-68C2-4558FE9919CE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5" name="Google Shape;5469;p47">
                  <a:extLst>
                    <a:ext uri="{FF2B5EF4-FFF2-40B4-BE49-F238E27FC236}">
                      <a16:creationId xmlns:a16="http://schemas.microsoft.com/office/drawing/2014/main" id="{4C06BF7C-C163-A084-03A9-12959E83F000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6" name="Google Shape;5470;p47">
                  <a:extLst>
                    <a:ext uri="{FF2B5EF4-FFF2-40B4-BE49-F238E27FC236}">
                      <a16:creationId xmlns:a16="http://schemas.microsoft.com/office/drawing/2014/main" id="{80A70455-A134-04C9-4B36-2D0DB2B735FD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7" name="Google Shape;5471;p47">
                  <a:extLst>
                    <a:ext uri="{FF2B5EF4-FFF2-40B4-BE49-F238E27FC236}">
                      <a16:creationId xmlns:a16="http://schemas.microsoft.com/office/drawing/2014/main" id="{4DDBD90F-84AA-6354-9DBF-AD3F5E355D87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8" name="Google Shape;5472;p47">
                  <a:extLst>
                    <a:ext uri="{FF2B5EF4-FFF2-40B4-BE49-F238E27FC236}">
                      <a16:creationId xmlns:a16="http://schemas.microsoft.com/office/drawing/2014/main" id="{6A934852-28C7-59C2-31DE-2BC914D42F1A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9" name="Google Shape;5473;p47">
                  <a:extLst>
                    <a:ext uri="{FF2B5EF4-FFF2-40B4-BE49-F238E27FC236}">
                      <a16:creationId xmlns:a16="http://schemas.microsoft.com/office/drawing/2014/main" id="{5FBB6EF6-CD8C-4C6F-432A-05122F2B3534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0" name="Google Shape;5474;p47">
                  <a:extLst>
                    <a:ext uri="{FF2B5EF4-FFF2-40B4-BE49-F238E27FC236}">
                      <a16:creationId xmlns:a16="http://schemas.microsoft.com/office/drawing/2014/main" id="{B3DB1A16-2CEE-2669-3AF7-18E73BD59F46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1" name="Google Shape;5475;p47">
                  <a:extLst>
                    <a:ext uri="{FF2B5EF4-FFF2-40B4-BE49-F238E27FC236}">
                      <a16:creationId xmlns:a16="http://schemas.microsoft.com/office/drawing/2014/main" id="{62D00E98-C435-820A-7EDD-A78A959B1538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2" name="Google Shape;5476;p47">
                  <a:extLst>
                    <a:ext uri="{FF2B5EF4-FFF2-40B4-BE49-F238E27FC236}">
                      <a16:creationId xmlns:a16="http://schemas.microsoft.com/office/drawing/2014/main" id="{2D68DE16-4B10-A333-0155-F976655BC829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3" name="Google Shape;5477;p47">
                  <a:extLst>
                    <a:ext uri="{FF2B5EF4-FFF2-40B4-BE49-F238E27FC236}">
                      <a16:creationId xmlns:a16="http://schemas.microsoft.com/office/drawing/2014/main" id="{A6A7AA9E-9CF2-2FD2-DEE9-487BA53B80D7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4" name="Google Shape;5478;p47">
                  <a:extLst>
                    <a:ext uri="{FF2B5EF4-FFF2-40B4-BE49-F238E27FC236}">
                      <a16:creationId xmlns:a16="http://schemas.microsoft.com/office/drawing/2014/main" id="{68498A75-D534-9AD6-FAA0-F54E49EDAB84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5" name="Google Shape;5479;p47">
                  <a:extLst>
                    <a:ext uri="{FF2B5EF4-FFF2-40B4-BE49-F238E27FC236}">
                      <a16:creationId xmlns:a16="http://schemas.microsoft.com/office/drawing/2014/main" id="{1578734D-667B-56B4-94AA-A95AE696A186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6" name="Google Shape;5480;p47">
                  <a:extLst>
                    <a:ext uri="{FF2B5EF4-FFF2-40B4-BE49-F238E27FC236}">
                      <a16:creationId xmlns:a16="http://schemas.microsoft.com/office/drawing/2014/main" id="{01B4D6C4-3A2B-FB44-EDFD-22577A739ABA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7" name="Google Shape;5481;p47">
                  <a:extLst>
                    <a:ext uri="{FF2B5EF4-FFF2-40B4-BE49-F238E27FC236}">
                      <a16:creationId xmlns:a16="http://schemas.microsoft.com/office/drawing/2014/main" id="{BAE72BC1-0F6C-30E0-9E47-567EA1B7EB5A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8" name="Google Shape;5482;p47">
                  <a:extLst>
                    <a:ext uri="{FF2B5EF4-FFF2-40B4-BE49-F238E27FC236}">
                      <a16:creationId xmlns:a16="http://schemas.microsoft.com/office/drawing/2014/main" id="{0A5A06FF-8804-4CB3-2564-239F9723A6F9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9" name="Google Shape;5483;p47">
                  <a:extLst>
                    <a:ext uri="{FF2B5EF4-FFF2-40B4-BE49-F238E27FC236}">
                      <a16:creationId xmlns:a16="http://schemas.microsoft.com/office/drawing/2014/main" id="{7276F5FB-26AF-AD96-BBCE-9521D41DF271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0" name="Google Shape;5484;p47">
                  <a:extLst>
                    <a:ext uri="{FF2B5EF4-FFF2-40B4-BE49-F238E27FC236}">
                      <a16:creationId xmlns:a16="http://schemas.microsoft.com/office/drawing/2014/main" id="{2E3E31B7-6044-3652-381F-72504664FE32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1" name="Google Shape;5485;p47">
                  <a:extLst>
                    <a:ext uri="{FF2B5EF4-FFF2-40B4-BE49-F238E27FC236}">
                      <a16:creationId xmlns:a16="http://schemas.microsoft.com/office/drawing/2014/main" id="{BE1B6175-EE4A-1D5E-7A8A-5DBDAF89C09C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295" name="Google Shape;5486;p47">
              <a:extLst>
                <a:ext uri="{FF2B5EF4-FFF2-40B4-BE49-F238E27FC236}">
                  <a16:creationId xmlns:a16="http://schemas.microsoft.com/office/drawing/2014/main" id="{EE8DE5A6-5F8D-E021-1E24-AECC36CBFE71}"/>
                </a:ext>
              </a:extLst>
            </p:cNvPr>
            <p:cNvGrpSpPr/>
            <p:nvPr/>
          </p:nvGrpSpPr>
          <p:grpSpPr>
            <a:xfrm>
              <a:off x="7811021" y="3410212"/>
              <a:ext cx="491637" cy="986062"/>
              <a:chOff x="4225370" y="-782119"/>
              <a:chExt cx="299250" cy="600196"/>
            </a:xfrm>
          </p:grpSpPr>
          <p:sp>
            <p:nvSpPr>
              <p:cNvPr id="1834" name="Google Shape;5487;p47">
                <a:extLst>
                  <a:ext uri="{FF2B5EF4-FFF2-40B4-BE49-F238E27FC236}">
                    <a16:creationId xmlns:a16="http://schemas.microsoft.com/office/drawing/2014/main" id="{8510C16E-6DB9-D764-B46A-EA9E5A6E45FB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5" name="Google Shape;5488;p47">
                <a:extLst>
                  <a:ext uri="{FF2B5EF4-FFF2-40B4-BE49-F238E27FC236}">
                    <a16:creationId xmlns:a16="http://schemas.microsoft.com/office/drawing/2014/main" id="{A052C8EF-D527-A1EB-2B4E-777DFB750B7C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6" name="Google Shape;5489;p47">
                <a:extLst>
                  <a:ext uri="{FF2B5EF4-FFF2-40B4-BE49-F238E27FC236}">
                    <a16:creationId xmlns:a16="http://schemas.microsoft.com/office/drawing/2014/main" id="{AEA512A2-E553-5FC2-A2B2-71FF742F729E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7" name="Google Shape;5490;p47">
                <a:extLst>
                  <a:ext uri="{FF2B5EF4-FFF2-40B4-BE49-F238E27FC236}">
                    <a16:creationId xmlns:a16="http://schemas.microsoft.com/office/drawing/2014/main" id="{104A79A0-76B2-2559-79B9-080F30CC2041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8" name="Google Shape;5491;p47">
                <a:extLst>
                  <a:ext uri="{FF2B5EF4-FFF2-40B4-BE49-F238E27FC236}">
                    <a16:creationId xmlns:a16="http://schemas.microsoft.com/office/drawing/2014/main" id="{4B9D65D5-6CCC-9ACE-0B7F-10E6AE197562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9" name="Google Shape;5492;p47">
                <a:extLst>
                  <a:ext uri="{FF2B5EF4-FFF2-40B4-BE49-F238E27FC236}">
                    <a16:creationId xmlns:a16="http://schemas.microsoft.com/office/drawing/2014/main" id="{BCFD4AA1-B53F-3A9E-7F4D-91F251DDBC81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0" name="Google Shape;5493;p47">
                <a:extLst>
                  <a:ext uri="{FF2B5EF4-FFF2-40B4-BE49-F238E27FC236}">
                    <a16:creationId xmlns:a16="http://schemas.microsoft.com/office/drawing/2014/main" id="{1243E0DD-9EC3-BD3A-1051-1A0C38648A04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1" name="Google Shape;5494;p47">
                <a:extLst>
                  <a:ext uri="{FF2B5EF4-FFF2-40B4-BE49-F238E27FC236}">
                    <a16:creationId xmlns:a16="http://schemas.microsoft.com/office/drawing/2014/main" id="{C7BE0A22-D5A2-86D9-C48B-7565A7A8042C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2" name="Google Shape;5495;p47">
                <a:extLst>
                  <a:ext uri="{FF2B5EF4-FFF2-40B4-BE49-F238E27FC236}">
                    <a16:creationId xmlns:a16="http://schemas.microsoft.com/office/drawing/2014/main" id="{51410371-38D5-C156-0538-FCC91637CE38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3" name="Google Shape;5496;p47">
                <a:extLst>
                  <a:ext uri="{FF2B5EF4-FFF2-40B4-BE49-F238E27FC236}">
                    <a16:creationId xmlns:a16="http://schemas.microsoft.com/office/drawing/2014/main" id="{B6FCAD3E-8083-B029-C772-89C4CA15443B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4" name="Google Shape;5497;p47">
                <a:extLst>
                  <a:ext uri="{FF2B5EF4-FFF2-40B4-BE49-F238E27FC236}">
                    <a16:creationId xmlns:a16="http://schemas.microsoft.com/office/drawing/2014/main" id="{F15499E8-4ED6-AFFB-8E92-9AE217931101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5" name="Google Shape;5498;p47">
                <a:extLst>
                  <a:ext uri="{FF2B5EF4-FFF2-40B4-BE49-F238E27FC236}">
                    <a16:creationId xmlns:a16="http://schemas.microsoft.com/office/drawing/2014/main" id="{6A08A47A-0F55-3737-12C8-3EB3E8279FBD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6" name="Google Shape;5499;p47">
              <a:extLst>
                <a:ext uri="{FF2B5EF4-FFF2-40B4-BE49-F238E27FC236}">
                  <a16:creationId xmlns:a16="http://schemas.microsoft.com/office/drawing/2014/main" id="{64788FC6-2F7A-5700-B73C-BCB73122AF78}"/>
                </a:ext>
              </a:extLst>
            </p:cNvPr>
            <p:cNvGrpSpPr/>
            <p:nvPr/>
          </p:nvGrpSpPr>
          <p:grpSpPr>
            <a:xfrm>
              <a:off x="6459400" y="1053677"/>
              <a:ext cx="364101" cy="822618"/>
              <a:chOff x="-4142100" y="577427"/>
              <a:chExt cx="364101" cy="822618"/>
            </a:xfrm>
          </p:grpSpPr>
          <p:sp>
            <p:nvSpPr>
              <p:cNvPr id="1789" name="Google Shape;5500;p47">
                <a:extLst>
                  <a:ext uri="{FF2B5EF4-FFF2-40B4-BE49-F238E27FC236}">
                    <a16:creationId xmlns:a16="http://schemas.microsoft.com/office/drawing/2014/main" id="{555D06EA-A63F-55AD-DEAC-B4C0F5F4188B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0" name="Google Shape;5501;p47">
                <a:extLst>
                  <a:ext uri="{FF2B5EF4-FFF2-40B4-BE49-F238E27FC236}">
                    <a16:creationId xmlns:a16="http://schemas.microsoft.com/office/drawing/2014/main" id="{7777A1F9-0C6B-24B8-D569-D18426F1508A}"/>
                  </a:ext>
                </a:extLst>
              </p:cNvPr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1" name="Google Shape;5502;p47">
                <a:extLst>
                  <a:ext uri="{FF2B5EF4-FFF2-40B4-BE49-F238E27FC236}">
                    <a16:creationId xmlns:a16="http://schemas.microsoft.com/office/drawing/2014/main" id="{C8AE4770-008E-9EC6-868D-18C7BD94BB2C}"/>
                  </a:ext>
                </a:extLst>
              </p:cNvPr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2" name="Google Shape;5503;p47">
                <a:extLst>
                  <a:ext uri="{FF2B5EF4-FFF2-40B4-BE49-F238E27FC236}">
                    <a16:creationId xmlns:a16="http://schemas.microsoft.com/office/drawing/2014/main" id="{22F8B914-5968-81A9-74C6-53467BD88DC0}"/>
                  </a:ext>
                </a:extLst>
              </p:cNvPr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3" name="Google Shape;5504;p47">
                <a:extLst>
                  <a:ext uri="{FF2B5EF4-FFF2-40B4-BE49-F238E27FC236}">
                    <a16:creationId xmlns:a16="http://schemas.microsoft.com/office/drawing/2014/main" id="{C318CE46-727A-C3FD-388F-11AE84764115}"/>
                  </a:ext>
                </a:extLst>
              </p:cNvPr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4" name="Google Shape;5505;p47">
                <a:extLst>
                  <a:ext uri="{FF2B5EF4-FFF2-40B4-BE49-F238E27FC236}">
                    <a16:creationId xmlns:a16="http://schemas.microsoft.com/office/drawing/2014/main" id="{2452DDC2-171C-A1CF-635E-9427AD7BBB82}"/>
                  </a:ext>
                </a:extLst>
              </p:cNvPr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5" name="Google Shape;5506;p47">
                <a:extLst>
                  <a:ext uri="{FF2B5EF4-FFF2-40B4-BE49-F238E27FC236}">
                    <a16:creationId xmlns:a16="http://schemas.microsoft.com/office/drawing/2014/main" id="{5520702C-D5A9-AD4A-9A5C-2D5B6B602132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6" name="Google Shape;5507;p47">
                <a:extLst>
                  <a:ext uri="{FF2B5EF4-FFF2-40B4-BE49-F238E27FC236}">
                    <a16:creationId xmlns:a16="http://schemas.microsoft.com/office/drawing/2014/main" id="{F5CFC17A-2BF1-B7C2-1868-AFCD8946E2C4}"/>
                  </a:ext>
                </a:extLst>
              </p:cNvPr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7" name="Google Shape;5508;p47">
                <a:extLst>
                  <a:ext uri="{FF2B5EF4-FFF2-40B4-BE49-F238E27FC236}">
                    <a16:creationId xmlns:a16="http://schemas.microsoft.com/office/drawing/2014/main" id="{B7DFD8AA-6F9D-045A-7751-0E36B054540C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8" name="Google Shape;5509;p47">
                <a:extLst>
                  <a:ext uri="{FF2B5EF4-FFF2-40B4-BE49-F238E27FC236}">
                    <a16:creationId xmlns:a16="http://schemas.microsoft.com/office/drawing/2014/main" id="{497BEE73-2005-4AEB-A28D-AC7A902FF131}"/>
                  </a:ext>
                </a:extLst>
              </p:cNvPr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9" name="Google Shape;5510;p47">
                <a:extLst>
                  <a:ext uri="{FF2B5EF4-FFF2-40B4-BE49-F238E27FC236}">
                    <a16:creationId xmlns:a16="http://schemas.microsoft.com/office/drawing/2014/main" id="{38D8AE3A-2FB7-3134-1619-AC45A08B5A36}"/>
                  </a:ext>
                </a:extLst>
              </p:cNvPr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0" name="Google Shape;5511;p47">
                <a:extLst>
                  <a:ext uri="{FF2B5EF4-FFF2-40B4-BE49-F238E27FC236}">
                    <a16:creationId xmlns:a16="http://schemas.microsoft.com/office/drawing/2014/main" id="{65618D94-E6E9-7066-86F1-EC23D1B24041}"/>
                  </a:ext>
                </a:extLst>
              </p:cNvPr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1" name="Google Shape;5512;p47">
                <a:extLst>
                  <a:ext uri="{FF2B5EF4-FFF2-40B4-BE49-F238E27FC236}">
                    <a16:creationId xmlns:a16="http://schemas.microsoft.com/office/drawing/2014/main" id="{C2B6889F-673C-8D8D-C76A-FE182C7C9A3A}"/>
                  </a:ext>
                </a:extLst>
              </p:cNvPr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2" name="Google Shape;5513;p47">
                <a:extLst>
                  <a:ext uri="{FF2B5EF4-FFF2-40B4-BE49-F238E27FC236}">
                    <a16:creationId xmlns:a16="http://schemas.microsoft.com/office/drawing/2014/main" id="{FED9E069-E104-79AD-94FC-CC7659FAC218}"/>
                  </a:ext>
                </a:extLst>
              </p:cNvPr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3" name="Google Shape;5514;p47">
                <a:extLst>
                  <a:ext uri="{FF2B5EF4-FFF2-40B4-BE49-F238E27FC236}">
                    <a16:creationId xmlns:a16="http://schemas.microsoft.com/office/drawing/2014/main" id="{85FCF77F-E0BD-16AB-EEDF-BEB686B113B4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4" name="Google Shape;5515;p47">
                <a:extLst>
                  <a:ext uri="{FF2B5EF4-FFF2-40B4-BE49-F238E27FC236}">
                    <a16:creationId xmlns:a16="http://schemas.microsoft.com/office/drawing/2014/main" id="{123889CE-63CA-307E-3A91-179578527F84}"/>
                  </a:ext>
                </a:extLst>
              </p:cNvPr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5" name="Google Shape;5516;p47">
                <a:extLst>
                  <a:ext uri="{FF2B5EF4-FFF2-40B4-BE49-F238E27FC236}">
                    <a16:creationId xmlns:a16="http://schemas.microsoft.com/office/drawing/2014/main" id="{0A983E8D-9D57-047D-7DCC-E1370393BDB9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6" name="Google Shape;5517;p47">
                <a:extLst>
                  <a:ext uri="{FF2B5EF4-FFF2-40B4-BE49-F238E27FC236}">
                    <a16:creationId xmlns:a16="http://schemas.microsoft.com/office/drawing/2014/main" id="{1429519C-0B01-F80D-4E0C-D2A6C36B68A8}"/>
                  </a:ext>
                </a:extLst>
              </p:cNvPr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7" name="Google Shape;5518;p47">
                <a:extLst>
                  <a:ext uri="{FF2B5EF4-FFF2-40B4-BE49-F238E27FC236}">
                    <a16:creationId xmlns:a16="http://schemas.microsoft.com/office/drawing/2014/main" id="{D8D00007-B2F3-30B6-73E9-5A0A78F8528C}"/>
                  </a:ext>
                </a:extLst>
              </p:cNvPr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8" name="Google Shape;5519;p47">
                <a:extLst>
                  <a:ext uri="{FF2B5EF4-FFF2-40B4-BE49-F238E27FC236}">
                    <a16:creationId xmlns:a16="http://schemas.microsoft.com/office/drawing/2014/main" id="{66FC510F-B1DA-37E6-4110-29DE4091055A}"/>
                  </a:ext>
                </a:extLst>
              </p:cNvPr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9" name="Google Shape;5520;p47">
                <a:extLst>
                  <a:ext uri="{FF2B5EF4-FFF2-40B4-BE49-F238E27FC236}">
                    <a16:creationId xmlns:a16="http://schemas.microsoft.com/office/drawing/2014/main" id="{495DEC85-E2E4-CB22-C5E2-9D3033D894B6}"/>
                  </a:ext>
                </a:extLst>
              </p:cNvPr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0" name="Google Shape;5521;p47">
                <a:extLst>
                  <a:ext uri="{FF2B5EF4-FFF2-40B4-BE49-F238E27FC236}">
                    <a16:creationId xmlns:a16="http://schemas.microsoft.com/office/drawing/2014/main" id="{A95AA0B1-AD4E-B6D3-B98D-D12D42D2D7CE}"/>
                  </a:ext>
                </a:extLst>
              </p:cNvPr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1" name="Google Shape;5522;p47">
                <a:extLst>
                  <a:ext uri="{FF2B5EF4-FFF2-40B4-BE49-F238E27FC236}">
                    <a16:creationId xmlns:a16="http://schemas.microsoft.com/office/drawing/2014/main" id="{A5F5C274-449D-A352-505E-51F9746CE8F9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2" name="Google Shape;5523;p47">
                <a:extLst>
                  <a:ext uri="{FF2B5EF4-FFF2-40B4-BE49-F238E27FC236}">
                    <a16:creationId xmlns:a16="http://schemas.microsoft.com/office/drawing/2014/main" id="{B421EF96-8F0A-1E16-BEDB-E89AFDF9DBA0}"/>
                  </a:ext>
                </a:extLst>
              </p:cNvPr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3" name="Google Shape;5524;p47">
                <a:extLst>
                  <a:ext uri="{FF2B5EF4-FFF2-40B4-BE49-F238E27FC236}">
                    <a16:creationId xmlns:a16="http://schemas.microsoft.com/office/drawing/2014/main" id="{91A5AEA1-5E43-2978-97D3-A381A0B64255}"/>
                  </a:ext>
                </a:extLst>
              </p:cNvPr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4" name="Google Shape;5525;p47">
                <a:extLst>
                  <a:ext uri="{FF2B5EF4-FFF2-40B4-BE49-F238E27FC236}">
                    <a16:creationId xmlns:a16="http://schemas.microsoft.com/office/drawing/2014/main" id="{E849358F-57CE-D2A8-9155-FF240335F023}"/>
                  </a:ext>
                </a:extLst>
              </p:cNvPr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5" name="Google Shape;5526;p47">
                <a:extLst>
                  <a:ext uri="{FF2B5EF4-FFF2-40B4-BE49-F238E27FC236}">
                    <a16:creationId xmlns:a16="http://schemas.microsoft.com/office/drawing/2014/main" id="{ADCFE7FD-7C36-3921-BBA2-CDDADB588E12}"/>
                  </a:ext>
                </a:extLst>
              </p:cNvPr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6" name="Google Shape;5527;p47">
                <a:extLst>
                  <a:ext uri="{FF2B5EF4-FFF2-40B4-BE49-F238E27FC236}">
                    <a16:creationId xmlns:a16="http://schemas.microsoft.com/office/drawing/2014/main" id="{D89D073D-E1E2-8532-2B7A-5ACC077B25F4}"/>
                  </a:ext>
                </a:extLst>
              </p:cNvPr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7" name="Google Shape;5528;p47">
                <a:extLst>
                  <a:ext uri="{FF2B5EF4-FFF2-40B4-BE49-F238E27FC236}">
                    <a16:creationId xmlns:a16="http://schemas.microsoft.com/office/drawing/2014/main" id="{1D89E4AB-E163-19D8-6E2E-95C5A58BE3AA}"/>
                  </a:ext>
                </a:extLst>
              </p:cNvPr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8" name="Google Shape;5529;p47">
                <a:extLst>
                  <a:ext uri="{FF2B5EF4-FFF2-40B4-BE49-F238E27FC236}">
                    <a16:creationId xmlns:a16="http://schemas.microsoft.com/office/drawing/2014/main" id="{19FD190A-C687-BBEA-6DAA-88C4E184EAA9}"/>
                  </a:ext>
                </a:extLst>
              </p:cNvPr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9" name="Google Shape;5530;p47">
                <a:extLst>
                  <a:ext uri="{FF2B5EF4-FFF2-40B4-BE49-F238E27FC236}">
                    <a16:creationId xmlns:a16="http://schemas.microsoft.com/office/drawing/2014/main" id="{C0DBA80F-B656-BDCA-98B8-ECDA744CEB9B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0" name="Google Shape;5531;p47">
                <a:extLst>
                  <a:ext uri="{FF2B5EF4-FFF2-40B4-BE49-F238E27FC236}">
                    <a16:creationId xmlns:a16="http://schemas.microsoft.com/office/drawing/2014/main" id="{97F5C737-F1DD-808A-0084-99D41A1BF22E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1" name="Google Shape;5532;p47">
                <a:extLst>
                  <a:ext uri="{FF2B5EF4-FFF2-40B4-BE49-F238E27FC236}">
                    <a16:creationId xmlns:a16="http://schemas.microsoft.com/office/drawing/2014/main" id="{679066E9-D765-D0F7-1D32-8B95B8662F0D}"/>
                  </a:ext>
                </a:extLst>
              </p:cNvPr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2" name="Google Shape;5533;p47">
                <a:extLst>
                  <a:ext uri="{FF2B5EF4-FFF2-40B4-BE49-F238E27FC236}">
                    <a16:creationId xmlns:a16="http://schemas.microsoft.com/office/drawing/2014/main" id="{036E8AF7-384A-5FD1-A65C-B6FE59E5BAF3}"/>
                  </a:ext>
                </a:extLst>
              </p:cNvPr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3" name="Google Shape;5534;p47">
                <a:extLst>
                  <a:ext uri="{FF2B5EF4-FFF2-40B4-BE49-F238E27FC236}">
                    <a16:creationId xmlns:a16="http://schemas.microsoft.com/office/drawing/2014/main" id="{A470BBC2-48A2-384F-9EAB-958CA88242C0}"/>
                  </a:ext>
                </a:extLst>
              </p:cNvPr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4" name="Google Shape;5535;p47">
                <a:extLst>
                  <a:ext uri="{FF2B5EF4-FFF2-40B4-BE49-F238E27FC236}">
                    <a16:creationId xmlns:a16="http://schemas.microsoft.com/office/drawing/2014/main" id="{C7F5470B-719B-4A50-4B35-6BF48F97BF03}"/>
                  </a:ext>
                </a:extLst>
              </p:cNvPr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5" name="Google Shape;5536;p47">
                <a:extLst>
                  <a:ext uri="{FF2B5EF4-FFF2-40B4-BE49-F238E27FC236}">
                    <a16:creationId xmlns:a16="http://schemas.microsoft.com/office/drawing/2014/main" id="{BD2EF1CA-A902-5734-DEED-1D862EE6B387}"/>
                  </a:ext>
                </a:extLst>
              </p:cNvPr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6" name="Google Shape;5537;p47">
                <a:extLst>
                  <a:ext uri="{FF2B5EF4-FFF2-40B4-BE49-F238E27FC236}">
                    <a16:creationId xmlns:a16="http://schemas.microsoft.com/office/drawing/2014/main" id="{FB983951-8D76-E6E1-6725-55F80CFB5A39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7" name="Google Shape;5538;p47">
                <a:extLst>
                  <a:ext uri="{FF2B5EF4-FFF2-40B4-BE49-F238E27FC236}">
                    <a16:creationId xmlns:a16="http://schemas.microsoft.com/office/drawing/2014/main" id="{FEFD0DA2-3991-8E32-654A-F043E851F02C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8" name="Google Shape;5539;p47">
                <a:extLst>
                  <a:ext uri="{FF2B5EF4-FFF2-40B4-BE49-F238E27FC236}">
                    <a16:creationId xmlns:a16="http://schemas.microsoft.com/office/drawing/2014/main" id="{F52D4933-66F4-21C7-F266-61C4DFF5CF91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9" name="Google Shape;5540;p47">
                <a:extLst>
                  <a:ext uri="{FF2B5EF4-FFF2-40B4-BE49-F238E27FC236}">
                    <a16:creationId xmlns:a16="http://schemas.microsoft.com/office/drawing/2014/main" id="{7751E42F-381C-132E-E313-96D1519992C0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0" name="Google Shape;5541;p47">
                <a:extLst>
                  <a:ext uri="{FF2B5EF4-FFF2-40B4-BE49-F238E27FC236}">
                    <a16:creationId xmlns:a16="http://schemas.microsoft.com/office/drawing/2014/main" id="{9BFFC382-09E5-8EDD-F78A-F5FA7809A28B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1" name="Google Shape;5542;p47">
                <a:extLst>
                  <a:ext uri="{FF2B5EF4-FFF2-40B4-BE49-F238E27FC236}">
                    <a16:creationId xmlns:a16="http://schemas.microsoft.com/office/drawing/2014/main" id="{FA17B55B-37C6-83D5-79B0-32D4C4E7C074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2" name="Google Shape;5543;p47">
                <a:extLst>
                  <a:ext uri="{FF2B5EF4-FFF2-40B4-BE49-F238E27FC236}">
                    <a16:creationId xmlns:a16="http://schemas.microsoft.com/office/drawing/2014/main" id="{1D0D3CF9-2FF3-EFEF-AA9A-B63363C5B308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3" name="Google Shape;5544;p47">
                <a:extLst>
                  <a:ext uri="{FF2B5EF4-FFF2-40B4-BE49-F238E27FC236}">
                    <a16:creationId xmlns:a16="http://schemas.microsoft.com/office/drawing/2014/main" id="{CB2EEF5F-7BD1-EFD7-777A-FDBC1E3CFF06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7" name="Google Shape;5545;p47">
              <a:extLst>
                <a:ext uri="{FF2B5EF4-FFF2-40B4-BE49-F238E27FC236}">
                  <a16:creationId xmlns:a16="http://schemas.microsoft.com/office/drawing/2014/main" id="{11CC16B1-3114-4753-B806-3CD729DFD92E}"/>
                </a:ext>
              </a:extLst>
            </p:cNvPr>
            <p:cNvGrpSpPr/>
            <p:nvPr/>
          </p:nvGrpSpPr>
          <p:grpSpPr>
            <a:xfrm>
              <a:off x="6049017" y="3621184"/>
              <a:ext cx="304008" cy="564114"/>
              <a:chOff x="6058230" y="-2567239"/>
              <a:chExt cx="663194" cy="1230616"/>
            </a:xfrm>
          </p:grpSpPr>
          <p:sp>
            <p:nvSpPr>
              <p:cNvPr id="1755" name="Google Shape;5546;p47">
                <a:extLst>
                  <a:ext uri="{FF2B5EF4-FFF2-40B4-BE49-F238E27FC236}">
                    <a16:creationId xmlns:a16="http://schemas.microsoft.com/office/drawing/2014/main" id="{ECFA094B-866B-DC88-DDD6-8F6792EE4CD2}"/>
                  </a:ext>
                </a:extLst>
              </p:cNvPr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6" name="Google Shape;5547;p47">
                <a:extLst>
                  <a:ext uri="{FF2B5EF4-FFF2-40B4-BE49-F238E27FC236}">
                    <a16:creationId xmlns:a16="http://schemas.microsoft.com/office/drawing/2014/main" id="{08EE675C-9EDC-B6C4-2C55-B405ECE27EAD}"/>
                  </a:ext>
                </a:extLst>
              </p:cNvPr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7" name="Google Shape;5548;p47">
                <a:extLst>
                  <a:ext uri="{FF2B5EF4-FFF2-40B4-BE49-F238E27FC236}">
                    <a16:creationId xmlns:a16="http://schemas.microsoft.com/office/drawing/2014/main" id="{E7D16DCF-9EEE-2E93-8163-DAAA62A3FE52}"/>
                  </a:ext>
                </a:extLst>
              </p:cNvPr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8" name="Google Shape;5549;p47">
                <a:extLst>
                  <a:ext uri="{FF2B5EF4-FFF2-40B4-BE49-F238E27FC236}">
                    <a16:creationId xmlns:a16="http://schemas.microsoft.com/office/drawing/2014/main" id="{5E434C24-8076-A58E-D184-81B742CA13F5}"/>
                  </a:ext>
                </a:extLst>
              </p:cNvPr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9" name="Google Shape;5550;p47">
                <a:extLst>
                  <a:ext uri="{FF2B5EF4-FFF2-40B4-BE49-F238E27FC236}">
                    <a16:creationId xmlns:a16="http://schemas.microsoft.com/office/drawing/2014/main" id="{CA2A0AC7-0034-6901-0F3B-9F76CD3E288E}"/>
                  </a:ext>
                </a:extLst>
              </p:cNvPr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0" name="Google Shape;5551;p47">
                <a:extLst>
                  <a:ext uri="{FF2B5EF4-FFF2-40B4-BE49-F238E27FC236}">
                    <a16:creationId xmlns:a16="http://schemas.microsoft.com/office/drawing/2014/main" id="{0BA04597-4646-F053-DC61-5F48B193396A}"/>
                  </a:ext>
                </a:extLst>
              </p:cNvPr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1" name="Google Shape;5552;p47">
                <a:extLst>
                  <a:ext uri="{FF2B5EF4-FFF2-40B4-BE49-F238E27FC236}">
                    <a16:creationId xmlns:a16="http://schemas.microsoft.com/office/drawing/2014/main" id="{7BDD0844-90BB-B4A6-6619-3626493CFA18}"/>
                  </a:ext>
                </a:extLst>
              </p:cNvPr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2" name="Google Shape;5553;p47">
                <a:extLst>
                  <a:ext uri="{FF2B5EF4-FFF2-40B4-BE49-F238E27FC236}">
                    <a16:creationId xmlns:a16="http://schemas.microsoft.com/office/drawing/2014/main" id="{ABC4DB19-13CE-0938-F0F8-2DD53369C5C0}"/>
                  </a:ext>
                </a:extLst>
              </p:cNvPr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3" name="Google Shape;5554;p47">
                <a:extLst>
                  <a:ext uri="{FF2B5EF4-FFF2-40B4-BE49-F238E27FC236}">
                    <a16:creationId xmlns:a16="http://schemas.microsoft.com/office/drawing/2014/main" id="{187BE29F-779C-167E-3E72-24715326185F}"/>
                  </a:ext>
                </a:extLst>
              </p:cNvPr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4" name="Google Shape;5555;p47">
                <a:extLst>
                  <a:ext uri="{FF2B5EF4-FFF2-40B4-BE49-F238E27FC236}">
                    <a16:creationId xmlns:a16="http://schemas.microsoft.com/office/drawing/2014/main" id="{2518DBF5-7320-0492-8415-4F540D405E08}"/>
                  </a:ext>
                </a:extLst>
              </p:cNvPr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5" name="Google Shape;5556;p47">
                <a:extLst>
                  <a:ext uri="{FF2B5EF4-FFF2-40B4-BE49-F238E27FC236}">
                    <a16:creationId xmlns:a16="http://schemas.microsoft.com/office/drawing/2014/main" id="{0E3AE157-56D6-3C8B-9245-7713054FE0C0}"/>
                  </a:ext>
                </a:extLst>
              </p:cNvPr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6" name="Google Shape;5557;p47">
                <a:extLst>
                  <a:ext uri="{FF2B5EF4-FFF2-40B4-BE49-F238E27FC236}">
                    <a16:creationId xmlns:a16="http://schemas.microsoft.com/office/drawing/2014/main" id="{31DA6D6F-6FD5-69CD-2DFC-8D8C71512F6C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7" name="Google Shape;5558;p47">
                <a:extLst>
                  <a:ext uri="{FF2B5EF4-FFF2-40B4-BE49-F238E27FC236}">
                    <a16:creationId xmlns:a16="http://schemas.microsoft.com/office/drawing/2014/main" id="{73F454B6-61D8-5DD4-5693-30B858C7280E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8" name="Google Shape;5559;p47">
                <a:extLst>
                  <a:ext uri="{FF2B5EF4-FFF2-40B4-BE49-F238E27FC236}">
                    <a16:creationId xmlns:a16="http://schemas.microsoft.com/office/drawing/2014/main" id="{ED458C42-7526-5F20-608E-1D35E7B9F9C9}"/>
                  </a:ext>
                </a:extLst>
              </p:cNvPr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9" name="Google Shape;5560;p47">
                <a:extLst>
                  <a:ext uri="{FF2B5EF4-FFF2-40B4-BE49-F238E27FC236}">
                    <a16:creationId xmlns:a16="http://schemas.microsoft.com/office/drawing/2014/main" id="{725146A8-387B-802D-405B-31D5132C8927}"/>
                  </a:ext>
                </a:extLst>
              </p:cNvPr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0" name="Google Shape;5561;p47">
                <a:extLst>
                  <a:ext uri="{FF2B5EF4-FFF2-40B4-BE49-F238E27FC236}">
                    <a16:creationId xmlns:a16="http://schemas.microsoft.com/office/drawing/2014/main" id="{BC7C50F6-B117-4A5E-799C-0649953B553E}"/>
                  </a:ext>
                </a:extLst>
              </p:cNvPr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1" name="Google Shape;5562;p47">
                <a:extLst>
                  <a:ext uri="{FF2B5EF4-FFF2-40B4-BE49-F238E27FC236}">
                    <a16:creationId xmlns:a16="http://schemas.microsoft.com/office/drawing/2014/main" id="{68924058-5409-46F2-37CC-603F5B5B9897}"/>
                  </a:ext>
                </a:extLst>
              </p:cNvPr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2" name="Google Shape;5563;p47">
                <a:extLst>
                  <a:ext uri="{FF2B5EF4-FFF2-40B4-BE49-F238E27FC236}">
                    <a16:creationId xmlns:a16="http://schemas.microsoft.com/office/drawing/2014/main" id="{F1341ABE-9990-687C-94B5-F2C48D6FA4E5}"/>
                  </a:ext>
                </a:extLst>
              </p:cNvPr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3" name="Google Shape;5564;p47">
                <a:extLst>
                  <a:ext uri="{FF2B5EF4-FFF2-40B4-BE49-F238E27FC236}">
                    <a16:creationId xmlns:a16="http://schemas.microsoft.com/office/drawing/2014/main" id="{5AF77E33-4EAF-CF1A-34B3-5540FC446DD6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4" name="Google Shape;5565;p47">
                <a:extLst>
                  <a:ext uri="{FF2B5EF4-FFF2-40B4-BE49-F238E27FC236}">
                    <a16:creationId xmlns:a16="http://schemas.microsoft.com/office/drawing/2014/main" id="{C586C221-3304-DDC0-8E54-6E5DDA186EE7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5" name="Google Shape;5566;p47">
                <a:extLst>
                  <a:ext uri="{FF2B5EF4-FFF2-40B4-BE49-F238E27FC236}">
                    <a16:creationId xmlns:a16="http://schemas.microsoft.com/office/drawing/2014/main" id="{92B149C8-238A-763F-D2B8-C9526555C1C4}"/>
                  </a:ext>
                </a:extLst>
              </p:cNvPr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6" name="Google Shape;5567;p47">
                <a:extLst>
                  <a:ext uri="{FF2B5EF4-FFF2-40B4-BE49-F238E27FC236}">
                    <a16:creationId xmlns:a16="http://schemas.microsoft.com/office/drawing/2014/main" id="{715566C6-48A5-989D-FDA1-BD538B1C9BA8}"/>
                  </a:ext>
                </a:extLst>
              </p:cNvPr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7" name="Google Shape;5568;p47">
                <a:extLst>
                  <a:ext uri="{FF2B5EF4-FFF2-40B4-BE49-F238E27FC236}">
                    <a16:creationId xmlns:a16="http://schemas.microsoft.com/office/drawing/2014/main" id="{9BA00AEA-99F5-60C9-84F3-22AB05D0DAB9}"/>
                  </a:ext>
                </a:extLst>
              </p:cNvPr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8" name="Google Shape;5569;p47">
                <a:extLst>
                  <a:ext uri="{FF2B5EF4-FFF2-40B4-BE49-F238E27FC236}">
                    <a16:creationId xmlns:a16="http://schemas.microsoft.com/office/drawing/2014/main" id="{A1C0AF5E-7DE0-B9DC-F19B-C639A880B2AC}"/>
                  </a:ext>
                </a:extLst>
              </p:cNvPr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9" name="Google Shape;5570;p47">
                <a:extLst>
                  <a:ext uri="{FF2B5EF4-FFF2-40B4-BE49-F238E27FC236}">
                    <a16:creationId xmlns:a16="http://schemas.microsoft.com/office/drawing/2014/main" id="{39C8E955-1070-A563-1F21-D039A8847684}"/>
                  </a:ext>
                </a:extLst>
              </p:cNvPr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0" name="Google Shape;5571;p47">
                <a:extLst>
                  <a:ext uri="{FF2B5EF4-FFF2-40B4-BE49-F238E27FC236}">
                    <a16:creationId xmlns:a16="http://schemas.microsoft.com/office/drawing/2014/main" id="{4CD60BA5-874F-CA80-6464-12722CD2396C}"/>
                  </a:ext>
                </a:extLst>
              </p:cNvPr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1" name="Google Shape;5572;p47">
                <a:extLst>
                  <a:ext uri="{FF2B5EF4-FFF2-40B4-BE49-F238E27FC236}">
                    <a16:creationId xmlns:a16="http://schemas.microsoft.com/office/drawing/2014/main" id="{9D08A3B9-7C04-122F-9636-CF444AA2D39A}"/>
                  </a:ext>
                </a:extLst>
              </p:cNvPr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2" name="Google Shape;5573;p47">
                <a:extLst>
                  <a:ext uri="{FF2B5EF4-FFF2-40B4-BE49-F238E27FC236}">
                    <a16:creationId xmlns:a16="http://schemas.microsoft.com/office/drawing/2014/main" id="{E812BBDB-E0C6-9202-6B29-7B57D5449492}"/>
                  </a:ext>
                </a:extLst>
              </p:cNvPr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3" name="Google Shape;5574;p47">
                <a:extLst>
                  <a:ext uri="{FF2B5EF4-FFF2-40B4-BE49-F238E27FC236}">
                    <a16:creationId xmlns:a16="http://schemas.microsoft.com/office/drawing/2014/main" id="{6B8ACAD4-DA63-F53F-1A58-D163704150D8}"/>
                  </a:ext>
                </a:extLst>
              </p:cNvPr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4" name="Google Shape;5575;p47">
                <a:extLst>
                  <a:ext uri="{FF2B5EF4-FFF2-40B4-BE49-F238E27FC236}">
                    <a16:creationId xmlns:a16="http://schemas.microsoft.com/office/drawing/2014/main" id="{C4627707-64D6-FC01-10D0-78DD41C655D2}"/>
                  </a:ext>
                </a:extLst>
              </p:cNvPr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5" name="Google Shape;5576;p47">
                <a:extLst>
                  <a:ext uri="{FF2B5EF4-FFF2-40B4-BE49-F238E27FC236}">
                    <a16:creationId xmlns:a16="http://schemas.microsoft.com/office/drawing/2014/main" id="{1A06EEEC-381F-9F98-2C46-994034E08EAA}"/>
                  </a:ext>
                </a:extLst>
              </p:cNvPr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6" name="Google Shape;5577;p47">
                <a:extLst>
                  <a:ext uri="{FF2B5EF4-FFF2-40B4-BE49-F238E27FC236}">
                    <a16:creationId xmlns:a16="http://schemas.microsoft.com/office/drawing/2014/main" id="{FEC9F57D-085B-5967-AE52-6981A2CC3983}"/>
                  </a:ext>
                </a:extLst>
              </p:cNvPr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7" name="Google Shape;5578;p47">
                <a:extLst>
                  <a:ext uri="{FF2B5EF4-FFF2-40B4-BE49-F238E27FC236}">
                    <a16:creationId xmlns:a16="http://schemas.microsoft.com/office/drawing/2014/main" id="{6CB0A59B-1F22-2466-C799-2F020252BD2B}"/>
                  </a:ext>
                </a:extLst>
              </p:cNvPr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8" name="Google Shape;5579;p47">
                <a:extLst>
                  <a:ext uri="{FF2B5EF4-FFF2-40B4-BE49-F238E27FC236}">
                    <a16:creationId xmlns:a16="http://schemas.microsoft.com/office/drawing/2014/main" id="{8AA27D9C-BEBE-89BA-8794-40EF915C9C2A}"/>
                  </a:ext>
                </a:extLst>
              </p:cNvPr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8" name="Google Shape;5580;p47">
              <a:extLst>
                <a:ext uri="{FF2B5EF4-FFF2-40B4-BE49-F238E27FC236}">
                  <a16:creationId xmlns:a16="http://schemas.microsoft.com/office/drawing/2014/main" id="{E70C6939-B4C5-39C7-CE8D-35CF258F67F5}"/>
                </a:ext>
              </a:extLst>
            </p:cNvPr>
            <p:cNvGrpSpPr/>
            <p:nvPr/>
          </p:nvGrpSpPr>
          <p:grpSpPr>
            <a:xfrm>
              <a:off x="7798664" y="783526"/>
              <a:ext cx="516340" cy="1362905"/>
              <a:chOff x="9791151" y="-1806999"/>
              <a:chExt cx="516340" cy="1362905"/>
            </a:xfrm>
          </p:grpSpPr>
          <p:sp>
            <p:nvSpPr>
              <p:cNvPr id="1712" name="Google Shape;5581;p47">
                <a:extLst>
                  <a:ext uri="{FF2B5EF4-FFF2-40B4-BE49-F238E27FC236}">
                    <a16:creationId xmlns:a16="http://schemas.microsoft.com/office/drawing/2014/main" id="{2052DB15-376B-8366-EAC9-35CEB7E7ECDA}"/>
                  </a:ext>
                </a:extLst>
              </p:cNvPr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3" name="Google Shape;5582;p47">
                <a:extLst>
                  <a:ext uri="{FF2B5EF4-FFF2-40B4-BE49-F238E27FC236}">
                    <a16:creationId xmlns:a16="http://schemas.microsoft.com/office/drawing/2014/main" id="{94605E5C-600E-BB2C-04D0-1FA35FD90C40}"/>
                  </a:ext>
                </a:extLst>
              </p:cNvPr>
              <p:cNvSpPr/>
              <p:nvPr/>
            </p:nvSpPr>
            <p:spPr>
              <a:xfrm>
                <a:off x="9989978" y="-884287"/>
                <a:ext cx="15520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4" name="Google Shape;5583;p47">
                <a:extLst>
                  <a:ext uri="{FF2B5EF4-FFF2-40B4-BE49-F238E27FC236}">
                    <a16:creationId xmlns:a16="http://schemas.microsoft.com/office/drawing/2014/main" id="{0AAE76A0-8750-1E25-4E40-4F8F5507A3A8}"/>
                  </a:ext>
                </a:extLst>
              </p:cNvPr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5" name="Google Shape;5584;p47">
                <a:extLst>
                  <a:ext uri="{FF2B5EF4-FFF2-40B4-BE49-F238E27FC236}">
                    <a16:creationId xmlns:a16="http://schemas.microsoft.com/office/drawing/2014/main" id="{8CC65AE1-26B1-519F-9B57-E05A1F98E9CC}"/>
                  </a:ext>
                </a:extLst>
              </p:cNvPr>
              <p:cNvSpPr/>
              <p:nvPr/>
            </p:nvSpPr>
            <p:spPr>
              <a:xfrm>
                <a:off x="9986057" y="-876608"/>
                <a:ext cx="19441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6" name="Google Shape;5585;p47">
                <a:extLst>
                  <a:ext uri="{FF2B5EF4-FFF2-40B4-BE49-F238E27FC236}">
                    <a16:creationId xmlns:a16="http://schemas.microsoft.com/office/drawing/2014/main" id="{2839D68F-4B25-2E70-6C40-7A9D5E4C619B}"/>
                  </a:ext>
                </a:extLst>
              </p:cNvPr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7" name="Google Shape;5586;p47">
                <a:extLst>
                  <a:ext uri="{FF2B5EF4-FFF2-40B4-BE49-F238E27FC236}">
                    <a16:creationId xmlns:a16="http://schemas.microsoft.com/office/drawing/2014/main" id="{BB12878B-5F7F-C9C0-5498-ED7A7D5B5C37}"/>
                  </a:ext>
                </a:extLst>
              </p:cNvPr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8" name="Google Shape;5587;p47">
                <a:extLst>
                  <a:ext uri="{FF2B5EF4-FFF2-40B4-BE49-F238E27FC236}">
                    <a16:creationId xmlns:a16="http://schemas.microsoft.com/office/drawing/2014/main" id="{463D8014-0632-2C70-8982-54EBEDF26735}"/>
                  </a:ext>
                </a:extLst>
              </p:cNvPr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9" name="Google Shape;5588;p47">
                <a:extLst>
                  <a:ext uri="{FF2B5EF4-FFF2-40B4-BE49-F238E27FC236}">
                    <a16:creationId xmlns:a16="http://schemas.microsoft.com/office/drawing/2014/main" id="{4F40F753-206A-56D6-5848-42399CB1B229}"/>
                  </a:ext>
                </a:extLst>
              </p:cNvPr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0" name="Google Shape;5589;p47">
                <a:extLst>
                  <a:ext uri="{FF2B5EF4-FFF2-40B4-BE49-F238E27FC236}">
                    <a16:creationId xmlns:a16="http://schemas.microsoft.com/office/drawing/2014/main" id="{609F6F29-9DF9-ED6F-177B-E7CD21954105}"/>
                  </a:ext>
                </a:extLst>
              </p:cNvPr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1" name="Google Shape;5590;p47">
                <a:extLst>
                  <a:ext uri="{FF2B5EF4-FFF2-40B4-BE49-F238E27FC236}">
                    <a16:creationId xmlns:a16="http://schemas.microsoft.com/office/drawing/2014/main" id="{A1E6A559-219B-277D-B43A-F07370DDFD6C}"/>
                  </a:ext>
                </a:extLst>
              </p:cNvPr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2" name="Google Shape;5591;p47">
                <a:extLst>
                  <a:ext uri="{FF2B5EF4-FFF2-40B4-BE49-F238E27FC236}">
                    <a16:creationId xmlns:a16="http://schemas.microsoft.com/office/drawing/2014/main" id="{8AD04797-083A-0A2E-5BEC-C5494479C47C}"/>
                  </a:ext>
                </a:extLst>
              </p:cNvPr>
              <p:cNvSpPr/>
              <p:nvPr/>
            </p:nvSpPr>
            <p:spPr>
              <a:xfrm>
                <a:off x="10111529" y="-953732"/>
                <a:ext cx="11763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3" name="Google Shape;5592;p47">
                <a:extLst>
                  <a:ext uri="{FF2B5EF4-FFF2-40B4-BE49-F238E27FC236}">
                    <a16:creationId xmlns:a16="http://schemas.microsoft.com/office/drawing/2014/main" id="{DACC5ACF-EA58-7E34-F98F-9868E909B5A5}"/>
                  </a:ext>
                </a:extLst>
              </p:cNvPr>
              <p:cNvSpPr/>
              <p:nvPr/>
            </p:nvSpPr>
            <p:spPr>
              <a:xfrm>
                <a:off x="10123128" y="-955692"/>
                <a:ext cx="21402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4" name="Google Shape;5593;p47">
                <a:extLst>
                  <a:ext uri="{FF2B5EF4-FFF2-40B4-BE49-F238E27FC236}">
                    <a16:creationId xmlns:a16="http://schemas.microsoft.com/office/drawing/2014/main" id="{87791E74-3E3F-B9EE-324B-665862DA0225}"/>
                  </a:ext>
                </a:extLst>
              </p:cNvPr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5" name="Google Shape;5594;p47">
                <a:extLst>
                  <a:ext uri="{FF2B5EF4-FFF2-40B4-BE49-F238E27FC236}">
                    <a16:creationId xmlns:a16="http://schemas.microsoft.com/office/drawing/2014/main" id="{20B1E31F-2947-DA67-1166-C6F4A6199958}"/>
                  </a:ext>
                </a:extLst>
              </p:cNvPr>
              <p:cNvSpPr/>
              <p:nvPr/>
            </p:nvSpPr>
            <p:spPr>
              <a:xfrm>
                <a:off x="10090290" y="-1179549"/>
                <a:ext cx="71557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6" name="Google Shape;5595;p47">
                <a:extLst>
                  <a:ext uri="{FF2B5EF4-FFF2-40B4-BE49-F238E27FC236}">
                    <a16:creationId xmlns:a16="http://schemas.microsoft.com/office/drawing/2014/main" id="{46DCF1A5-18DE-260C-69B3-E0094325370E}"/>
                  </a:ext>
                </a:extLst>
              </p:cNvPr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7" name="Google Shape;5596;p47">
                <a:extLst>
                  <a:ext uri="{FF2B5EF4-FFF2-40B4-BE49-F238E27FC236}">
                    <a16:creationId xmlns:a16="http://schemas.microsoft.com/office/drawing/2014/main" id="{8A1C1587-CF6E-732D-1905-5650CED25292}"/>
                  </a:ext>
                </a:extLst>
              </p:cNvPr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8" name="Google Shape;5597;p47">
                <a:extLst>
                  <a:ext uri="{FF2B5EF4-FFF2-40B4-BE49-F238E27FC236}">
                    <a16:creationId xmlns:a16="http://schemas.microsoft.com/office/drawing/2014/main" id="{450E964B-DF19-5682-BA01-51852E685E34}"/>
                  </a:ext>
                </a:extLst>
              </p:cNvPr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9" name="Google Shape;5598;p47">
                <a:extLst>
                  <a:ext uri="{FF2B5EF4-FFF2-40B4-BE49-F238E27FC236}">
                    <a16:creationId xmlns:a16="http://schemas.microsoft.com/office/drawing/2014/main" id="{083FBD93-1B36-5C69-1EE2-1FCE75558900}"/>
                  </a:ext>
                </a:extLst>
              </p:cNvPr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0" name="Google Shape;5599;p47">
                <a:extLst>
                  <a:ext uri="{FF2B5EF4-FFF2-40B4-BE49-F238E27FC236}">
                    <a16:creationId xmlns:a16="http://schemas.microsoft.com/office/drawing/2014/main" id="{C0EFEB16-F9FB-2CC7-4A5A-96CC85792CB4}"/>
                  </a:ext>
                </a:extLst>
              </p:cNvPr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1" name="Google Shape;5600;p47">
                <a:extLst>
                  <a:ext uri="{FF2B5EF4-FFF2-40B4-BE49-F238E27FC236}">
                    <a16:creationId xmlns:a16="http://schemas.microsoft.com/office/drawing/2014/main" id="{5C9670ED-67DD-F50C-C310-7988E123A354}"/>
                  </a:ext>
                </a:extLst>
              </p:cNvPr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2" name="Google Shape;5601;p47">
                <a:extLst>
                  <a:ext uri="{FF2B5EF4-FFF2-40B4-BE49-F238E27FC236}">
                    <a16:creationId xmlns:a16="http://schemas.microsoft.com/office/drawing/2014/main" id="{AF07D1F0-150B-478F-C4A4-05DE76B848FE}"/>
                  </a:ext>
                </a:extLst>
              </p:cNvPr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3" name="Google Shape;5602;p47">
                <a:extLst>
                  <a:ext uri="{FF2B5EF4-FFF2-40B4-BE49-F238E27FC236}">
                    <a16:creationId xmlns:a16="http://schemas.microsoft.com/office/drawing/2014/main" id="{F27EB644-EAB9-F605-42C0-C3554557ADB7}"/>
                  </a:ext>
                </a:extLst>
              </p:cNvPr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4" name="Google Shape;5603;p47">
                <a:extLst>
                  <a:ext uri="{FF2B5EF4-FFF2-40B4-BE49-F238E27FC236}">
                    <a16:creationId xmlns:a16="http://schemas.microsoft.com/office/drawing/2014/main" id="{ADE011D6-21F6-5A6A-1BA9-5BC776149A02}"/>
                  </a:ext>
                </a:extLst>
              </p:cNvPr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5" name="Google Shape;5604;p47">
                <a:extLst>
                  <a:ext uri="{FF2B5EF4-FFF2-40B4-BE49-F238E27FC236}">
                    <a16:creationId xmlns:a16="http://schemas.microsoft.com/office/drawing/2014/main" id="{C69040E6-054C-F95A-6060-0D9A28D8EC2D}"/>
                  </a:ext>
                </a:extLst>
              </p:cNvPr>
              <p:cNvSpPr/>
              <p:nvPr/>
            </p:nvSpPr>
            <p:spPr>
              <a:xfrm>
                <a:off x="10223440" y="-1243274"/>
                <a:ext cx="61918" cy="26258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6" name="Google Shape;5605;p47">
                <a:extLst>
                  <a:ext uri="{FF2B5EF4-FFF2-40B4-BE49-F238E27FC236}">
                    <a16:creationId xmlns:a16="http://schemas.microsoft.com/office/drawing/2014/main" id="{72C47810-042A-7F3D-8086-7D874E33CFEC}"/>
                  </a:ext>
                </a:extLst>
              </p:cNvPr>
              <p:cNvSpPr/>
              <p:nvPr/>
            </p:nvSpPr>
            <p:spPr>
              <a:xfrm>
                <a:off x="9980176" y="-1625463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7" name="Google Shape;5606;p47">
                <a:extLst>
                  <a:ext uri="{FF2B5EF4-FFF2-40B4-BE49-F238E27FC236}">
                    <a16:creationId xmlns:a16="http://schemas.microsoft.com/office/drawing/2014/main" id="{EAA6255F-8695-63B4-8E44-68F0A514F8BC}"/>
                  </a:ext>
                </a:extLst>
              </p:cNvPr>
              <p:cNvSpPr/>
              <p:nvPr/>
            </p:nvSpPr>
            <p:spPr>
              <a:xfrm>
                <a:off x="9920380" y="-1418928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8" name="Google Shape;5607;p47">
                <a:extLst>
                  <a:ext uri="{FF2B5EF4-FFF2-40B4-BE49-F238E27FC236}">
                    <a16:creationId xmlns:a16="http://schemas.microsoft.com/office/drawing/2014/main" id="{30EDF77F-FDED-71DD-44F4-96FEA3FBB4E1}"/>
                  </a:ext>
                </a:extLst>
              </p:cNvPr>
              <p:cNvSpPr/>
              <p:nvPr/>
            </p:nvSpPr>
            <p:spPr>
              <a:xfrm>
                <a:off x="9791151" y="-1588862"/>
                <a:ext cx="139030" cy="66421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9" name="Google Shape;5608;p47">
                <a:extLst>
                  <a:ext uri="{FF2B5EF4-FFF2-40B4-BE49-F238E27FC236}">
                    <a16:creationId xmlns:a16="http://schemas.microsoft.com/office/drawing/2014/main" id="{6D46C841-F3C7-D1DA-55FF-23C8CB6C7DA5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740" name="Google Shape;5609;p47">
                <a:extLst>
                  <a:ext uri="{FF2B5EF4-FFF2-40B4-BE49-F238E27FC236}">
                    <a16:creationId xmlns:a16="http://schemas.microsoft.com/office/drawing/2014/main" id="{F8BB50BC-93F0-0F59-7936-10966CAF9B49}"/>
                  </a:ext>
                </a:extLst>
              </p:cNvPr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1749" name="Google Shape;5610;p47">
                  <a:extLst>
                    <a:ext uri="{FF2B5EF4-FFF2-40B4-BE49-F238E27FC236}">
                      <a16:creationId xmlns:a16="http://schemas.microsoft.com/office/drawing/2014/main" id="{66EF469D-38DE-7552-DF2F-3182D3ABDBD3}"/>
                    </a:ext>
                  </a:extLst>
                </p:cNvPr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0" name="Google Shape;5611;p47">
                  <a:extLst>
                    <a:ext uri="{FF2B5EF4-FFF2-40B4-BE49-F238E27FC236}">
                      <a16:creationId xmlns:a16="http://schemas.microsoft.com/office/drawing/2014/main" id="{4ACE5FD4-04A6-D610-777A-513B18104958}"/>
                    </a:ext>
                  </a:extLst>
                </p:cNvPr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1" name="Google Shape;5612;p47">
                  <a:extLst>
                    <a:ext uri="{FF2B5EF4-FFF2-40B4-BE49-F238E27FC236}">
                      <a16:creationId xmlns:a16="http://schemas.microsoft.com/office/drawing/2014/main" id="{F8D30CD6-87DD-67AD-5F79-62FE68BD6D43}"/>
                    </a:ext>
                  </a:extLst>
                </p:cNvPr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2" name="Google Shape;5613;p47">
                  <a:extLst>
                    <a:ext uri="{FF2B5EF4-FFF2-40B4-BE49-F238E27FC236}">
                      <a16:creationId xmlns:a16="http://schemas.microsoft.com/office/drawing/2014/main" id="{B8FFD7ED-13D3-4A87-146D-257165A1F332}"/>
                    </a:ext>
                  </a:extLst>
                </p:cNvPr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3" name="Google Shape;5614;p47">
                  <a:extLst>
                    <a:ext uri="{FF2B5EF4-FFF2-40B4-BE49-F238E27FC236}">
                      <a16:creationId xmlns:a16="http://schemas.microsoft.com/office/drawing/2014/main" id="{F387B86C-259B-843E-AF19-1997DBB1B271}"/>
                    </a:ext>
                  </a:extLst>
                </p:cNvPr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4" name="Google Shape;5615;p47">
                  <a:extLst>
                    <a:ext uri="{FF2B5EF4-FFF2-40B4-BE49-F238E27FC236}">
                      <a16:creationId xmlns:a16="http://schemas.microsoft.com/office/drawing/2014/main" id="{DB2F9D01-C5C3-6724-00A9-28EAE99A7D6B}"/>
                    </a:ext>
                  </a:extLst>
                </p:cNvPr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741" name="Google Shape;5616;p47">
                <a:extLst>
                  <a:ext uri="{FF2B5EF4-FFF2-40B4-BE49-F238E27FC236}">
                    <a16:creationId xmlns:a16="http://schemas.microsoft.com/office/drawing/2014/main" id="{DEB1A923-461A-60AB-501D-96EE43F8CC0C}"/>
                  </a:ext>
                </a:extLst>
              </p:cNvPr>
              <p:cNvSpPr/>
              <p:nvPr/>
            </p:nvSpPr>
            <p:spPr>
              <a:xfrm>
                <a:off x="9988009" y="-1632074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2" name="Google Shape;5617;p47">
                <a:extLst>
                  <a:ext uri="{FF2B5EF4-FFF2-40B4-BE49-F238E27FC236}">
                    <a16:creationId xmlns:a16="http://schemas.microsoft.com/office/drawing/2014/main" id="{5B638441-299F-C0FB-F268-F7AD7B14A09A}"/>
                  </a:ext>
                </a:extLst>
              </p:cNvPr>
              <p:cNvSpPr/>
              <p:nvPr/>
            </p:nvSpPr>
            <p:spPr>
              <a:xfrm>
                <a:off x="9928213" y="-1425539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3" name="Google Shape;5618;p47">
                <a:extLst>
                  <a:ext uri="{FF2B5EF4-FFF2-40B4-BE49-F238E27FC236}">
                    <a16:creationId xmlns:a16="http://schemas.microsoft.com/office/drawing/2014/main" id="{B511E19F-87EC-DF46-1314-164B6B66B884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4" name="Google Shape;5619;p47">
                <a:extLst>
                  <a:ext uri="{FF2B5EF4-FFF2-40B4-BE49-F238E27FC236}">
                    <a16:creationId xmlns:a16="http://schemas.microsoft.com/office/drawing/2014/main" id="{28FCF07C-2F57-66C9-8F62-BEACBBC717EC}"/>
                  </a:ext>
                </a:extLst>
              </p:cNvPr>
              <p:cNvSpPr/>
              <p:nvPr/>
            </p:nvSpPr>
            <p:spPr>
              <a:xfrm>
                <a:off x="9929120" y="-1725782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5" name="Google Shape;5620;p47">
                <a:extLst>
                  <a:ext uri="{FF2B5EF4-FFF2-40B4-BE49-F238E27FC236}">
                    <a16:creationId xmlns:a16="http://schemas.microsoft.com/office/drawing/2014/main" id="{3303958A-3BF1-EDDF-F573-E0034228DDAC}"/>
                  </a:ext>
                </a:extLst>
              </p:cNvPr>
              <p:cNvSpPr/>
              <p:nvPr/>
            </p:nvSpPr>
            <p:spPr>
              <a:xfrm>
                <a:off x="9928222" y="-1725790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6" name="Google Shape;5621;p47">
                <a:extLst>
                  <a:ext uri="{FF2B5EF4-FFF2-40B4-BE49-F238E27FC236}">
                    <a16:creationId xmlns:a16="http://schemas.microsoft.com/office/drawing/2014/main" id="{F755CF7D-DD51-1A3C-1F09-467B4883BA01}"/>
                  </a:ext>
                </a:extLst>
              </p:cNvPr>
              <p:cNvSpPr/>
              <p:nvPr/>
            </p:nvSpPr>
            <p:spPr>
              <a:xfrm>
                <a:off x="9970536" y="-1183470"/>
                <a:ext cx="90998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7" name="Google Shape;5622;p47">
                <a:extLst>
                  <a:ext uri="{FF2B5EF4-FFF2-40B4-BE49-F238E27FC236}">
                    <a16:creationId xmlns:a16="http://schemas.microsoft.com/office/drawing/2014/main" id="{940140EE-B6ED-4AC8-3531-A0310E6A46A4}"/>
                  </a:ext>
                </a:extLst>
              </p:cNvPr>
              <p:cNvSpPr/>
              <p:nvPr/>
            </p:nvSpPr>
            <p:spPr>
              <a:xfrm>
                <a:off x="10096008" y="-1254875"/>
                <a:ext cx="90835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8" name="Google Shape;5623;p47">
                <a:extLst>
                  <a:ext uri="{FF2B5EF4-FFF2-40B4-BE49-F238E27FC236}">
                    <a16:creationId xmlns:a16="http://schemas.microsoft.com/office/drawing/2014/main" id="{B51D1E4A-3D12-33A7-012A-652F05EB8DCE}"/>
                  </a:ext>
                </a:extLst>
              </p:cNvPr>
              <p:cNvSpPr/>
              <p:nvPr/>
            </p:nvSpPr>
            <p:spPr>
              <a:xfrm>
                <a:off x="9970536" y="-1167947"/>
                <a:ext cx="218266" cy="187254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9" name="Google Shape;5624;p47">
              <a:extLst>
                <a:ext uri="{FF2B5EF4-FFF2-40B4-BE49-F238E27FC236}">
                  <a16:creationId xmlns:a16="http://schemas.microsoft.com/office/drawing/2014/main" id="{EA79E641-E4B7-563E-1936-A415CABA722A}"/>
                </a:ext>
              </a:extLst>
            </p:cNvPr>
            <p:cNvGrpSpPr/>
            <p:nvPr/>
          </p:nvGrpSpPr>
          <p:grpSpPr>
            <a:xfrm>
              <a:off x="5539048" y="1488900"/>
              <a:ext cx="301969" cy="562336"/>
              <a:chOff x="7686885" y="2546950"/>
              <a:chExt cx="301969" cy="562336"/>
            </a:xfrm>
          </p:grpSpPr>
          <p:sp>
            <p:nvSpPr>
              <p:cNvPr id="1703" name="Google Shape;5625;p47">
                <a:extLst>
                  <a:ext uri="{FF2B5EF4-FFF2-40B4-BE49-F238E27FC236}">
                    <a16:creationId xmlns:a16="http://schemas.microsoft.com/office/drawing/2014/main" id="{60D82895-F7F3-5B93-D213-945A968BCD60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4" name="Google Shape;5626;p47">
                <a:extLst>
                  <a:ext uri="{FF2B5EF4-FFF2-40B4-BE49-F238E27FC236}">
                    <a16:creationId xmlns:a16="http://schemas.microsoft.com/office/drawing/2014/main" id="{D56D5579-9374-519F-BA07-FB13D936E399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5" name="Google Shape;5627;p47">
                <a:extLst>
                  <a:ext uri="{FF2B5EF4-FFF2-40B4-BE49-F238E27FC236}">
                    <a16:creationId xmlns:a16="http://schemas.microsoft.com/office/drawing/2014/main" id="{CF0D2F94-8800-BCFA-F79D-088BCA78403E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6" name="Google Shape;5628;p47">
                <a:extLst>
                  <a:ext uri="{FF2B5EF4-FFF2-40B4-BE49-F238E27FC236}">
                    <a16:creationId xmlns:a16="http://schemas.microsoft.com/office/drawing/2014/main" id="{B27C47D1-6DFE-F64E-F56B-F6CEDD093216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7" name="Google Shape;5629;p47">
                <a:extLst>
                  <a:ext uri="{FF2B5EF4-FFF2-40B4-BE49-F238E27FC236}">
                    <a16:creationId xmlns:a16="http://schemas.microsoft.com/office/drawing/2014/main" id="{76982430-1DA1-68AC-C0DF-A6957C4610ED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8" name="Google Shape;5630;p47">
                <a:extLst>
                  <a:ext uri="{FF2B5EF4-FFF2-40B4-BE49-F238E27FC236}">
                    <a16:creationId xmlns:a16="http://schemas.microsoft.com/office/drawing/2014/main" id="{961FB079-E1C7-1DA2-A91D-E78453F83A61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9" name="Google Shape;5631;p47">
                <a:extLst>
                  <a:ext uri="{FF2B5EF4-FFF2-40B4-BE49-F238E27FC236}">
                    <a16:creationId xmlns:a16="http://schemas.microsoft.com/office/drawing/2014/main" id="{6E401895-469D-B671-9883-8D84C2591264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0" name="Google Shape;5632;p47">
                <a:extLst>
                  <a:ext uri="{FF2B5EF4-FFF2-40B4-BE49-F238E27FC236}">
                    <a16:creationId xmlns:a16="http://schemas.microsoft.com/office/drawing/2014/main" id="{A4899D7D-B85B-2C07-48D4-C8328EEBA085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1" name="Google Shape;5633;p47">
                <a:extLst>
                  <a:ext uri="{FF2B5EF4-FFF2-40B4-BE49-F238E27FC236}">
                    <a16:creationId xmlns:a16="http://schemas.microsoft.com/office/drawing/2014/main" id="{1B1B76AB-DFD5-E600-BAA9-2D1ABABDBDEA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300" name="Google Shape;5634;p47">
              <a:extLst>
                <a:ext uri="{FF2B5EF4-FFF2-40B4-BE49-F238E27FC236}">
                  <a16:creationId xmlns:a16="http://schemas.microsoft.com/office/drawing/2014/main" id="{D403959B-C7B0-56E3-4CCB-4D50A00430E2}"/>
                </a:ext>
              </a:extLst>
            </p:cNvPr>
            <p:cNvGrpSpPr/>
            <p:nvPr/>
          </p:nvGrpSpPr>
          <p:grpSpPr>
            <a:xfrm>
              <a:off x="6049022" y="2051232"/>
              <a:ext cx="2024473" cy="1195059"/>
              <a:chOff x="9812585" y="6334891"/>
              <a:chExt cx="3062279" cy="1807682"/>
            </a:xfrm>
          </p:grpSpPr>
          <p:sp>
            <p:nvSpPr>
              <p:cNvPr id="1301" name="Google Shape;5635;p47">
                <a:extLst>
                  <a:ext uri="{FF2B5EF4-FFF2-40B4-BE49-F238E27FC236}">
                    <a16:creationId xmlns:a16="http://schemas.microsoft.com/office/drawing/2014/main" id="{961790AC-404A-0BA7-BF19-F47192F21920}"/>
                  </a:ext>
                </a:extLst>
              </p:cNvPr>
              <p:cNvSpPr/>
              <p:nvPr/>
            </p:nvSpPr>
            <p:spPr>
              <a:xfrm flipH="1">
                <a:off x="11342560" y="7218955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2" name="Google Shape;5636;p47">
                <a:extLst>
                  <a:ext uri="{FF2B5EF4-FFF2-40B4-BE49-F238E27FC236}">
                    <a16:creationId xmlns:a16="http://schemas.microsoft.com/office/drawing/2014/main" id="{4EA2DD03-0351-27B4-F503-62DE392E137E}"/>
                  </a:ext>
                </a:extLst>
              </p:cNvPr>
              <p:cNvSpPr/>
              <p:nvPr/>
            </p:nvSpPr>
            <p:spPr>
              <a:xfrm flipH="1">
                <a:off x="9817984" y="6334891"/>
                <a:ext cx="3056880" cy="1769678"/>
              </a:xfrm>
              <a:custGeom>
                <a:avLst/>
                <a:gdLst/>
                <a:ahLst/>
                <a:cxnLst/>
                <a:rect l="l" t="t" r="r" b="b"/>
                <a:pathLst>
                  <a:path w="23734" h="13740" extrusionOk="0">
                    <a:moveTo>
                      <a:pt x="11826" y="1"/>
                    </a:moveTo>
                    <a:lnTo>
                      <a:pt x="8849" y="1725"/>
                    </a:lnTo>
                    <a:lnTo>
                      <a:pt x="8589" y="1867"/>
                    </a:lnTo>
                    <a:lnTo>
                      <a:pt x="8140" y="2139"/>
                    </a:lnTo>
                    <a:lnTo>
                      <a:pt x="7880" y="2281"/>
                    </a:lnTo>
                    <a:lnTo>
                      <a:pt x="6144" y="3297"/>
                    </a:lnTo>
                    <a:lnTo>
                      <a:pt x="5778" y="3509"/>
                    </a:lnTo>
                    <a:lnTo>
                      <a:pt x="5506" y="3663"/>
                    </a:lnTo>
                    <a:lnTo>
                      <a:pt x="5151" y="3864"/>
                    </a:lnTo>
                    <a:lnTo>
                      <a:pt x="4017" y="4525"/>
                    </a:lnTo>
                    <a:lnTo>
                      <a:pt x="3651" y="4738"/>
                    </a:lnTo>
                    <a:lnTo>
                      <a:pt x="3250" y="4974"/>
                    </a:lnTo>
                    <a:lnTo>
                      <a:pt x="2895" y="5175"/>
                    </a:lnTo>
                    <a:lnTo>
                      <a:pt x="1" y="6864"/>
                    </a:lnTo>
                    <a:lnTo>
                      <a:pt x="792" y="7325"/>
                    </a:lnTo>
                    <a:lnTo>
                      <a:pt x="1052" y="7467"/>
                    </a:lnTo>
                    <a:lnTo>
                      <a:pt x="2387" y="8246"/>
                    </a:lnTo>
                    <a:lnTo>
                      <a:pt x="2659" y="8400"/>
                    </a:lnTo>
                    <a:lnTo>
                      <a:pt x="3545" y="8896"/>
                    </a:lnTo>
                    <a:lnTo>
                      <a:pt x="3793" y="9061"/>
                    </a:lnTo>
                    <a:lnTo>
                      <a:pt x="6345" y="10526"/>
                    </a:lnTo>
                    <a:lnTo>
                      <a:pt x="6616" y="10692"/>
                    </a:lnTo>
                    <a:lnTo>
                      <a:pt x="7089" y="10951"/>
                    </a:lnTo>
                    <a:lnTo>
                      <a:pt x="7337" y="11105"/>
                    </a:lnTo>
                    <a:lnTo>
                      <a:pt x="7526" y="11211"/>
                    </a:lnTo>
                    <a:lnTo>
                      <a:pt x="7798" y="11365"/>
                    </a:lnTo>
                    <a:lnTo>
                      <a:pt x="10538" y="12948"/>
                    </a:lnTo>
                    <a:lnTo>
                      <a:pt x="10810" y="13113"/>
                    </a:lnTo>
                    <a:lnTo>
                      <a:pt x="11897" y="13739"/>
                    </a:lnTo>
                    <a:lnTo>
                      <a:pt x="20284" y="8872"/>
                    </a:lnTo>
                    <a:lnTo>
                      <a:pt x="20757" y="8589"/>
                    </a:lnTo>
                    <a:lnTo>
                      <a:pt x="21017" y="8447"/>
                    </a:lnTo>
                    <a:lnTo>
                      <a:pt x="22576" y="7526"/>
                    </a:lnTo>
                    <a:lnTo>
                      <a:pt x="22848" y="7384"/>
                    </a:lnTo>
                    <a:lnTo>
                      <a:pt x="23084" y="7242"/>
                    </a:lnTo>
                    <a:lnTo>
                      <a:pt x="23344" y="7089"/>
                    </a:lnTo>
                    <a:lnTo>
                      <a:pt x="23734" y="6864"/>
                    </a:lnTo>
                    <a:lnTo>
                      <a:pt x="19977" y="4690"/>
                    </a:lnTo>
                    <a:lnTo>
                      <a:pt x="19717" y="4549"/>
                    </a:lnTo>
                    <a:lnTo>
                      <a:pt x="18949" y="4100"/>
                    </a:lnTo>
                    <a:lnTo>
                      <a:pt x="18689" y="3958"/>
                    </a:lnTo>
                    <a:lnTo>
                      <a:pt x="18146" y="3639"/>
                    </a:lnTo>
                    <a:lnTo>
                      <a:pt x="17898" y="3497"/>
                    </a:lnTo>
                    <a:lnTo>
                      <a:pt x="17095" y="3037"/>
                    </a:lnTo>
                    <a:lnTo>
                      <a:pt x="16847" y="2895"/>
                    </a:lnTo>
                    <a:lnTo>
                      <a:pt x="15665" y="2210"/>
                    </a:lnTo>
                    <a:lnTo>
                      <a:pt x="15405" y="2068"/>
                    </a:lnTo>
                    <a:lnTo>
                      <a:pt x="14933" y="1784"/>
                    </a:lnTo>
                    <a:lnTo>
                      <a:pt x="14673" y="1631"/>
                    </a:lnTo>
                    <a:lnTo>
                      <a:pt x="13043" y="686"/>
                    </a:lnTo>
                    <a:lnTo>
                      <a:pt x="12783" y="544"/>
                    </a:lnTo>
                    <a:lnTo>
                      <a:pt x="11932" y="60"/>
                    </a:lnTo>
                    <a:lnTo>
                      <a:pt x="11826" y="1"/>
                    </a:lnTo>
                    <a:close/>
                  </a:path>
                </a:pathLst>
              </a:custGeom>
              <a:solidFill>
                <a:srgbClr val="2D9DD5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3" name="Google Shape;5637;p47">
                <a:extLst>
                  <a:ext uri="{FF2B5EF4-FFF2-40B4-BE49-F238E27FC236}">
                    <a16:creationId xmlns:a16="http://schemas.microsoft.com/office/drawing/2014/main" id="{7C875975-A9A9-A408-8060-51FB7F55DE0C}"/>
                  </a:ext>
                </a:extLst>
              </p:cNvPr>
              <p:cNvGrpSpPr/>
              <p:nvPr/>
            </p:nvGrpSpPr>
            <p:grpSpPr>
              <a:xfrm flipH="1">
                <a:off x="9868210" y="6334891"/>
                <a:ext cx="2794954" cy="1689049"/>
                <a:chOff x="6218052" y="-5825649"/>
                <a:chExt cx="6097194" cy="3684662"/>
              </a:xfrm>
            </p:grpSpPr>
            <p:sp>
              <p:nvSpPr>
                <p:cNvPr id="1672" name="Google Shape;5638;p47">
                  <a:extLst>
                    <a:ext uri="{FF2B5EF4-FFF2-40B4-BE49-F238E27FC236}">
                      <a16:creationId xmlns:a16="http://schemas.microsoft.com/office/drawing/2014/main" id="{C121723E-BECB-7E84-DD52-96614BB9403C}"/>
                    </a:ext>
                  </a:extLst>
                </p:cNvPr>
                <p:cNvSpPr/>
                <p:nvPr/>
              </p:nvSpPr>
              <p:spPr>
                <a:xfrm>
                  <a:off x="6706194" y="-4312884"/>
                  <a:ext cx="1055323" cy="29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9" h="1254" extrusionOk="0">
                      <a:moveTo>
                        <a:pt x="366" y="1"/>
                      </a:moveTo>
                      <a:lnTo>
                        <a:pt x="0" y="202"/>
                      </a:lnTo>
                      <a:lnTo>
                        <a:pt x="2363" y="202"/>
                      </a:lnTo>
                      <a:lnTo>
                        <a:pt x="4158" y="1253"/>
                      </a:lnTo>
                      <a:lnTo>
                        <a:pt x="4418" y="1088"/>
                      </a:lnTo>
                      <a:lnTo>
                        <a:pt x="25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73" name="Google Shape;5639;p47">
                  <a:extLst>
                    <a:ext uri="{FF2B5EF4-FFF2-40B4-BE49-F238E27FC236}">
                      <a16:creationId xmlns:a16="http://schemas.microsoft.com/office/drawing/2014/main" id="{BC16D378-A2CF-33C3-731D-7BD4D80DA9B6}"/>
                    </a:ext>
                  </a:extLst>
                </p:cNvPr>
                <p:cNvSpPr/>
                <p:nvPr/>
              </p:nvSpPr>
              <p:spPr>
                <a:xfrm>
                  <a:off x="6218052" y="-4098426"/>
                  <a:ext cx="1252823" cy="38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6" h="1596" extrusionOk="0">
                      <a:moveTo>
                        <a:pt x="2505" y="1"/>
                      </a:moveTo>
                      <a:lnTo>
                        <a:pt x="0" y="1454"/>
                      </a:lnTo>
                      <a:lnTo>
                        <a:pt x="260" y="1596"/>
                      </a:lnTo>
                      <a:lnTo>
                        <a:pt x="2647" y="225"/>
                      </a:lnTo>
                      <a:lnTo>
                        <a:pt x="3757" y="225"/>
                      </a:lnTo>
                      <a:lnTo>
                        <a:pt x="4927" y="887"/>
                      </a:lnTo>
                      <a:lnTo>
                        <a:pt x="4997" y="934"/>
                      </a:lnTo>
                      <a:lnTo>
                        <a:pt x="5245" y="780"/>
                      </a:lnTo>
                      <a:lnTo>
                        <a:pt x="5175" y="745"/>
                      </a:lnTo>
                      <a:lnTo>
                        <a:pt x="389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674" name="Google Shape;5640;p47">
                  <a:extLst>
                    <a:ext uri="{FF2B5EF4-FFF2-40B4-BE49-F238E27FC236}">
                      <a16:creationId xmlns:a16="http://schemas.microsoft.com/office/drawing/2014/main" id="{412CF383-8411-1053-4C00-042DD7FE05B3}"/>
                    </a:ext>
                  </a:extLst>
                </p:cNvPr>
                <p:cNvGrpSpPr/>
                <p:nvPr/>
              </p:nvGrpSpPr>
              <p:grpSpPr>
                <a:xfrm>
                  <a:off x="6751994" y="-5825649"/>
                  <a:ext cx="5563252" cy="3684662"/>
                  <a:chOff x="6751994" y="-5825649"/>
                  <a:chExt cx="5563252" cy="3684662"/>
                </a:xfrm>
              </p:grpSpPr>
              <p:sp>
                <p:nvSpPr>
                  <p:cNvPr id="1676" name="Google Shape;5641;p47">
                    <a:extLst>
                      <a:ext uri="{FF2B5EF4-FFF2-40B4-BE49-F238E27FC236}">
                        <a16:creationId xmlns:a16="http://schemas.microsoft.com/office/drawing/2014/main" id="{FF14819B-8CDD-6493-2466-5E5B680E7A0E}"/>
                      </a:ext>
                    </a:extLst>
                  </p:cNvPr>
                  <p:cNvSpPr/>
                  <p:nvPr/>
                </p:nvSpPr>
                <p:spPr>
                  <a:xfrm>
                    <a:off x="7329673" y="-4912773"/>
                    <a:ext cx="3528453" cy="2031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8" h="7230" extrusionOk="0">
                        <a:moveTo>
                          <a:pt x="6226" y="390"/>
                        </a:moveTo>
                        <a:lnTo>
                          <a:pt x="11814" y="3615"/>
                        </a:lnTo>
                        <a:lnTo>
                          <a:pt x="6226" y="6852"/>
                        </a:lnTo>
                        <a:lnTo>
                          <a:pt x="650" y="3627"/>
                        </a:lnTo>
                        <a:lnTo>
                          <a:pt x="6226" y="390"/>
                        </a:lnTo>
                        <a:close/>
                        <a:moveTo>
                          <a:pt x="6261" y="0"/>
                        </a:moveTo>
                        <a:lnTo>
                          <a:pt x="6084" y="95"/>
                        </a:lnTo>
                        <a:lnTo>
                          <a:pt x="5824" y="248"/>
                        </a:lnTo>
                        <a:lnTo>
                          <a:pt x="5588" y="378"/>
                        </a:lnTo>
                        <a:lnTo>
                          <a:pt x="5340" y="532"/>
                        </a:lnTo>
                        <a:lnTo>
                          <a:pt x="4997" y="721"/>
                        </a:lnTo>
                        <a:lnTo>
                          <a:pt x="4749" y="863"/>
                        </a:lnTo>
                        <a:lnTo>
                          <a:pt x="4289" y="1134"/>
                        </a:lnTo>
                        <a:lnTo>
                          <a:pt x="4040" y="1276"/>
                        </a:lnTo>
                        <a:lnTo>
                          <a:pt x="3603" y="1536"/>
                        </a:lnTo>
                        <a:lnTo>
                          <a:pt x="3344" y="1678"/>
                        </a:lnTo>
                        <a:lnTo>
                          <a:pt x="3095" y="1831"/>
                        </a:lnTo>
                        <a:lnTo>
                          <a:pt x="2836" y="1973"/>
                        </a:lnTo>
                        <a:lnTo>
                          <a:pt x="2068" y="2422"/>
                        </a:lnTo>
                        <a:lnTo>
                          <a:pt x="1808" y="2564"/>
                        </a:lnTo>
                        <a:lnTo>
                          <a:pt x="1548" y="2717"/>
                        </a:lnTo>
                        <a:lnTo>
                          <a:pt x="1276" y="2859"/>
                        </a:lnTo>
                        <a:lnTo>
                          <a:pt x="426" y="3343"/>
                        </a:lnTo>
                        <a:lnTo>
                          <a:pt x="178" y="3497"/>
                        </a:lnTo>
                        <a:lnTo>
                          <a:pt x="0" y="3603"/>
                        </a:lnTo>
                        <a:lnTo>
                          <a:pt x="733" y="4029"/>
                        </a:lnTo>
                        <a:lnTo>
                          <a:pt x="981" y="4170"/>
                        </a:lnTo>
                        <a:lnTo>
                          <a:pt x="1607" y="4525"/>
                        </a:lnTo>
                        <a:lnTo>
                          <a:pt x="1855" y="4678"/>
                        </a:lnTo>
                        <a:lnTo>
                          <a:pt x="2576" y="5092"/>
                        </a:lnTo>
                        <a:lnTo>
                          <a:pt x="2836" y="5234"/>
                        </a:lnTo>
                        <a:lnTo>
                          <a:pt x="3403" y="5564"/>
                        </a:lnTo>
                        <a:lnTo>
                          <a:pt x="3662" y="5706"/>
                        </a:lnTo>
                        <a:lnTo>
                          <a:pt x="5316" y="6675"/>
                        </a:lnTo>
                        <a:lnTo>
                          <a:pt x="5564" y="6816"/>
                        </a:lnTo>
                        <a:lnTo>
                          <a:pt x="6273" y="7230"/>
                        </a:lnTo>
                        <a:lnTo>
                          <a:pt x="6616" y="7041"/>
                        </a:lnTo>
                        <a:lnTo>
                          <a:pt x="6876" y="6887"/>
                        </a:lnTo>
                        <a:lnTo>
                          <a:pt x="7714" y="6403"/>
                        </a:lnTo>
                        <a:lnTo>
                          <a:pt x="7974" y="6261"/>
                        </a:lnTo>
                        <a:lnTo>
                          <a:pt x="8423" y="5990"/>
                        </a:lnTo>
                        <a:lnTo>
                          <a:pt x="8683" y="5848"/>
                        </a:lnTo>
                        <a:lnTo>
                          <a:pt x="9061" y="5623"/>
                        </a:lnTo>
                        <a:lnTo>
                          <a:pt x="9309" y="5470"/>
                        </a:lnTo>
                        <a:lnTo>
                          <a:pt x="9581" y="5328"/>
                        </a:lnTo>
                        <a:lnTo>
                          <a:pt x="9829" y="5174"/>
                        </a:lnTo>
                        <a:lnTo>
                          <a:pt x="10821" y="4607"/>
                        </a:lnTo>
                        <a:lnTo>
                          <a:pt x="11069" y="4454"/>
                        </a:lnTo>
                        <a:lnTo>
                          <a:pt x="11542" y="4170"/>
                        </a:lnTo>
                        <a:lnTo>
                          <a:pt x="11814" y="4029"/>
                        </a:lnTo>
                        <a:lnTo>
                          <a:pt x="12558" y="3603"/>
                        </a:lnTo>
                        <a:lnTo>
                          <a:pt x="12180" y="3426"/>
                        </a:lnTo>
                        <a:lnTo>
                          <a:pt x="11932" y="3273"/>
                        </a:lnTo>
                        <a:lnTo>
                          <a:pt x="8707" y="1418"/>
                        </a:lnTo>
                        <a:lnTo>
                          <a:pt x="8459" y="1264"/>
                        </a:lnTo>
                        <a:lnTo>
                          <a:pt x="8270" y="1146"/>
                        </a:lnTo>
                        <a:lnTo>
                          <a:pt x="8010" y="1004"/>
                        </a:lnTo>
                        <a:lnTo>
                          <a:pt x="7443" y="674"/>
                        </a:lnTo>
                        <a:lnTo>
                          <a:pt x="7183" y="532"/>
                        </a:lnTo>
                        <a:lnTo>
                          <a:pt x="626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7" name="Google Shape;5642;p47">
                    <a:extLst>
                      <a:ext uri="{FF2B5EF4-FFF2-40B4-BE49-F238E27FC236}">
                        <a16:creationId xmlns:a16="http://schemas.microsoft.com/office/drawing/2014/main" id="{2E2660CC-99FF-CF47-40FC-201B0160541B}"/>
                      </a:ext>
                    </a:extLst>
                  </p:cNvPr>
                  <p:cNvSpPr/>
                  <p:nvPr/>
                </p:nvSpPr>
                <p:spPr>
                  <a:xfrm>
                    <a:off x="6768572" y="-4554254"/>
                    <a:ext cx="1145525" cy="375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77" h="1335" extrusionOk="0">
                        <a:moveTo>
                          <a:pt x="367" y="0"/>
                        </a:moveTo>
                        <a:lnTo>
                          <a:pt x="1" y="213"/>
                        </a:lnTo>
                        <a:lnTo>
                          <a:pt x="1879" y="213"/>
                        </a:lnTo>
                        <a:lnTo>
                          <a:pt x="3805" y="1335"/>
                        </a:lnTo>
                        <a:lnTo>
                          <a:pt x="4077" y="1181"/>
                        </a:lnTo>
                        <a:lnTo>
                          <a:pt x="202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8" name="Google Shape;5643;p47">
                    <a:extLst>
                      <a:ext uri="{FF2B5EF4-FFF2-40B4-BE49-F238E27FC236}">
                        <a16:creationId xmlns:a16="http://schemas.microsoft.com/office/drawing/2014/main" id="{B3BBD415-5AA2-1422-50E0-ED3E555E7CB2}"/>
                      </a:ext>
                    </a:extLst>
                  </p:cNvPr>
                  <p:cNvSpPr/>
                  <p:nvPr/>
                </p:nvSpPr>
                <p:spPr>
                  <a:xfrm>
                    <a:off x="7190311" y="-4796732"/>
                    <a:ext cx="1022459" cy="458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9" h="1631" extrusionOk="0">
                        <a:moveTo>
                          <a:pt x="378" y="1"/>
                        </a:moveTo>
                        <a:lnTo>
                          <a:pt x="0" y="202"/>
                        </a:lnTo>
                        <a:lnTo>
                          <a:pt x="922" y="202"/>
                        </a:lnTo>
                        <a:lnTo>
                          <a:pt x="3391" y="1631"/>
                        </a:lnTo>
                        <a:lnTo>
                          <a:pt x="3639" y="1477"/>
                        </a:lnTo>
                        <a:lnTo>
                          <a:pt x="106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9" name="Google Shape;5644;p47">
                    <a:extLst>
                      <a:ext uri="{FF2B5EF4-FFF2-40B4-BE49-F238E27FC236}">
                        <a16:creationId xmlns:a16="http://schemas.microsoft.com/office/drawing/2014/main" id="{ECDC0747-D012-C007-ADD6-1EE02E9BBC7F}"/>
                      </a:ext>
                    </a:extLst>
                  </p:cNvPr>
                  <p:cNvSpPr/>
                  <p:nvPr/>
                </p:nvSpPr>
                <p:spPr>
                  <a:xfrm>
                    <a:off x="7369571" y="-4902939"/>
                    <a:ext cx="996048" cy="48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5" h="1738" extrusionOk="0">
                        <a:moveTo>
                          <a:pt x="355" y="1"/>
                        </a:moveTo>
                        <a:lnTo>
                          <a:pt x="0" y="225"/>
                        </a:lnTo>
                        <a:lnTo>
                          <a:pt x="662" y="225"/>
                        </a:lnTo>
                        <a:lnTo>
                          <a:pt x="3284" y="1737"/>
                        </a:lnTo>
                        <a:lnTo>
                          <a:pt x="3544" y="1584"/>
                        </a:lnTo>
                        <a:lnTo>
                          <a:pt x="815" y="13"/>
                        </a:lnTo>
                        <a:lnTo>
                          <a:pt x="35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0" name="Google Shape;5645;p47">
                    <a:extLst>
                      <a:ext uri="{FF2B5EF4-FFF2-40B4-BE49-F238E27FC236}">
                        <a16:creationId xmlns:a16="http://schemas.microsoft.com/office/drawing/2014/main" id="{0BDC9516-7F0F-2A15-B031-5D0DDFD6CB35}"/>
                      </a:ext>
                    </a:extLst>
                  </p:cNvPr>
                  <p:cNvSpPr/>
                  <p:nvPr/>
                </p:nvSpPr>
                <p:spPr>
                  <a:xfrm>
                    <a:off x="7966918" y="-5224932"/>
                    <a:ext cx="601000" cy="700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494" extrusionOk="0">
                        <a:moveTo>
                          <a:pt x="249" y="1"/>
                        </a:moveTo>
                        <a:lnTo>
                          <a:pt x="1" y="143"/>
                        </a:lnTo>
                        <a:lnTo>
                          <a:pt x="272" y="296"/>
                        </a:lnTo>
                        <a:lnTo>
                          <a:pt x="272" y="1548"/>
                        </a:lnTo>
                        <a:lnTo>
                          <a:pt x="1879" y="2493"/>
                        </a:lnTo>
                        <a:lnTo>
                          <a:pt x="2139" y="2352"/>
                        </a:lnTo>
                        <a:lnTo>
                          <a:pt x="627" y="1477"/>
                        </a:lnTo>
                        <a:lnTo>
                          <a:pt x="627" y="202"/>
                        </a:lnTo>
                        <a:lnTo>
                          <a:pt x="24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1" name="Google Shape;5646;p47">
                    <a:extLst>
                      <a:ext uri="{FF2B5EF4-FFF2-40B4-BE49-F238E27FC236}">
                        <a16:creationId xmlns:a16="http://schemas.microsoft.com/office/drawing/2014/main" id="{49DD9D73-BC04-CFD2-7F3B-23A866A2D44A}"/>
                      </a:ext>
                    </a:extLst>
                  </p:cNvPr>
                  <p:cNvSpPr/>
                  <p:nvPr/>
                </p:nvSpPr>
                <p:spPr>
                  <a:xfrm>
                    <a:off x="8166128" y="-5344345"/>
                    <a:ext cx="601000" cy="7038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505" extrusionOk="0">
                        <a:moveTo>
                          <a:pt x="272" y="1"/>
                        </a:moveTo>
                        <a:lnTo>
                          <a:pt x="0" y="142"/>
                        </a:lnTo>
                        <a:lnTo>
                          <a:pt x="272" y="308"/>
                        </a:lnTo>
                        <a:lnTo>
                          <a:pt x="272" y="1560"/>
                        </a:lnTo>
                        <a:lnTo>
                          <a:pt x="1890" y="2505"/>
                        </a:lnTo>
                        <a:lnTo>
                          <a:pt x="2139" y="2363"/>
                        </a:lnTo>
                        <a:lnTo>
                          <a:pt x="638" y="1477"/>
                        </a:lnTo>
                        <a:lnTo>
                          <a:pt x="638" y="213"/>
                        </a:lnTo>
                        <a:lnTo>
                          <a:pt x="27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2" name="Google Shape;5647;p47">
                    <a:extLst>
                      <a:ext uri="{FF2B5EF4-FFF2-40B4-BE49-F238E27FC236}">
                        <a16:creationId xmlns:a16="http://schemas.microsoft.com/office/drawing/2014/main" id="{AB0CF737-1945-6B2F-A652-EF0AB2DF0CEE}"/>
                      </a:ext>
                    </a:extLst>
                  </p:cNvPr>
                  <p:cNvSpPr/>
                  <p:nvPr/>
                </p:nvSpPr>
                <p:spPr>
                  <a:xfrm>
                    <a:off x="8418441" y="-5825649"/>
                    <a:ext cx="690630" cy="1085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8" h="3864" extrusionOk="0">
                        <a:moveTo>
                          <a:pt x="2351" y="1"/>
                        </a:moveTo>
                        <a:lnTo>
                          <a:pt x="2103" y="142"/>
                        </a:lnTo>
                        <a:lnTo>
                          <a:pt x="2103" y="426"/>
                        </a:lnTo>
                        <a:lnTo>
                          <a:pt x="0" y="1631"/>
                        </a:lnTo>
                        <a:lnTo>
                          <a:pt x="0" y="2954"/>
                        </a:lnTo>
                        <a:lnTo>
                          <a:pt x="1595" y="3864"/>
                        </a:lnTo>
                        <a:lnTo>
                          <a:pt x="1855" y="3722"/>
                        </a:lnTo>
                        <a:lnTo>
                          <a:pt x="378" y="2859"/>
                        </a:lnTo>
                        <a:lnTo>
                          <a:pt x="378" y="1725"/>
                        </a:lnTo>
                        <a:lnTo>
                          <a:pt x="2457" y="509"/>
                        </a:lnTo>
                        <a:lnTo>
                          <a:pt x="2457" y="60"/>
                        </a:lnTo>
                        <a:lnTo>
                          <a:pt x="23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3" name="Google Shape;5648;p47">
                    <a:extLst>
                      <a:ext uri="{FF2B5EF4-FFF2-40B4-BE49-F238E27FC236}">
                        <a16:creationId xmlns:a16="http://schemas.microsoft.com/office/drawing/2014/main" id="{77B4991D-E1E8-E9DB-805D-7CD3102E5B3D}"/>
                      </a:ext>
                    </a:extLst>
                  </p:cNvPr>
                  <p:cNvSpPr/>
                  <p:nvPr/>
                </p:nvSpPr>
                <p:spPr>
                  <a:xfrm>
                    <a:off x="8577752" y="-5672801"/>
                    <a:ext cx="846570" cy="85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3" h="3037" extrusionOk="0">
                        <a:moveTo>
                          <a:pt x="2741" y="0"/>
                        </a:moveTo>
                        <a:lnTo>
                          <a:pt x="0" y="1571"/>
                        </a:lnTo>
                        <a:lnTo>
                          <a:pt x="0" y="2150"/>
                        </a:lnTo>
                        <a:lnTo>
                          <a:pt x="1524" y="3036"/>
                        </a:lnTo>
                        <a:lnTo>
                          <a:pt x="1784" y="2894"/>
                        </a:lnTo>
                        <a:lnTo>
                          <a:pt x="366" y="2067"/>
                        </a:lnTo>
                        <a:lnTo>
                          <a:pt x="366" y="1666"/>
                        </a:lnTo>
                        <a:lnTo>
                          <a:pt x="3013" y="142"/>
                        </a:lnTo>
                        <a:lnTo>
                          <a:pt x="274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4" name="Google Shape;5649;p47">
                    <a:extLst>
                      <a:ext uri="{FF2B5EF4-FFF2-40B4-BE49-F238E27FC236}">
                        <a16:creationId xmlns:a16="http://schemas.microsoft.com/office/drawing/2014/main" id="{E5445D1B-7AD4-4BD4-0B00-406F89F808B1}"/>
                      </a:ext>
                    </a:extLst>
                  </p:cNvPr>
                  <p:cNvSpPr/>
                  <p:nvPr/>
                </p:nvSpPr>
                <p:spPr>
                  <a:xfrm>
                    <a:off x="9799138" y="-3402552"/>
                    <a:ext cx="727157" cy="66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" h="2375" extrusionOk="0">
                        <a:moveTo>
                          <a:pt x="260" y="0"/>
                        </a:moveTo>
                        <a:lnTo>
                          <a:pt x="0" y="142"/>
                        </a:lnTo>
                        <a:lnTo>
                          <a:pt x="2221" y="1430"/>
                        </a:lnTo>
                        <a:lnTo>
                          <a:pt x="2221" y="2375"/>
                        </a:lnTo>
                        <a:lnTo>
                          <a:pt x="2588" y="2162"/>
                        </a:lnTo>
                        <a:lnTo>
                          <a:pt x="2588" y="1335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5" name="Google Shape;5650;p47">
                    <a:extLst>
                      <a:ext uri="{FF2B5EF4-FFF2-40B4-BE49-F238E27FC236}">
                        <a16:creationId xmlns:a16="http://schemas.microsoft.com/office/drawing/2014/main" id="{7109C9D0-3753-5BC9-7396-46C789E39CB1}"/>
                      </a:ext>
                    </a:extLst>
                  </p:cNvPr>
                  <p:cNvSpPr/>
                  <p:nvPr/>
                </p:nvSpPr>
                <p:spPr>
                  <a:xfrm>
                    <a:off x="9945244" y="-3492182"/>
                    <a:ext cx="796838" cy="630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245" extrusionOk="0">
                        <a:moveTo>
                          <a:pt x="272" y="0"/>
                        </a:moveTo>
                        <a:lnTo>
                          <a:pt x="0" y="154"/>
                        </a:lnTo>
                        <a:lnTo>
                          <a:pt x="2469" y="1583"/>
                        </a:lnTo>
                        <a:lnTo>
                          <a:pt x="2469" y="2245"/>
                        </a:lnTo>
                        <a:lnTo>
                          <a:pt x="2835" y="2044"/>
                        </a:lnTo>
                        <a:lnTo>
                          <a:pt x="2835" y="1501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6" name="Google Shape;5651;p47">
                    <a:extLst>
                      <a:ext uri="{FF2B5EF4-FFF2-40B4-BE49-F238E27FC236}">
                        <a16:creationId xmlns:a16="http://schemas.microsoft.com/office/drawing/2014/main" id="{ECCFFB5A-CC85-3959-64FB-7F8D174A46A4}"/>
                      </a:ext>
                    </a:extLst>
                  </p:cNvPr>
                  <p:cNvSpPr/>
                  <p:nvPr/>
                </p:nvSpPr>
                <p:spPr>
                  <a:xfrm>
                    <a:off x="9606672" y="-3312922"/>
                    <a:ext cx="634155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" h="2588" extrusionOk="0">
                        <a:moveTo>
                          <a:pt x="248" y="0"/>
                        </a:moveTo>
                        <a:lnTo>
                          <a:pt x="0" y="166"/>
                        </a:lnTo>
                        <a:lnTo>
                          <a:pt x="1501" y="1040"/>
                        </a:lnTo>
                        <a:lnTo>
                          <a:pt x="1501" y="2292"/>
                        </a:lnTo>
                        <a:lnTo>
                          <a:pt x="2008" y="2587"/>
                        </a:lnTo>
                        <a:lnTo>
                          <a:pt x="2257" y="2434"/>
                        </a:lnTo>
                        <a:lnTo>
                          <a:pt x="1867" y="2197"/>
                        </a:lnTo>
                        <a:lnTo>
                          <a:pt x="1867" y="945"/>
                        </a:lnTo>
                        <a:lnTo>
                          <a:pt x="24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7" name="Google Shape;5652;p47">
                    <a:extLst>
                      <a:ext uri="{FF2B5EF4-FFF2-40B4-BE49-F238E27FC236}">
                        <a16:creationId xmlns:a16="http://schemas.microsoft.com/office/drawing/2014/main" id="{2EADAEFD-3B4C-083E-1FAB-60DBCD25DF42}"/>
                      </a:ext>
                    </a:extLst>
                  </p:cNvPr>
                  <p:cNvSpPr/>
                  <p:nvPr/>
                </p:nvSpPr>
                <p:spPr>
                  <a:xfrm>
                    <a:off x="9404091" y="-3193509"/>
                    <a:ext cx="637527" cy="723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576" extrusionOk="0">
                        <a:moveTo>
                          <a:pt x="249" y="0"/>
                        </a:moveTo>
                        <a:lnTo>
                          <a:pt x="1" y="154"/>
                        </a:lnTo>
                        <a:lnTo>
                          <a:pt x="1501" y="1028"/>
                        </a:lnTo>
                        <a:lnTo>
                          <a:pt x="1501" y="2280"/>
                        </a:lnTo>
                        <a:lnTo>
                          <a:pt x="1997" y="2576"/>
                        </a:lnTo>
                        <a:lnTo>
                          <a:pt x="2269" y="2422"/>
                        </a:lnTo>
                        <a:lnTo>
                          <a:pt x="1867" y="2186"/>
                        </a:lnTo>
                        <a:lnTo>
                          <a:pt x="1867" y="934"/>
                        </a:lnTo>
                        <a:lnTo>
                          <a:pt x="24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8" name="Google Shape;5653;p47">
                    <a:extLst>
                      <a:ext uri="{FF2B5EF4-FFF2-40B4-BE49-F238E27FC236}">
                        <a16:creationId xmlns:a16="http://schemas.microsoft.com/office/drawing/2014/main" id="{1941E525-C519-5913-F13D-C5141CC18BDC}"/>
                      </a:ext>
                    </a:extLst>
                  </p:cNvPr>
                  <p:cNvSpPr/>
                  <p:nvPr/>
                </p:nvSpPr>
                <p:spPr>
                  <a:xfrm>
                    <a:off x="8717114" y="-3017621"/>
                    <a:ext cx="876353" cy="876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9" h="3120" extrusionOk="0">
                        <a:moveTo>
                          <a:pt x="1595" y="1"/>
                        </a:moveTo>
                        <a:lnTo>
                          <a:pt x="1347" y="142"/>
                        </a:lnTo>
                        <a:lnTo>
                          <a:pt x="1631" y="320"/>
                        </a:lnTo>
                        <a:lnTo>
                          <a:pt x="2765" y="969"/>
                        </a:lnTo>
                        <a:lnTo>
                          <a:pt x="2765" y="1371"/>
                        </a:lnTo>
                        <a:lnTo>
                          <a:pt x="0" y="2954"/>
                        </a:lnTo>
                        <a:lnTo>
                          <a:pt x="272" y="3119"/>
                        </a:lnTo>
                        <a:lnTo>
                          <a:pt x="3119" y="1465"/>
                        </a:lnTo>
                        <a:lnTo>
                          <a:pt x="3119" y="887"/>
                        </a:lnTo>
                        <a:lnTo>
                          <a:pt x="1890" y="166"/>
                        </a:lnTo>
                        <a:lnTo>
                          <a:pt x="159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9" name="Google Shape;5654;p47">
                    <a:extLst>
                      <a:ext uri="{FF2B5EF4-FFF2-40B4-BE49-F238E27FC236}">
                        <a16:creationId xmlns:a16="http://schemas.microsoft.com/office/drawing/2014/main" id="{4C209FB9-3857-C3E1-9DFA-7F9C9D03C8B1}"/>
                      </a:ext>
                    </a:extLst>
                  </p:cNvPr>
                  <p:cNvSpPr/>
                  <p:nvPr/>
                </p:nvSpPr>
                <p:spPr>
                  <a:xfrm>
                    <a:off x="9257986" y="-5367666"/>
                    <a:ext cx="697374" cy="690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2" h="2459" extrusionOk="0">
                        <a:moveTo>
                          <a:pt x="2210" y="1"/>
                        </a:moveTo>
                        <a:lnTo>
                          <a:pt x="1383" y="473"/>
                        </a:lnTo>
                        <a:lnTo>
                          <a:pt x="1383" y="1501"/>
                        </a:lnTo>
                        <a:lnTo>
                          <a:pt x="1" y="2304"/>
                        </a:lnTo>
                        <a:lnTo>
                          <a:pt x="261" y="2458"/>
                        </a:lnTo>
                        <a:lnTo>
                          <a:pt x="1761" y="1584"/>
                        </a:lnTo>
                        <a:lnTo>
                          <a:pt x="1761" y="568"/>
                        </a:lnTo>
                        <a:lnTo>
                          <a:pt x="2482" y="154"/>
                        </a:lnTo>
                        <a:lnTo>
                          <a:pt x="2210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0" name="Google Shape;5655;p47">
                    <a:extLst>
                      <a:ext uri="{FF2B5EF4-FFF2-40B4-BE49-F238E27FC236}">
                        <a16:creationId xmlns:a16="http://schemas.microsoft.com/office/drawing/2014/main" id="{112995B4-011C-D297-A5DF-7B07D6D5C5AC}"/>
                      </a:ext>
                    </a:extLst>
                  </p:cNvPr>
                  <p:cNvSpPr/>
                  <p:nvPr/>
                </p:nvSpPr>
                <p:spPr>
                  <a:xfrm>
                    <a:off x="9520414" y="-5284498"/>
                    <a:ext cx="694002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0" h="2588" extrusionOk="0">
                        <a:moveTo>
                          <a:pt x="2209" y="0"/>
                        </a:moveTo>
                        <a:lnTo>
                          <a:pt x="1382" y="485"/>
                        </a:lnTo>
                        <a:lnTo>
                          <a:pt x="1382" y="1630"/>
                        </a:lnTo>
                        <a:lnTo>
                          <a:pt x="0" y="2422"/>
                        </a:lnTo>
                        <a:lnTo>
                          <a:pt x="260" y="2587"/>
                        </a:lnTo>
                        <a:lnTo>
                          <a:pt x="1748" y="1713"/>
                        </a:lnTo>
                        <a:lnTo>
                          <a:pt x="1748" y="579"/>
                        </a:lnTo>
                        <a:lnTo>
                          <a:pt x="2469" y="154"/>
                        </a:lnTo>
                        <a:lnTo>
                          <a:pt x="22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1" name="Google Shape;5656;p47">
                    <a:extLst>
                      <a:ext uri="{FF2B5EF4-FFF2-40B4-BE49-F238E27FC236}">
                        <a16:creationId xmlns:a16="http://schemas.microsoft.com/office/drawing/2014/main" id="{523D176F-054F-85BA-FEC4-14B958739549}"/>
                      </a:ext>
                    </a:extLst>
                  </p:cNvPr>
                  <p:cNvSpPr/>
                  <p:nvPr/>
                </p:nvSpPr>
                <p:spPr>
                  <a:xfrm>
                    <a:off x="9835665" y="-4843092"/>
                    <a:ext cx="1019368" cy="4017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8" h="1430" extrusionOk="0">
                        <a:moveTo>
                          <a:pt x="3379" y="0"/>
                        </a:moveTo>
                        <a:lnTo>
                          <a:pt x="2552" y="473"/>
                        </a:lnTo>
                        <a:lnTo>
                          <a:pt x="1418" y="473"/>
                        </a:lnTo>
                        <a:lnTo>
                          <a:pt x="0" y="1288"/>
                        </a:lnTo>
                        <a:lnTo>
                          <a:pt x="248" y="1430"/>
                        </a:lnTo>
                        <a:lnTo>
                          <a:pt x="1560" y="674"/>
                        </a:lnTo>
                        <a:lnTo>
                          <a:pt x="2694" y="674"/>
                        </a:lnTo>
                        <a:lnTo>
                          <a:pt x="3627" y="142"/>
                        </a:lnTo>
                        <a:lnTo>
                          <a:pt x="337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2" name="Google Shape;5657;p47">
                    <a:extLst>
                      <a:ext uri="{FF2B5EF4-FFF2-40B4-BE49-F238E27FC236}">
                        <a16:creationId xmlns:a16="http://schemas.microsoft.com/office/drawing/2014/main" id="{0BE9B022-C8E5-4B53-C92F-E4458EA37F81}"/>
                      </a:ext>
                    </a:extLst>
                  </p:cNvPr>
                  <p:cNvSpPr/>
                  <p:nvPr/>
                </p:nvSpPr>
                <p:spPr>
                  <a:xfrm>
                    <a:off x="9653033" y="-5018980"/>
                    <a:ext cx="913161" cy="53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0" h="1891" extrusionOk="0">
                        <a:moveTo>
                          <a:pt x="2978" y="0"/>
                        </a:moveTo>
                        <a:lnTo>
                          <a:pt x="1" y="1737"/>
                        </a:lnTo>
                        <a:lnTo>
                          <a:pt x="249" y="1890"/>
                        </a:lnTo>
                        <a:lnTo>
                          <a:pt x="3249" y="154"/>
                        </a:lnTo>
                        <a:lnTo>
                          <a:pt x="297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3" name="Google Shape;5658;p47">
                    <a:extLst>
                      <a:ext uri="{FF2B5EF4-FFF2-40B4-BE49-F238E27FC236}">
                        <a16:creationId xmlns:a16="http://schemas.microsoft.com/office/drawing/2014/main" id="{8571D14C-C9D2-BF51-437A-B7AD8D990376}"/>
                      </a:ext>
                    </a:extLst>
                  </p:cNvPr>
                  <p:cNvSpPr/>
                  <p:nvPr/>
                </p:nvSpPr>
                <p:spPr>
                  <a:xfrm>
                    <a:off x="10061285" y="-4713564"/>
                    <a:ext cx="102274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0" h="1442" extrusionOk="0">
                        <a:moveTo>
                          <a:pt x="3367" y="0"/>
                        </a:moveTo>
                        <a:lnTo>
                          <a:pt x="2481" y="508"/>
                        </a:lnTo>
                        <a:lnTo>
                          <a:pt x="1347" y="508"/>
                        </a:lnTo>
                        <a:lnTo>
                          <a:pt x="1" y="1276"/>
                        </a:lnTo>
                        <a:lnTo>
                          <a:pt x="249" y="1441"/>
                        </a:lnTo>
                        <a:lnTo>
                          <a:pt x="1501" y="721"/>
                        </a:lnTo>
                        <a:lnTo>
                          <a:pt x="2635" y="721"/>
                        </a:lnTo>
                        <a:lnTo>
                          <a:pt x="3639" y="142"/>
                        </a:lnTo>
                        <a:lnTo>
                          <a:pt x="3367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4" name="Google Shape;5659;p47">
                    <a:extLst>
                      <a:ext uri="{FF2B5EF4-FFF2-40B4-BE49-F238E27FC236}">
                        <a16:creationId xmlns:a16="http://schemas.microsoft.com/office/drawing/2014/main" id="{E8136907-9466-1B83-0BEA-81C0BB6FA5C2}"/>
                      </a:ext>
                    </a:extLst>
                  </p:cNvPr>
                  <p:cNvSpPr/>
                  <p:nvPr/>
                </p:nvSpPr>
                <p:spPr>
                  <a:xfrm>
                    <a:off x="10270329" y="-4547791"/>
                    <a:ext cx="1099164" cy="35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2" h="1277" extrusionOk="0">
                        <a:moveTo>
                          <a:pt x="3651" y="1"/>
                        </a:moveTo>
                        <a:lnTo>
                          <a:pt x="3084" y="320"/>
                        </a:lnTo>
                        <a:lnTo>
                          <a:pt x="1407" y="320"/>
                        </a:lnTo>
                        <a:lnTo>
                          <a:pt x="1" y="1135"/>
                        </a:lnTo>
                        <a:lnTo>
                          <a:pt x="261" y="1277"/>
                        </a:lnTo>
                        <a:lnTo>
                          <a:pt x="1548" y="544"/>
                        </a:lnTo>
                        <a:lnTo>
                          <a:pt x="3238" y="544"/>
                        </a:lnTo>
                        <a:lnTo>
                          <a:pt x="3911" y="142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5" name="Google Shape;5660;p47">
                    <a:extLst>
                      <a:ext uri="{FF2B5EF4-FFF2-40B4-BE49-F238E27FC236}">
                        <a16:creationId xmlns:a16="http://schemas.microsoft.com/office/drawing/2014/main" id="{BD4142C2-D3EE-8D61-285F-405FF443AAB3}"/>
                      </a:ext>
                    </a:extLst>
                  </p:cNvPr>
                  <p:cNvSpPr/>
                  <p:nvPr/>
                </p:nvSpPr>
                <p:spPr>
                  <a:xfrm>
                    <a:off x="10482744" y="-4348583"/>
                    <a:ext cx="1832503" cy="558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2" h="1986" extrusionOk="0">
                        <a:moveTo>
                          <a:pt x="1478" y="1"/>
                        </a:moveTo>
                        <a:lnTo>
                          <a:pt x="1" y="851"/>
                        </a:lnTo>
                        <a:lnTo>
                          <a:pt x="249" y="1005"/>
                        </a:lnTo>
                        <a:lnTo>
                          <a:pt x="1619" y="201"/>
                        </a:lnTo>
                        <a:lnTo>
                          <a:pt x="3191" y="201"/>
                        </a:lnTo>
                        <a:lnTo>
                          <a:pt x="6274" y="1985"/>
                        </a:lnTo>
                        <a:lnTo>
                          <a:pt x="6522" y="1843"/>
                        </a:lnTo>
                        <a:lnTo>
                          <a:pt x="333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6" name="Google Shape;5661;p47">
                    <a:extLst>
                      <a:ext uri="{FF2B5EF4-FFF2-40B4-BE49-F238E27FC236}">
                        <a16:creationId xmlns:a16="http://schemas.microsoft.com/office/drawing/2014/main" id="{4DCAD1B4-392C-C4F5-BE23-03A760C051F8}"/>
                      </a:ext>
                    </a:extLst>
                  </p:cNvPr>
                  <p:cNvSpPr/>
                  <p:nvPr/>
                </p:nvSpPr>
                <p:spPr>
                  <a:xfrm>
                    <a:off x="10652170" y="-4209221"/>
                    <a:ext cx="1523714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3" h="1785" extrusionOk="0">
                        <a:moveTo>
                          <a:pt x="1394" y="1"/>
                        </a:moveTo>
                        <a:lnTo>
                          <a:pt x="0" y="816"/>
                        </a:lnTo>
                        <a:lnTo>
                          <a:pt x="260" y="958"/>
                        </a:lnTo>
                        <a:lnTo>
                          <a:pt x="1560" y="213"/>
                        </a:lnTo>
                        <a:lnTo>
                          <a:pt x="2446" y="213"/>
                        </a:lnTo>
                        <a:lnTo>
                          <a:pt x="5163" y="1784"/>
                        </a:lnTo>
                        <a:lnTo>
                          <a:pt x="5423" y="1631"/>
                        </a:lnTo>
                        <a:lnTo>
                          <a:pt x="259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7" name="Google Shape;5662;p47">
                    <a:extLst>
                      <a:ext uri="{FF2B5EF4-FFF2-40B4-BE49-F238E27FC236}">
                        <a16:creationId xmlns:a16="http://schemas.microsoft.com/office/drawing/2014/main" id="{6AA13243-A1BD-CA44-47CF-3ACD7EFF46B1}"/>
                      </a:ext>
                    </a:extLst>
                  </p:cNvPr>
                  <p:cNvSpPr/>
                  <p:nvPr/>
                </p:nvSpPr>
                <p:spPr>
                  <a:xfrm>
                    <a:off x="10303764" y="-3691391"/>
                    <a:ext cx="1151987" cy="39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0" h="1419" extrusionOk="0">
                        <a:moveTo>
                          <a:pt x="248" y="1"/>
                        </a:moveTo>
                        <a:lnTo>
                          <a:pt x="0" y="154"/>
                        </a:lnTo>
                        <a:lnTo>
                          <a:pt x="1240" y="875"/>
                        </a:lnTo>
                        <a:lnTo>
                          <a:pt x="2906" y="875"/>
                        </a:lnTo>
                        <a:lnTo>
                          <a:pt x="3839" y="1418"/>
                        </a:lnTo>
                        <a:lnTo>
                          <a:pt x="4099" y="1276"/>
                        </a:lnTo>
                        <a:lnTo>
                          <a:pt x="3060" y="674"/>
                        </a:lnTo>
                        <a:lnTo>
                          <a:pt x="1406" y="674"/>
                        </a:lnTo>
                        <a:lnTo>
                          <a:pt x="248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8" name="Google Shape;5663;p47">
                    <a:extLst>
                      <a:ext uri="{FF2B5EF4-FFF2-40B4-BE49-F238E27FC236}">
                        <a16:creationId xmlns:a16="http://schemas.microsoft.com/office/drawing/2014/main" id="{F5980FFD-7343-A008-BC61-A5CDF97CB955}"/>
                      </a:ext>
                    </a:extLst>
                  </p:cNvPr>
                  <p:cNvSpPr/>
                  <p:nvPr/>
                </p:nvSpPr>
                <p:spPr>
                  <a:xfrm>
                    <a:off x="10486115" y="-3817547"/>
                    <a:ext cx="117868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5" h="1442" extrusionOk="0">
                        <a:moveTo>
                          <a:pt x="261" y="1"/>
                        </a:moveTo>
                        <a:lnTo>
                          <a:pt x="1" y="142"/>
                        </a:lnTo>
                        <a:lnTo>
                          <a:pt x="1253" y="851"/>
                        </a:lnTo>
                        <a:lnTo>
                          <a:pt x="2919" y="851"/>
                        </a:lnTo>
                        <a:lnTo>
                          <a:pt x="3923" y="1442"/>
                        </a:lnTo>
                        <a:lnTo>
                          <a:pt x="4194" y="1300"/>
                        </a:lnTo>
                        <a:lnTo>
                          <a:pt x="3072" y="650"/>
                        </a:lnTo>
                        <a:lnTo>
                          <a:pt x="1395" y="650"/>
                        </a:lnTo>
                        <a:lnTo>
                          <a:pt x="26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9" name="Google Shape;5664;p47">
                    <a:extLst>
                      <a:ext uri="{FF2B5EF4-FFF2-40B4-BE49-F238E27FC236}">
                        <a16:creationId xmlns:a16="http://schemas.microsoft.com/office/drawing/2014/main" id="{11C3EFC1-02A4-C8CB-14EF-BB91ADA75AA4}"/>
                      </a:ext>
                    </a:extLst>
                  </p:cNvPr>
                  <p:cNvSpPr/>
                  <p:nvPr/>
                </p:nvSpPr>
                <p:spPr>
                  <a:xfrm>
                    <a:off x="7747760" y="-3362654"/>
                    <a:ext cx="637527" cy="65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340" extrusionOk="0">
                        <a:moveTo>
                          <a:pt x="2009" y="0"/>
                        </a:moveTo>
                        <a:lnTo>
                          <a:pt x="1879" y="71"/>
                        </a:lnTo>
                        <a:lnTo>
                          <a:pt x="521" y="862"/>
                        </a:lnTo>
                        <a:lnTo>
                          <a:pt x="521" y="1878"/>
                        </a:lnTo>
                        <a:lnTo>
                          <a:pt x="1" y="2185"/>
                        </a:lnTo>
                        <a:lnTo>
                          <a:pt x="249" y="2339"/>
                        </a:lnTo>
                        <a:lnTo>
                          <a:pt x="887" y="1961"/>
                        </a:lnTo>
                        <a:lnTo>
                          <a:pt x="887" y="945"/>
                        </a:lnTo>
                        <a:lnTo>
                          <a:pt x="2127" y="224"/>
                        </a:lnTo>
                        <a:lnTo>
                          <a:pt x="2269" y="154"/>
                        </a:lnTo>
                        <a:lnTo>
                          <a:pt x="20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0" name="Google Shape;5665;p47">
                    <a:extLst>
                      <a:ext uri="{FF2B5EF4-FFF2-40B4-BE49-F238E27FC236}">
                        <a16:creationId xmlns:a16="http://schemas.microsoft.com/office/drawing/2014/main" id="{61F47E76-399B-C9D0-1178-CA732B1262D3}"/>
                      </a:ext>
                    </a:extLst>
                  </p:cNvPr>
                  <p:cNvSpPr/>
                  <p:nvPr/>
                </p:nvSpPr>
                <p:spPr>
                  <a:xfrm>
                    <a:off x="7538717" y="-3498925"/>
                    <a:ext cx="611115" cy="67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5" h="2411" extrusionOk="0">
                        <a:moveTo>
                          <a:pt x="1926" y="1"/>
                        </a:moveTo>
                        <a:lnTo>
                          <a:pt x="1773" y="83"/>
                        </a:lnTo>
                        <a:lnTo>
                          <a:pt x="438" y="875"/>
                        </a:lnTo>
                        <a:lnTo>
                          <a:pt x="438" y="2009"/>
                        </a:lnTo>
                        <a:lnTo>
                          <a:pt x="1" y="2245"/>
                        </a:lnTo>
                        <a:lnTo>
                          <a:pt x="272" y="2411"/>
                        </a:lnTo>
                        <a:lnTo>
                          <a:pt x="804" y="2092"/>
                        </a:lnTo>
                        <a:lnTo>
                          <a:pt x="804" y="958"/>
                        </a:lnTo>
                        <a:lnTo>
                          <a:pt x="2044" y="237"/>
                        </a:lnTo>
                        <a:lnTo>
                          <a:pt x="2174" y="142"/>
                        </a:lnTo>
                        <a:lnTo>
                          <a:pt x="192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1" name="Google Shape;5666;p47">
                    <a:extLst>
                      <a:ext uri="{FF2B5EF4-FFF2-40B4-BE49-F238E27FC236}">
                        <a16:creationId xmlns:a16="http://schemas.microsoft.com/office/drawing/2014/main" id="{FF6DB728-2872-32D3-6F0F-A815513E2020}"/>
                      </a:ext>
                    </a:extLst>
                  </p:cNvPr>
                  <p:cNvSpPr/>
                  <p:nvPr/>
                </p:nvSpPr>
                <p:spPr>
                  <a:xfrm>
                    <a:off x="7870545" y="-3037570"/>
                    <a:ext cx="1026112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" h="1442" extrusionOk="0">
                        <a:moveTo>
                          <a:pt x="3403" y="1"/>
                        </a:moveTo>
                        <a:lnTo>
                          <a:pt x="3344" y="24"/>
                        </a:lnTo>
                        <a:lnTo>
                          <a:pt x="2092" y="745"/>
                        </a:lnTo>
                        <a:lnTo>
                          <a:pt x="946" y="745"/>
                        </a:lnTo>
                        <a:lnTo>
                          <a:pt x="1" y="1288"/>
                        </a:lnTo>
                        <a:lnTo>
                          <a:pt x="273" y="1442"/>
                        </a:lnTo>
                        <a:lnTo>
                          <a:pt x="1100" y="958"/>
                        </a:lnTo>
                        <a:lnTo>
                          <a:pt x="2234" y="958"/>
                        </a:lnTo>
                        <a:lnTo>
                          <a:pt x="3592" y="178"/>
                        </a:lnTo>
                        <a:lnTo>
                          <a:pt x="3651" y="142"/>
                        </a:lnTo>
                        <a:lnTo>
                          <a:pt x="340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2" name="Google Shape;5667;p47">
                    <a:extLst>
                      <a:ext uri="{FF2B5EF4-FFF2-40B4-BE49-F238E27FC236}">
                        <a16:creationId xmlns:a16="http://schemas.microsoft.com/office/drawing/2014/main" id="{CCEF9E56-34B7-8B50-034A-FBF2B12156A1}"/>
                      </a:ext>
                    </a:extLst>
                  </p:cNvPr>
                  <p:cNvSpPr/>
                  <p:nvPr/>
                </p:nvSpPr>
                <p:spPr>
                  <a:xfrm>
                    <a:off x="6751994" y="-3661608"/>
                    <a:ext cx="1128948" cy="38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" h="1360" extrusionOk="0">
                        <a:moveTo>
                          <a:pt x="3746" y="1"/>
                        </a:moveTo>
                        <a:lnTo>
                          <a:pt x="3604" y="95"/>
                        </a:lnTo>
                        <a:lnTo>
                          <a:pt x="2470" y="757"/>
                        </a:lnTo>
                        <a:lnTo>
                          <a:pt x="781" y="757"/>
                        </a:lnTo>
                        <a:lnTo>
                          <a:pt x="1" y="1194"/>
                        </a:lnTo>
                        <a:lnTo>
                          <a:pt x="249" y="1359"/>
                        </a:lnTo>
                        <a:lnTo>
                          <a:pt x="934" y="958"/>
                        </a:lnTo>
                        <a:lnTo>
                          <a:pt x="2612" y="958"/>
                        </a:lnTo>
                        <a:lnTo>
                          <a:pt x="3852" y="237"/>
                        </a:lnTo>
                        <a:lnTo>
                          <a:pt x="4017" y="154"/>
                        </a:lnTo>
                        <a:lnTo>
                          <a:pt x="374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675" name="Google Shape;5668;p47">
                  <a:extLst>
                    <a:ext uri="{FF2B5EF4-FFF2-40B4-BE49-F238E27FC236}">
                      <a16:creationId xmlns:a16="http://schemas.microsoft.com/office/drawing/2014/main" id="{3696E01C-B300-E0DA-4D10-5C642C81AFF6}"/>
                    </a:ext>
                  </a:extLst>
                </p:cNvPr>
                <p:cNvSpPr/>
                <p:nvPr/>
              </p:nvSpPr>
              <p:spPr>
                <a:xfrm>
                  <a:off x="6598965" y="-3776740"/>
                  <a:ext cx="1021412" cy="282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7" h="1182" extrusionOk="0">
                      <a:moveTo>
                        <a:pt x="4017" y="0"/>
                      </a:moveTo>
                      <a:lnTo>
                        <a:pt x="3887" y="71"/>
                      </a:lnTo>
                      <a:lnTo>
                        <a:pt x="2516" y="875"/>
                      </a:lnTo>
                      <a:lnTo>
                        <a:pt x="284" y="875"/>
                      </a:lnTo>
                      <a:lnTo>
                        <a:pt x="0" y="1028"/>
                      </a:lnTo>
                      <a:lnTo>
                        <a:pt x="272" y="1182"/>
                      </a:lnTo>
                      <a:lnTo>
                        <a:pt x="437" y="1075"/>
                      </a:lnTo>
                      <a:lnTo>
                        <a:pt x="2658" y="1075"/>
                      </a:lnTo>
                      <a:lnTo>
                        <a:pt x="4135" y="225"/>
                      </a:lnTo>
                      <a:lnTo>
                        <a:pt x="4277" y="142"/>
                      </a:lnTo>
                      <a:lnTo>
                        <a:pt x="401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304" name="Google Shape;5669;p47">
                <a:extLst>
                  <a:ext uri="{FF2B5EF4-FFF2-40B4-BE49-F238E27FC236}">
                    <a16:creationId xmlns:a16="http://schemas.microsoft.com/office/drawing/2014/main" id="{AE8F23E9-DD80-7C5D-0902-385FB1EF6D0B}"/>
                  </a:ext>
                </a:extLst>
              </p:cNvPr>
              <p:cNvSpPr/>
              <p:nvPr/>
            </p:nvSpPr>
            <p:spPr>
              <a:xfrm flipH="1">
                <a:off x="9817982" y="7218955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5" name="Google Shape;5670;p47">
                <a:extLst>
                  <a:ext uri="{FF2B5EF4-FFF2-40B4-BE49-F238E27FC236}">
                    <a16:creationId xmlns:a16="http://schemas.microsoft.com/office/drawing/2014/main" id="{5C294BD4-7CBA-8093-BD5F-6215D223A539}"/>
                  </a:ext>
                </a:extLst>
              </p:cNvPr>
              <p:cNvSpPr/>
              <p:nvPr/>
            </p:nvSpPr>
            <p:spPr>
              <a:xfrm flipH="1">
                <a:off x="11341013" y="7218966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6" name="Google Shape;5671;p47">
                <a:extLst>
                  <a:ext uri="{FF2B5EF4-FFF2-40B4-BE49-F238E27FC236}">
                    <a16:creationId xmlns:a16="http://schemas.microsoft.com/office/drawing/2014/main" id="{DA63E217-547E-72DB-626D-42BBB1048AAF}"/>
                  </a:ext>
                </a:extLst>
              </p:cNvPr>
              <p:cNvSpPr/>
              <p:nvPr/>
            </p:nvSpPr>
            <p:spPr>
              <a:xfrm flipH="1">
                <a:off x="9812585" y="7218966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7" name="Google Shape;5672;p47">
                <a:extLst>
                  <a:ext uri="{FF2B5EF4-FFF2-40B4-BE49-F238E27FC236}">
                    <a16:creationId xmlns:a16="http://schemas.microsoft.com/office/drawing/2014/main" id="{8F834C17-00D1-19CA-567C-D511DDA6991C}"/>
                  </a:ext>
                </a:extLst>
              </p:cNvPr>
              <p:cNvGrpSpPr/>
              <p:nvPr/>
            </p:nvGrpSpPr>
            <p:grpSpPr>
              <a:xfrm>
                <a:off x="10884983" y="6879817"/>
                <a:ext cx="922893" cy="599206"/>
                <a:chOff x="-4004340" y="2465518"/>
                <a:chExt cx="1791330" cy="1162830"/>
              </a:xfrm>
            </p:grpSpPr>
            <p:sp>
              <p:nvSpPr>
                <p:cNvPr id="1308" name="Google Shape;5673;p47">
                  <a:extLst>
                    <a:ext uri="{FF2B5EF4-FFF2-40B4-BE49-F238E27FC236}">
                      <a16:creationId xmlns:a16="http://schemas.microsoft.com/office/drawing/2014/main" id="{217A5372-978A-94E7-CCB6-FE1CC433F15F}"/>
                    </a:ext>
                  </a:extLst>
                </p:cNvPr>
                <p:cNvSpPr/>
                <p:nvPr/>
              </p:nvSpPr>
              <p:spPr>
                <a:xfrm>
                  <a:off x="-3238869" y="3540443"/>
                  <a:ext cx="296388" cy="7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86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2671" y="68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09" name="Google Shape;5674;p47">
                  <a:extLst>
                    <a:ext uri="{FF2B5EF4-FFF2-40B4-BE49-F238E27FC236}">
                      <a16:creationId xmlns:a16="http://schemas.microsoft.com/office/drawing/2014/main" id="{2AD9A3D6-00BE-B035-AE01-21F1262D3080}"/>
                    </a:ext>
                  </a:extLst>
                </p:cNvPr>
                <p:cNvSpPr/>
                <p:nvPr/>
              </p:nvSpPr>
              <p:spPr>
                <a:xfrm>
                  <a:off x="-2741963" y="2725067"/>
                  <a:ext cx="14536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31" extrusionOk="0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30" y="130"/>
                      </a:lnTo>
                      <a:lnTo>
                        <a:pt x="130" y="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0" name="Google Shape;5675;p47">
                  <a:extLst>
                    <a:ext uri="{FF2B5EF4-FFF2-40B4-BE49-F238E27FC236}">
                      <a16:creationId xmlns:a16="http://schemas.microsoft.com/office/drawing/2014/main" id="{A35DB050-4102-6DDB-D844-8F4D24A08D61}"/>
                    </a:ext>
                  </a:extLst>
                </p:cNvPr>
                <p:cNvSpPr/>
                <p:nvPr/>
              </p:nvSpPr>
              <p:spPr>
                <a:xfrm>
                  <a:off x="-3461689" y="2727730"/>
                  <a:ext cx="14536" cy="1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42" extrusionOk="0">
                      <a:moveTo>
                        <a:pt x="131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31" y="4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1" name="Google Shape;5676;p47">
                  <a:extLst>
                    <a:ext uri="{FF2B5EF4-FFF2-40B4-BE49-F238E27FC236}">
                      <a16:creationId xmlns:a16="http://schemas.microsoft.com/office/drawing/2014/main" id="{017EBAFE-3488-C24C-071F-D1300E76D700}"/>
                    </a:ext>
                  </a:extLst>
                </p:cNvPr>
                <p:cNvSpPr/>
                <p:nvPr/>
              </p:nvSpPr>
              <p:spPr>
                <a:xfrm>
                  <a:off x="-2942590" y="3124876"/>
                  <a:ext cx="714504" cy="491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431" extrusionOk="0">
                      <a:moveTo>
                        <a:pt x="6439" y="0"/>
                      </a:moveTo>
                      <a:lnTo>
                        <a:pt x="1" y="3745"/>
                      </a:lnTo>
                      <a:lnTo>
                        <a:pt x="1" y="4430"/>
                      </a:lnTo>
                      <a:lnTo>
                        <a:pt x="6439" y="697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2" name="Google Shape;5677;p47">
                  <a:extLst>
                    <a:ext uri="{FF2B5EF4-FFF2-40B4-BE49-F238E27FC236}">
                      <a16:creationId xmlns:a16="http://schemas.microsoft.com/office/drawing/2014/main" id="{BF639120-342D-0EE9-D08B-9F4121D423D3}"/>
                    </a:ext>
                  </a:extLst>
                </p:cNvPr>
                <p:cNvSpPr/>
                <p:nvPr/>
              </p:nvSpPr>
              <p:spPr>
                <a:xfrm>
                  <a:off x="-3958484" y="3126208"/>
                  <a:ext cx="719719" cy="49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419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6486" y="4418"/>
                      </a:lnTo>
                      <a:lnTo>
                        <a:pt x="6486" y="37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3" name="Google Shape;5678;p47">
                  <a:extLst>
                    <a:ext uri="{FF2B5EF4-FFF2-40B4-BE49-F238E27FC236}">
                      <a16:creationId xmlns:a16="http://schemas.microsoft.com/office/drawing/2014/main" id="{32B42369-53CF-9B4B-0AC3-40E0B0799388}"/>
                    </a:ext>
                  </a:extLst>
                </p:cNvPr>
                <p:cNvSpPr/>
                <p:nvPr/>
              </p:nvSpPr>
              <p:spPr>
                <a:xfrm>
                  <a:off x="-3958484" y="2537645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4"/>
                      </a:lnTo>
                      <a:lnTo>
                        <a:pt x="6486" y="9037"/>
                      </a:lnTo>
                      <a:lnTo>
                        <a:pt x="9156" y="9037"/>
                      </a:lnTo>
                      <a:lnTo>
                        <a:pt x="15594" y="5292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4" name="Google Shape;5679;p47">
                  <a:extLst>
                    <a:ext uri="{FF2B5EF4-FFF2-40B4-BE49-F238E27FC236}">
                      <a16:creationId xmlns:a16="http://schemas.microsoft.com/office/drawing/2014/main" id="{88D6A89E-AB21-4739-97EC-E0DC214AD460}"/>
                    </a:ext>
                  </a:extLst>
                </p:cNvPr>
                <p:cNvSpPr/>
                <p:nvPr/>
              </p:nvSpPr>
              <p:spPr>
                <a:xfrm>
                  <a:off x="-2709228" y="2744708"/>
                  <a:ext cx="15868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31" extrusionOk="0">
                      <a:moveTo>
                        <a:pt x="1" y="1"/>
                      </a:moveTo>
                      <a:lnTo>
                        <a:pt x="12" y="60"/>
                      </a:lnTo>
                      <a:lnTo>
                        <a:pt x="142" y="131"/>
                      </a:lnTo>
                      <a:lnTo>
                        <a:pt x="142" y="8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5" name="Google Shape;5680;p47">
                  <a:extLst>
                    <a:ext uri="{FF2B5EF4-FFF2-40B4-BE49-F238E27FC236}">
                      <a16:creationId xmlns:a16="http://schemas.microsoft.com/office/drawing/2014/main" id="{98C8DB14-5517-3195-8445-F171D065A2BB}"/>
                    </a:ext>
                  </a:extLst>
                </p:cNvPr>
                <p:cNvSpPr/>
                <p:nvPr/>
              </p:nvSpPr>
              <p:spPr>
                <a:xfrm>
                  <a:off x="-2709228" y="2725067"/>
                  <a:ext cx="48603" cy="28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1" extrusionOk="0">
                      <a:moveTo>
                        <a:pt x="308" y="0"/>
                      </a:moveTo>
                      <a:lnTo>
                        <a:pt x="1" y="178"/>
                      </a:lnTo>
                      <a:lnTo>
                        <a:pt x="142" y="260"/>
                      </a:lnTo>
                      <a:lnTo>
                        <a:pt x="438" y="83"/>
                      </a:lnTo>
                      <a:lnTo>
                        <a:pt x="3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6" name="Google Shape;5681;p47">
                  <a:extLst>
                    <a:ext uri="{FF2B5EF4-FFF2-40B4-BE49-F238E27FC236}">
                      <a16:creationId xmlns:a16="http://schemas.microsoft.com/office/drawing/2014/main" id="{254AAF53-F09E-8834-A862-989E99782832}"/>
                    </a:ext>
                  </a:extLst>
                </p:cNvPr>
                <p:cNvSpPr/>
                <p:nvPr/>
              </p:nvSpPr>
              <p:spPr>
                <a:xfrm>
                  <a:off x="-3495755" y="2747371"/>
                  <a:ext cx="15868" cy="1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43" extrusionOk="0">
                      <a:moveTo>
                        <a:pt x="142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42" y="4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7" name="Google Shape;5682;p47">
                  <a:extLst>
                    <a:ext uri="{FF2B5EF4-FFF2-40B4-BE49-F238E27FC236}">
                      <a16:creationId xmlns:a16="http://schemas.microsoft.com/office/drawing/2014/main" id="{305CA28C-80B7-D7FA-EFA3-0484951F6E9B}"/>
                    </a:ext>
                  </a:extLst>
                </p:cNvPr>
                <p:cNvSpPr/>
                <p:nvPr/>
              </p:nvSpPr>
              <p:spPr>
                <a:xfrm>
                  <a:off x="-3528490" y="2727730"/>
                  <a:ext cx="48603" cy="2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0" extrusionOk="0">
                      <a:moveTo>
                        <a:pt x="130" y="0"/>
                      </a:moveTo>
                      <a:lnTo>
                        <a:pt x="0" y="83"/>
                      </a:lnTo>
                      <a:lnTo>
                        <a:pt x="296" y="260"/>
                      </a:lnTo>
                      <a:lnTo>
                        <a:pt x="437" y="177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8" name="Google Shape;5683;p47">
                  <a:extLst>
                    <a:ext uri="{FF2B5EF4-FFF2-40B4-BE49-F238E27FC236}">
                      <a16:creationId xmlns:a16="http://schemas.microsoft.com/office/drawing/2014/main" id="{01E8043B-7CF8-69B6-213B-E754ABF06344}"/>
                    </a:ext>
                  </a:extLst>
                </p:cNvPr>
                <p:cNvSpPr/>
                <p:nvPr/>
              </p:nvSpPr>
              <p:spPr>
                <a:xfrm>
                  <a:off x="-2942590" y="3054080"/>
                  <a:ext cx="714504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171" extrusionOk="0">
                      <a:moveTo>
                        <a:pt x="6439" y="1"/>
                      </a:moveTo>
                      <a:lnTo>
                        <a:pt x="1" y="3734"/>
                      </a:lnTo>
                      <a:lnTo>
                        <a:pt x="1" y="4171"/>
                      </a:lnTo>
                      <a:lnTo>
                        <a:pt x="6439" y="414"/>
                      </a:lnTo>
                      <a:lnTo>
                        <a:pt x="6439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9" name="Google Shape;5684;p47">
                  <a:extLst>
                    <a:ext uri="{FF2B5EF4-FFF2-40B4-BE49-F238E27FC236}">
                      <a16:creationId xmlns:a16="http://schemas.microsoft.com/office/drawing/2014/main" id="{C3C14616-E12B-7CF7-20A2-5EA855D452CB}"/>
                    </a:ext>
                  </a:extLst>
                </p:cNvPr>
                <p:cNvSpPr/>
                <p:nvPr/>
              </p:nvSpPr>
              <p:spPr>
                <a:xfrm>
                  <a:off x="-3958484" y="3054080"/>
                  <a:ext cx="719719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171" extrusionOk="0">
                      <a:moveTo>
                        <a:pt x="1" y="1"/>
                      </a:moveTo>
                      <a:lnTo>
                        <a:pt x="1" y="414"/>
                      </a:lnTo>
                      <a:lnTo>
                        <a:pt x="6486" y="4171"/>
                      </a:lnTo>
                      <a:lnTo>
                        <a:pt x="6486" y="373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0" name="Google Shape;5685;p47">
                  <a:extLst>
                    <a:ext uri="{FF2B5EF4-FFF2-40B4-BE49-F238E27FC236}">
                      <a16:creationId xmlns:a16="http://schemas.microsoft.com/office/drawing/2014/main" id="{4E3D97CF-23EC-FDAA-D983-F3974D85FD67}"/>
                    </a:ext>
                  </a:extLst>
                </p:cNvPr>
                <p:cNvSpPr/>
                <p:nvPr/>
              </p:nvSpPr>
              <p:spPr>
                <a:xfrm>
                  <a:off x="-3238869" y="3468316"/>
                  <a:ext cx="296388" cy="48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438" extrusionOk="0">
                      <a:moveTo>
                        <a:pt x="1" y="1"/>
                      </a:moveTo>
                      <a:lnTo>
                        <a:pt x="1" y="438"/>
                      </a:lnTo>
                      <a:lnTo>
                        <a:pt x="2671" y="438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1" name="Google Shape;5686;p47">
                  <a:extLst>
                    <a:ext uri="{FF2B5EF4-FFF2-40B4-BE49-F238E27FC236}">
                      <a16:creationId xmlns:a16="http://schemas.microsoft.com/office/drawing/2014/main" id="{2C2385AA-0DDC-FF59-F7DC-B4DB976ABA47}"/>
                    </a:ext>
                  </a:extLst>
                </p:cNvPr>
                <p:cNvSpPr/>
                <p:nvPr/>
              </p:nvSpPr>
              <p:spPr>
                <a:xfrm>
                  <a:off x="-3958484" y="2465518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5"/>
                      </a:lnTo>
                      <a:lnTo>
                        <a:pt x="6486" y="9038"/>
                      </a:lnTo>
                      <a:lnTo>
                        <a:pt x="9156" y="9038"/>
                      </a:lnTo>
                      <a:lnTo>
                        <a:pt x="15594" y="5305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2" name="Google Shape;5687;p47">
                  <a:extLst>
                    <a:ext uri="{FF2B5EF4-FFF2-40B4-BE49-F238E27FC236}">
                      <a16:creationId xmlns:a16="http://schemas.microsoft.com/office/drawing/2014/main" id="{0828020F-36FF-2FA1-5491-ED28710BE261}"/>
                    </a:ext>
                  </a:extLst>
                </p:cNvPr>
                <p:cNvSpPr/>
                <p:nvPr/>
              </p:nvSpPr>
              <p:spPr>
                <a:xfrm>
                  <a:off x="-3904776" y="2516673"/>
                  <a:ext cx="1625637" cy="89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0" h="8105" extrusionOk="0">
                      <a:moveTo>
                        <a:pt x="8412" y="402"/>
                      </a:moveTo>
                      <a:lnTo>
                        <a:pt x="14271" y="3769"/>
                      </a:lnTo>
                      <a:lnTo>
                        <a:pt x="14271" y="4347"/>
                      </a:lnTo>
                      <a:lnTo>
                        <a:pt x="8447" y="7726"/>
                      </a:lnTo>
                      <a:lnTo>
                        <a:pt x="6226" y="7726"/>
                      </a:lnTo>
                      <a:lnTo>
                        <a:pt x="355" y="4347"/>
                      </a:lnTo>
                      <a:lnTo>
                        <a:pt x="355" y="3780"/>
                      </a:lnTo>
                      <a:lnTo>
                        <a:pt x="6179" y="402"/>
                      </a:lnTo>
                      <a:close/>
                      <a:moveTo>
                        <a:pt x="6085" y="0"/>
                      </a:moveTo>
                      <a:lnTo>
                        <a:pt x="1" y="3544"/>
                      </a:lnTo>
                      <a:lnTo>
                        <a:pt x="1" y="4560"/>
                      </a:lnTo>
                      <a:lnTo>
                        <a:pt x="6132" y="8104"/>
                      </a:lnTo>
                      <a:lnTo>
                        <a:pt x="8565" y="8104"/>
                      </a:lnTo>
                      <a:lnTo>
                        <a:pt x="14649" y="4560"/>
                      </a:lnTo>
                      <a:lnTo>
                        <a:pt x="14649" y="3544"/>
                      </a:lnTo>
                      <a:lnTo>
                        <a:pt x="8518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3" name="Google Shape;5688;p47">
                  <a:extLst>
                    <a:ext uri="{FF2B5EF4-FFF2-40B4-BE49-F238E27FC236}">
                      <a16:creationId xmlns:a16="http://schemas.microsoft.com/office/drawing/2014/main" id="{0F10791A-5937-74FB-FA2D-06437E9D0891}"/>
                    </a:ext>
                  </a:extLst>
                </p:cNvPr>
                <p:cNvSpPr/>
                <p:nvPr/>
              </p:nvSpPr>
              <p:spPr>
                <a:xfrm>
                  <a:off x="-3722570" y="2675243"/>
                  <a:ext cx="668675" cy="385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6" h="3474" extrusionOk="0">
                      <a:moveTo>
                        <a:pt x="4502" y="1"/>
                      </a:moveTo>
                      <a:lnTo>
                        <a:pt x="1" y="2599"/>
                      </a:lnTo>
                      <a:lnTo>
                        <a:pt x="1525" y="3474"/>
                      </a:lnTo>
                      <a:lnTo>
                        <a:pt x="6026" y="875"/>
                      </a:lnTo>
                      <a:lnTo>
                        <a:pt x="4502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4" name="Google Shape;5689;p47">
                  <a:extLst>
                    <a:ext uri="{FF2B5EF4-FFF2-40B4-BE49-F238E27FC236}">
                      <a16:creationId xmlns:a16="http://schemas.microsoft.com/office/drawing/2014/main" id="{C57426DE-0986-52FC-334B-663131B3BAFB}"/>
                    </a:ext>
                  </a:extLst>
                </p:cNvPr>
                <p:cNvSpPr/>
                <p:nvPr/>
              </p:nvSpPr>
              <p:spPr>
                <a:xfrm>
                  <a:off x="-3537701" y="2688337"/>
                  <a:ext cx="778752" cy="449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4053" extrusionOk="0">
                      <a:moveTo>
                        <a:pt x="5966" y="1"/>
                      </a:moveTo>
                      <a:lnTo>
                        <a:pt x="1" y="3450"/>
                      </a:lnTo>
                      <a:lnTo>
                        <a:pt x="1052" y="4053"/>
                      </a:lnTo>
                      <a:lnTo>
                        <a:pt x="7018" y="615"/>
                      </a:lnTo>
                      <a:lnTo>
                        <a:pt x="5966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5" name="Google Shape;5690;p47">
                  <a:extLst>
                    <a:ext uri="{FF2B5EF4-FFF2-40B4-BE49-F238E27FC236}">
                      <a16:creationId xmlns:a16="http://schemas.microsoft.com/office/drawing/2014/main" id="{B05483F4-F600-167D-75A6-20929144CEE7}"/>
                    </a:ext>
                  </a:extLst>
                </p:cNvPr>
                <p:cNvSpPr/>
                <p:nvPr/>
              </p:nvSpPr>
              <p:spPr>
                <a:xfrm>
                  <a:off x="-3402655" y="2832593"/>
                  <a:ext cx="624067" cy="3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" h="3249" extrusionOk="0">
                      <a:moveTo>
                        <a:pt x="4915" y="0"/>
                      </a:moveTo>
                      <a:lnTo>
                        <a:pt x="0" y="2859"/>
                      </a:lnTo>
                      <a:lnTo>
                        <a:pt x="709" y="3249"/>
                      </a:lnTo>
                      <a:lnTo>
                        <a:pt x="5623" y="414"/>
                      </a:lnTo>
                      <a:lnTo>
                        <a:pt x="491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6" name="Google Shape;5691;p47">
                  <a:extLst>
                    <a:ext uri="{FF2B5EF4-FFF2-40B4-BE49-F238E27FC236}">
                      <a16:creationId xmlns:a16="http://schemas.microsoft.com/office/drawing/2014/main" id="{FE8E3752-3FD9-5C02-0D8E-7623A812A8CC}"/>
                    </a:ext>
                  </a:extLst>
                </p:cNvPr>
                <p:cNvSpPr/>
                <p:nvPr/>
              </p:nvSpPr>
              <p:spPr>
                <a:xfrm>
                  <a:off x="-3210018" y="2946554"/>
                  <a:ext cx="626730" cy="36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8" h="3250" extrusionOk="0">
                      <a:moveTo>
                        <a:pt x="4939" y="1"/>
                      </a:moveTo>
                      <a:lnTo>
                        <a:pt x="1" y="2836"/>
                      </a:lnTo>
                      <a:lnTo>
                        <a:pt x="733" y="3250"/>
                      </a:lnTo>
                      <a:lnTo>
                        <a:pt x="5648" y="391"/>
                      </a:lnTo>
                      <a:lnTo>
                        <a:pt x="4939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7" name="Google Shape;5692;p47">
                  <a:extLst>
                    <a:ext uri="{FF2B5EF4-FFF2-40B4-BE49-F238E27FC236}">
                      <a16:creationId xmlns:a16="http://schemas.microsoft.com/office/drawing/2014/main" id="{0B7C56AF-2550-0C1A-B7DF-817C075DA0EE}"/>
                    </a:ext>
                  </a:extLst>
                </p:cNvPr>
                <p:cNvSpPr/>
                <p:nvPr/>
              </p:nvSpPr>
              <p:spPr>
                <a:xfrm>
                  <a:off x="-3305671" y="3060627"/>
                  <a:ext cx="329122" cy="18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702" extrusionOk="0">
                      <a:moveTo>
                        <a:pt x="2257" y="1"/>
                      </a:moveTo>
                      <a:lnTo>
                        <a:pt x="0" y="1300"/>
                      </a:lnTo>
                      <a:lnTo>
                        <a:pt x="709" y="1702"/>
                      </a:lnTo>
                      <a:lnTo>
                        <a:pt x="2966" y="402"/>
                      </a:lnTo>
                      <a:lnTo>
                        <a:pt x="2257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8" name="Google Shape;5693;p47">
                  <a:extLst>
                    <a:ext uri="{FF2B5EF4-FFF2-40B4-BE49-F238E27FC236}">
                      <a16:creationId xmlns:a16="http://schemas.microsoft.com/office/drawing/2014/main" id="{42A02870-1561-EC80-00E2-A90FE642F26D}"/>
                    </a:ext>
                  </a:extLst>
                </p:cNvPr>
                <p:cNvSpPr/>
                <p:nvPr/>
              </p:nvSpPr>
              <p:spPr>
                <a:xfrm>
                  <a:off x="-3009391" y="2888963"/>
                  <a:ext cx="327791" cy="19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" h="1714" extrusionOk="0">
                      <a:moveTo>
                        <a:pt x="2245" y="0"/>
                      </a:moveTo>
                      <a:lnTo>
                        <a:pt x="0" y="1300"/>
                      </a:lnTo>
                      <a:lnTo>
                        <a:pt x="709" y="1713"/>
                      </a:lnTo>
                      <a:lnTo>
                        <a:pt x="2954" y="414"/>
                      </a:lnTo>
                      <a:lnTo>
                        <a:pt x="224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329" name="Google Shape;5694;p47">
                  <a:extLst>
                    <a:ext uri="{FF2B5EF4-FFF2-40B4-BE49-F238E27FC236}">
                      <a16:creationId xmlns:a16="http://schemas.microsoft.com/office/drawing/2014/main" id="{89F6479C-4C8A-342D-B709-1CB6EA2AF56E}"/>
                    </a:ext>
                  </a:extLst>
                </p:cNvPr>
                <p:cNvGrpSpPr/>
                <p:nvPr/>
              </p:nvGrpSpPr>
              <p:grpSpPr>
                <a:xfrm>
                  <a:off x="-4004340" y="3104789"/>
                  <a:ext cx="1791330" cy="523558"/>
                  <a:chOff x="-4004340" y="3104789"/>
                  <a:chExt cx="1791330" cy="523558"/>
                </a:xfrm>
              </p:grpSpPr>
              <p:grpSp>
                <p:nvGrpSpPr>
                  <p:cNvPr id="1330" name="Google Shape;5695;p47">
                    <a:extLst>
                      <a:ext uri="{FF2B5EF4-FFF2-40B4-BE49-F238E27FC236}">
                        <a16:creationId xmlns:a16="http://schemas.microsoft.com/office/drawing/2014/main" id="{F03CAF6B-CB21-11E5-DB69-9F152F77DDCA}"/>
                      </a:ext>
                    </a:extLst>
                  </p:cNvPr>
                  <p:cNvGrpSpPr/>
                  <p:nvPr/>
                </p:nvGrpSpPr>
                <p:grpSpPr>
                  <a:xfrm>
                    <a:off x="-2940565" y="3136014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502" name="Google Shape;5696;p47">
                      <a:extLst>
                        <a:ext uri="{FF2B5EF4-FFF2-40B4-BE49-F238E27FC236}">
                          <a16:creationId xmlns:a16="http://schemas.microsoft.com/office/drawing/2014/main" id="{6EF6A20F-2A18-5D31-36B3-19B906946B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63" name="Google Shape;5697;p47">
                        <a:extLst>
                          <a:ext uri="{FF2B5EF4-FFF2-40B4-BE49-F238E27FC236}">
                            <a16:creationId xmlns:a16="http://schemas.microsoft.com/office/drawing/2014/main" id="{DE90546D-F45D-9A33-E150-C3166C7A87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4" name="Google Shape;5698;p47">
                        <a:extLst>
                          <a:ext uri="{FF2B5EF4-FFF2-40B4-BE49-F238E27FC236}">
                            <a16:creationId xmlns:a16="http://schemas.microsoft.com/office/drawing/2014/main" id="{475AABCD-0713-FCEA-167F-7162D1A85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5" name="Google Shape;5699;p47">
                        <a:extLst>
                          <a:ext uri="{FF2B5EF4-FFF2-40B4-BE49-F238E27FC236}">
                            <a16:creationId xmlns:a16="http://schemas.microsoft.com/office/drawing/2014/main" id="{492E353A-A67B-38E7-2C1B-CC04877535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6" name="Google Shape;5700;p47">
                        <a:extLst>
                          <a:ext uri="{FF2B5EF4-FFF2-40B4-BE49-F238E27FC236}">
                            <a16:creationId xmlns:a16="http://schemas.microsoft.com/office/drawing/2014/main" id="{95578832-E18B-CCC7-56D8-D1AD533C74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7" name="Google Shape;5701;p47">
                        <a:extLst>
                          <a:ext uri="{FF2B5EF4-FFF2-40B4-BE49-F238E27FC236}">
                            <a16:creationId xmlns:a16="http://schemas.microsoft.com/office/drawing/2014/main" id="{A2E4A547-A1C9-0BC3-FE0F-9D734822D5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8" name="Google Shape;5702;p47">
                        <a:extLst>
                          <a:ext uri="{FF2B5EF4-FFF2-40B4-BE49-F238E27FC236}">
                            <a16:creationId xmlns:a16="http://schemas.microsoft.com/office/drawing/2014/main" id="{A243154C-653D-8ECD-67CC-FABE6230E0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9" name="Google Shape;5703;p47">
                        <a:extLst>
                          <a:ext uri="{FF2B5EF4-FFF2-40B4-BE49-F238E27FC236}">
                            <a16:creationId xmlns:a16="http://schemas.microsoft.com/office/drawing/2014/main" id="{F85FE5BF-8B2B-F498-8C37-1EA6887EA7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0" name="Google Shape;5704;p47">
                        <a:extLst>
                          <a:ext uri="{FF2B5EF4-FFF2-40B4-BE49-F238E27FC236}">
                            <a16:creationId xmlns:a16="http://schemas.microsoft.com/office/drawing/2014/main" id="{3D5B3128-36F9-2085-2766-BDA137E99B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1" name="Google Shape;5705;p47">
                        <a:extLst>
                          <a:ext uri="{FF2B5EF4-FFF2-40B4-BE49-F238E27FC236}">
                            <a16:creationId xmlns:a16="http://schemas.microsoft.com/office/drawing/2014/main" id="{6163CD53-0E13-015B-4C11-EEBBC74B8C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3" name="Google Shape;5706;p47">
                      <a:extLst>
                        <a:ext uri="{FF2B5EF4-FFF2-40B4-BE49-F238E27FC236}">
                          <a16:creationId xmlns:a16="http://schemas.microsoft.com/office/drawing/2014/main" id="{9740660C-7196-4B10-4E8F-7456673F26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54" name="Google Shape;5707;p47">
                        <a:extLst>
                          <a:ext uri="{FF2B5EF4-FFF2-40B4-BE49-F238E27FC236}">
                            <a16:creationId xmlns:a16="http://schemas.microsoft.com/office/drawing/2014/main" id="{ADFEEF44-BD11-EDE0-0C71-5AF025039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5" name="Google Shape;5708;p47">
                        <a:extLst>
                          <a:ext uri="{FF2B5EF4-FFF2-40B4-BE49-F238E27FC236}">
                            <a16:creationId xmlns:a16="http://schemas.microsoft.com/office/drawing/2014/main" id="{DC5621E8-B756-3C88-9D85-6E4C54D156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6" name="Google Shape;5709;p47">
                        <a:extLst>
                          <a:ext uri="{FF2B5EF4-FFF2-40B4-BE49-F238E27FC236}">
                            <a16:creationId xmlns:a16="http://schemas.microsoft.com/office/drawing/2014/main" id="{E48AA822-3CED-0934-911C-FD513EBE9D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7" name="Google Shape;5710;p47">
                        <a:extLst>
                          <a:ext uri="{FF2B5EF4-FFF2-40B4-BE49-F238E27FC236}">
                            <a16:creationId xmlns:a16="http://schemas.microsoft.com/office/drawing/2014/main" id="{12933AD4-A697-58AC-5B5E-C994128D62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8" name="Google Shape;5711;p47">
                        <a:extLst>
                          <a:ext uri="{FF2B5EF4-FFF2-40B4-BE49-F238E27FC236}">
                            <a16:creationId xmlns:a16="http://schemas.microsoft.com/office/drawing/2014/main" id="{57E33599-2886-D4C3-DC2A-739F99DD85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9" name="Google Shape;5712;p47">
                        <a:extLst>
                          <a:ext uri="{FF2B5EF4-FFF2-40B4-BE49-F238E27FC236}">
                            <a16:creationId xmlns:a16="http://schemas.microsoft.com/office/drawing/2014/main" id="{B2B208A1-B773-C72F-4A63-AE1470B260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0" name="Google Shape;5713;p47">
                        <a:extLst>
                          <a:ext uri="{FF2B5EF4-FFF2-40B4-BE49-F238E27FC236}">
                            <a16:creationId xmlns:a16="http://schemas.microsoft.com/office/drawing/2014/main" id="{B33AB048-9DD1-3485-74DF-7DCA23DE5F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1" name="Google Shape;5714;p47">
                        <a:extLst>
                          <a:ext uri="{FF2B5EF4-FFF2-40B4-BE49-F238E27FC236}">
                            <a16:creationId xmlns:a16="http://schemas.microsoft.com/office/drawing/2014/main" id="{F39C087C-EB27-5F39-AC91-6AB75E531C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2" name="Google Shape;5715;p47">
                        <a:extLst>
                          <a:ext uri="{FF2B5EF4-FFF2-40B4-BE49-F238E27FC236}">
                            <a16:creationId xmlns:a16="http://schemas.microsoft.com/office/drawing/2014/main" id="{3E975A8C-7532-C0B8-4031-383D6A287E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4" name="Google Shape;5716;p47">
                      <a:extLst>
                        <a:ext uri="{FF2B5EF4-FFF2-40B4-BE49-F238E27FC236}">
                          <a16:creationId xmlns:a16="http://schemas.microsoft.com/office/drawing/2014/main" id="{9F467F6C-8098-3C9B-044D-E816C5A3B4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45" name="Google Shape;5717;p47">
                        <a:extLst>
                          <a:ext uri="{FF2B5EF4-FFF2-40B4-BE49-F238E27FC236}">
                            <a16:creationId xmlns:a16="http://schemas.microsoft.com/office/drawing/2014/main" id="{D00C3B20-143F-8A57-E4E4-C4806281D0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6" name="Google Shape;5718;p47">
                        <a:extLst>
                          <a:ext uri="{FF2B5EF4-FFF2-40B4-BE49-F238E27FC236}">
                            <a16:creationId xmlns:a16="http://schemas.microsoft.com/office/drawing/2014/main" id="{9250A710-3845-4345-9017-B9A3FF85B8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7" name="Google Shape;5719;p47">
                        <a:extLst>
                          <a:ext uri="{FF2B5EF4-FFF2-40B4-BE49-F238E27FC236}">
                            <a16:creationId xmlns:a16="http://schemas.microsoft.com/office/drawing/2014/main" id="{026F86FB-853E-2C17-850F-D97A5E0ECD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8" name="Google Shape;5720;p47">
                        <a:extLst>
                          <a:ext uri="{FF2B5EF4-FFF2-40B4-BE49-F238E27FC236}">
                            <a16:creationId xmlns:a16="http://schemas.microsoft.com/office/drawing/2014/main" id="{6137CCF8-F25F-AD4B-F10F-64A0E85E5A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9" name="Google Shape;5721;p47">
                        <a:extLst>
                          <a:ext uri="{FF2B5EF4-FFF2-40B4-BE49-F238E27FC236}">
                            <a16:creationId xmlns:a16="http://schemas.microsoft.com/office/drawing/2014/main" id="{812279D5-F664-43A1-4A21-C26341F468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0" name="Google Shape;5722;p47">
                        <a:extLst>
                          <a:ext uri="{FF2B5EF4-FFF2-40B4-BE49-F238E27FC236}">
                            <a16:creationId xmlns:a16="http://schemas.microsoft.com/office/drawing/2014/main" id="{ED74F987-61A6-B10C-4B74-51D8AD4624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1" name="Google Shape;5723;p47">
                        <a:extLst>
                          <a:ext uri="{FF2B5EF4-FFF2-40B4-BE49-F238E27FC236}">
                            <a16:creationId xmlns:a16="http://schemas.microsoft.com/office/drawing/2014/main" id="{95AD2175-DDCC-4E94-87FB-3380636609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2" name="Google Shape;5724;p47">
                        <a:extLst>
                          <a:ext uri="{FF2B5EF4-FFF2-40B4-BE49-F238E27FC236}">
                            <a16:creationId xmlns:a16="http://schemas.microsoft.com/office/drawing/2014/main" id="{4A1AF920-7C16-B205-D93A-2E1CD1C228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3" name="Google Shape;5725;p47">
                        <a:extLst>
                          <a:ext uri="{FF2B5EF4-FFF2-40B4-BE49-F238E27FC236}">
                            <a16:creationId xmlns:a16="http://schemas.microsoft.com/office/drawing/2014/main" id="{86B318AB-4951-B85F-9E22-D3C491FD70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5" name="Google Shape;5726;p47">
                      <a:extLst>
                        <a:ext uri="{FF2B5EF4-FFF2-40B4-BE49-F238E27FC236}">
                          <a16:creationId xmlns:a16="http://schemas.microsoft.com/office/drawing/2014/main" id="{3B185CF8-AA25-7B70-8F0B-24F0455B03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36" name="Google Shape;5727;p47">
                        <a:extLst>
                          <a:ext uri="{FF2B5EF4-FFF2-40B4-BE49-F238E27FC236}">
                            <a16:creationId xmlns:a16="http://schemas.microsoft.com/office/drawing/2014/main" id="{A746D36F-525F-374E-69BC-3534D48B6C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7" name="Google Shape;5728;p47">
                        <a:extLst>
                          <a:ext uri="{FF2B5EF4-FFF2-40B4-BE49-F238E27FC236}">
                            <a16:creationId xmlns:a16="http://schemas.microsoft.com/office/drawing/2014/main" id="{C8056B7B-351F-0350-5724-457F0FE945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8" name="Google Shape;5729;p47">
                        <a:extLst>
                          <a:ext uri="{FF2B5EF4-FFF2-40B4-BE49-F238E27FC236}">
                            <a16:creationId xmlns:a16="http://schemas.microsoft.com/office/drawing/2014/main" id="{A1AEB237-FB78-B29E-DE62-F7C1D60F88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9" name="Google Shape;5730;p47">
                        <a:extLst>
                          <a:ext uri="{FF2B5EF4-FFF2-40B4-BE49-F238E27FC236}">
                            <a16:creationId xmlns:a16="http://schemas.microsoft.com/office/drawing/2014/main" id="{32B5869A-1742-A6E7-3B5F-5596DD8055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0" name="Google Shape;5731;p47">
                        <a:extLst>
                          <a:ext uri="{FF2B5EF4-FFF2-40B4-BE49-F238E27FC236}">
                            <a16:creationId xmlns:a16="http://schemas.microsoft.com/office/drawing/2014/main" id="{CD2E5FD8-D62C-B197-C1C0-82A15FD758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1" name="Google Shape;5732;p47">
                        <a:extLst>
                          <a:ext uri="{FF2B5EF4-FFF2-40B4-BE49-F238E27FC236}">
                            <a16:creationId xmlns:a16="http://schemas.microsoft.com/office/drawing/2014/main" id="{0F118E12-6693-667A-C4B4-CF08508245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2" name="Google Shape;5733;p47">
                        <a:extLst>
                          <a:ext uri="{FF2B5EF4-FFF2-40B4-BE49-F238E27FC236}">
                            <a16:creationId xmlns:a16="http://schemas.microsoft.com/office/drawing/2014/main" id="{426BDCA0-26C5-1D88-550A-A93BDF8B55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3" name="Google Shape;5734;p47">
                        <a:extLst>
                          <a:ext uri="{FF2B5EF4-FFF2-40B4-BE49-F238E27FC236}">
                            <a16:creationId xmlns:a16="http://schemas.microsoft.com/office/drawing/2014/main" id="{DB027A52-55AA-CBCE-9016-E39827F421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4" name="Google Shape;5735;p47">
                        <a:extLst>
                          <a:ext uri="{FF2B5EF4-FFF2-40B4-BE49-F238E27FC236}">
                            <a16:creationId xmlns:a16="http://schemas.microsoft.com/office/drawing/2014/main" id="{E45B7F0C-9B57-72B6-15D0-4DEE3979CA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6" name="Google Shape;5736;p47">
                      <a:extLst>
                        <a:ext uri="{FF2B5EF4-FFF2-40B4-BE49-F238E27FC236}">
                          <a16:creationId xmlns:a16="http://schemas.microsoft.com/office/drawing/2014/main" id="{E3647916-CD47-2676-BB47-8C5813C297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27" name="Google Shape;5737;p47">
                        <a:extLst>
                          <a:ext uri="{FF2B5EF4-FFF2-40B4-BE49-F238E27FC236}">
                            <a16:creationId xmlns:a16="http://schemas.microsoft.com/office/drawing/2014/main" id="{221356E8-5515-F313-C723-532E79CDD8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8" name="Google Shape;5738;p47">
                        <a:extLst>
                          <a:ext uri="{FF2B5EF4-FFF2-40B4-BE49-F238E27FC236}">
                            <a16:creationId xmlns:a16="http://schemas.microsoft.com/office/drawing/2014/main" id="{5CC2A38C-AB0D-C1D6-71CD-FD4B8287BC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9" name="Google Shape;5739;p47">
                        <a:extLst>
                          <a:ext uri="{FF2B5EF4-FFF2-40B4-BE49-F238E27FC236}">
                            <a16:creationId xmlns:a16="http://schemas.microsoft.com/office/drawing/2014/main" id="{D6DFB122-E099-8868-51EC-D1BB6D6851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0" name="Google Shape;5740;p47">
                        <a:extLst>
                          <a:ext uri="{FF2B5EF4-FFF2-40B4-BE49-F238E27FC236}">
                            <a16:creationId xmlns:a16="http://schemas.microsoft.com/office/drawing/2014/main" id="{DA738E36-FF76-BDB9-CDC5-B0BE733819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1" name="Google Shape;5741;p47">
                        <a:extLst>
                          <a:ext uri="{FF2B5EF4-FFF2-40B4-BE49-F238E27FC236}">
                            <a16:creationId xmlns:a16="http://schemas.microsoft.com/office/drawing/2014/main" id="{1CBCF5E2-F977-CF87-5EFC-971A1C57B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2" name="Google Shape;5742;p47">
                        <a:extLst>
                          <a:ext uri="{FF2B5EF4-FFF2-40B4-BE49-F238E27FC236}">
                            <a16:creationId xmlns:a16="http://schemas.microsoft.com/office/drawing/2014/main" id="{0FE273BA-F10A-0D51-364E-745CF91E2E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3" name="Google Shape;5743;p47">
                        <a:extLst>
                          <a:ext uri="{FF2B5EF4-FFF2-40B4-BE49-F238E27FC236}">
                            <a16:creationId xmlns:a16="http://schemas.microsoft.com/office/drawing/2014/main" id="{019F85DC-0543-13C3-F180-BD2C9359E2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4" name="Google Shape;5744;p47">
                        <a:extLst>
                          <a:ext uri="{FF2B5EF4-FFF2-40B4-BE49-F238E27FC236}">
                            <a16:creationId xmlns:a16="http://schemas.microsoft.com/office/drawing/2014/main" id="{EF5522D3-543E-C330-6F7D-711BB9EDB4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5" name="Google Shape;5745;p47">
                        <a:extLst>
                          <a:ext uri="{FF2B5EF4-FFF2-40B4-BE49-F238E27FC236}">
                            <a16:creationId xmlns:a16="http://schemas.microsoft.com/office/drawing/2014/main" id="{95C4E482-E21B-B486-3C62-4DC106CB3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7" name="Google Shape;5746;p47">
                      <a:extLst>
                        <a:ext uri="{FF2B5EF4-FFF2-40B4-BE49-F238E27FC236}">
                          <a16:creationId xmlns:a16="http://schemas.microsoft.com/office/drawing/2014/main" id="{D9F39AD4-D8D6-E8FC-CC97-B50686FFBD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18" name="Google Shape;5747;p47">
                        <a:extLst>
                          <a:ext uri="{FF2B5EF4-FFF2-40B4-BE49-F238E27FC236}">
                            <a16:creationId xmlns:a16="http://schemas.microsoft.com/office/drawing/2014/main" id="{4B916C46-4CC8-EC82-B421-7CFF7D4DF9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9" name="Google Shape;5748;p47">
                        <a:extLst>
                          <a:ext uri="{FF2B5EF4-FFF2-40B4-BE49-F238E27FC236}">
                            <a16:creationId xmlns:a16="http://schemas.microsoft.com/office/drawing/2014/main" id="{AEEEDFE4-D9C0-D929-8BA5-7A458870C0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0" name="Google Shape;5749;p47">
                        <a:extLst>
                          <a:ext uri="{FF2B5EF4-FFF2-40B4-BE49-F238E27FC236}">
                            <a16:creationId xmlns:a16="http://schemas.microsoft.com/office/drawing/2014/main" id="{5E0B0040-DB40-66CA-5DA5-AB73A706E7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1" name="Google Shape;5750;p47">
                        <a:extLst>
                          <a:ext uri="{FF2B5EF4-FFF2-40B4-BE49-F238E27FC236}">
                            <a16:creationId xmlns:a16="http://schemas.microsoft.com/office/drawing/2014/main" id="{510E5181-9683-77B7-2698-1EEC771D40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2" name="Google Shape;5751;p47">
                        <a:extLst>
                          <a:ext uri="{FF2B5EF4-FFF2-40B4-BE49-F238E27FC236}">
                            <a16:creationId xmlns:a16="http://schemas.microsoft.com/office/drawing/2014/main" id="{7FE5A1FF-2F57-3F5F-50E5-AD45BA0171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3" name="Google Shape;5752;p47">
                        <a:extLst>
                          <a:ext uri="{FF2B5EF4-FFF2-40B4-BE49-F238E27FC236}">
                            <a16:creationId xmlns:a16="http://schemas.microsoft.com/office/drawing/2014/main" id="{5817828B-75C4-D3AA-AB20-8C726816D6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4" name="Google Shape;5753;p47">
                        <a:extLst>
                          <a:ext uri="{FF2B5EF4-FFF2-40B4-BE49-F238E27FC236}">
                            <a16:creationId xmlns:a16="http://schemas.microsoft.com/office/drawing/2014/main" id="{A6E0D0D0-3EC0-41BC-8E53-AD2248CD37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5" name="Google Shape;5754;p47">
                        <a:extLst>
                          <a:ext uri="{FF2B5EF4-FFF2-40B4-BE49-F238E27FC236}">
                            <a16:creationId xmlns:a16="http://schemas.microsoft.com/office/drawing/2014/main" id="{EE24B6A2-0829-6588-AA3C-157B9F1492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6" name="Google Shape;5755;p47">
                        <a:extLst>
                          <a:ext uri="{FF2B5EF4-FFF2-40B4-BE49-F238E27FC236}">
                            <a16:creationId xmlns:a16="http://schemas.microsoft.com/office/drawing/2014/main" id="{5962DFA8-6C2C-72E3-7D5E-7901105157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8" name="Google Shape;5756;p47">
                      <a:extLst>
                        <a:ext uri="{FF2B5EF4-FFF2-40B4-BE49-F238E27FC236}">
                          <a16:creationId xmlns:a16="http://schemas.microsoft.com/office/drawing/2014/main" id="{F084D3D7-7200-5142-7B3F-3BE950CA97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9" name="Google Shape;5757;p47">
                        <a:extLst>
                          <a:ext uri="{FF2B5EF4-FFF2-40B4-BE49-F238E27FC236}">
                            <a16:creationId xmlns:a16="http://schemas.microsoft.com/office/drawing/2014/main" id="{8E41F34E-F8AE-3FD2-C058-2E14DC6197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0" name="Google Shape;5758;p47">
                        <a:extLst>
                          <a:ext uri="{FF2B5EF4-FFF2-40B4-BE49-F238E27FC236}">
                            <a16:creationId xmlns:a16="http://schemas.microsoft.com/office/drawing/2014/main" id="{DB3629B5-5BE6-E3B1-C356-513E1B63F4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1" name="Google Shape;5759;p47">
                        <a:extLst>
                          <a:ext uri="{FF2B5EF4-FFF2-40B4-BE49-F238E27FC236}">
                            <a16:creationId xmlns:a16="http://schemas.microsoft.com/office/drawing/2014/main" id="{336C9FE0-B945-C50E-D482-EE57142C9C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2" name="Google Shape;5760;p47">
                        <a:extLst>
                          <a:ext uri="{FF2B5EF4-FFF2-40B4-BE49-F238E27FC236}">
                            <a16:creationId xmlns:a16="http://schemas.microsoft.com/office/drawing/2014/main" id="{EF42140C-7C9C-9F85-CA78-5C42EDC606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3" name="Google Shape;5761;p47">
                        <a:extLst>
                          <a:ext uri="{FF2B5EF4-FFF2-40B4-BE49-F238E27FC236}">
                            <a16:creationId xmlns:a16="http://schemas.microsoft.com/office/drawing/2014/main" id="{BDC634FA-C1D3-9CA4-C0DC-69CB9D3F12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4" name="Google Shape;5762;p47">
                        <a:extLst>
                          <a:ext uri="{FF2B5EF4-FFF2-40B4-BE49-F238E27FC236}">
                            <a16:creationId xmlns:a16="http://schemas.microsoft.com/office/drawing/2014/main" id="{9C4A7B17-801C-46CD-9CA2-5E345BDA92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5" name="Google Shape;5763;p47">
                        <a:extLst>
                          <a:ext uri="{FF2B5EF4-FFF2-40B4-BE49-F238E27FC236}">
                            <a16:creationId xmlns:a16="http://schemas.microsoft.com/office/drawing/2014/main" id="{E0B2A772-BF48-E51A-2889-F659156111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6" name="Google Shape;5764;p47">
                        <a:extLst>
                          <a:ext uri="{FF2B5EF4-FFF2-40B4-BE49-F238E27FC236}">
                            <a16:creationId xmlns:a16="http://schemas.microsoft.com/office/drawing/2014/main" id="{E1211A07-66CE-1DE8-66DE-731D0C8BAD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7" name="Google Shape;5765;p47">
                        <a:extLst>
                          <a:ext uri="{FF2B5EF4-FFF2-40B4-BE49-F238E27FC236}">
                            <a16:creationId xmlns:a16="http://schemas.microsoft.com/office/drawing/2014/main" id="{DF06C57A-6377-5E23-0317-7A74F1F82F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9" name="Google Shape;5766;p47">
                      <a:extLst>
                        <a:ext uri="{FF2B5EF4-FFF2-40B4-BE49-F238E27FC236}">
                          <a16:creationId xmlns:a16="http://schemas.microsoft.com/office/drawing/2014/main" id="{AA00941E-AFBD-6E26-91B4-C9BE81AF9C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0" name="Google Shape;5767;p47">
                        <a:extLst>
                          <a:ext uri="{FF2B5EF4-FFF2-40B4-BE49-F238E27FC236}">
                            <a16:creationId xmlns:a16="http://schemas.microsoft.com/office/drawing/2014/main" id="{EE19AA22-4928-375B-2827-DC8E9B258B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1" name="Google Shape;5768;p47">
                        <a:extLst>
                          <a:ext uri="{FF2B5EF4-FFF2-40B4-BE49-F238E27FC236}">
                            <a16:creationId xmlns:a16="http://schemas.microsoft.com/office/drawing/2014/main" id="{C4D22AB3-9248-695E-42FD-48D77C7631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2" name="Google Shape;5769;p47">
                        <a:extLst>
                          <a:ext uri="{FF2B5EF4-FFF2-40B4-BE49-F238E27FC236}">
                            <a16:creationId xmlns:a16="http://schemas.microsoft.com/office/drawing/2014/main" id="{6F40BFAF-622E-A60D-CA4E-92E3EC0A36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3" name="Google Shape;5770;p47">
                        <a:extLst>
                          <a:ext uri="{FF2B5EF4-FFF2-40B4-BE49-F238E27FC236}">
                            <a16:creationId xmlns:a16="http://schemas.microsoft.com/office/drawing/2014/main" id="{02C1C63E-E84F-0D45-C6BF-53FA534DA9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4" name="Google Shape;5771;p47">
                        <a:extLst>
                          <a:ext uri="{FF2B5EF4-FFF2-40B4-BE49-F238E27FC236}">
                            <a16:creationId xmlns:a16="http://schemas.microsoft.com/office/drawing/2014/main" id="{303371C1-999E-9BB6-7708-4E7A574FF6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5" name="Google Shape;5772;p47">
                        <a:extLst>
                          <a:ext uri="{FF2B5EF4-FFF2-40B4-BE49-F238E27FC236}">
                            <a16:creationId xmlns:a16="http://schemas.microsoft.com/office/drawing/2014/main" id="{4A25A43C-5A03-856B-0DBF-8844653C90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6" name="Google Shape;5773;p47">
                        <a:extLst>
                          <a:ext uri="{FF2B5EF4-FFF2-40B4-BE49-F238E27FC236}">
                            <a16:creationId xmlns:a16="http://schemas.microsoft.com/office/drawing/2014/main" id="{FF11CAC5-CC46-83F5-3430-AFDA261328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7" name="Google Shape;5774;p47">
                        <a:extLst>
                          <a:ext uri="{FF2B5EF4-FFF2-40B4-BE49-F238E27FC236}">
                            <a16:creationId xmlns:a16="http://schemas.microsoft.com/office/drawing/2014/main" id="{F215BF33-552F-CE1D-87E5-A4B9759C64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8" name="Google Shape;5775;p47">
                        <a:extLst>
                          <a:ext uri="{FF2B5EF4-FFF2-40B4-BE49-F238E27FC236}">
                            <a16:creationId xmlns:a16="http://schemas.microsoft.com/office/drawing/2014/main" id="{F210A1F4-A0E9-D449-5E65-74F5B84D31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0" name="Google Shape;5776;p47">
                      <a:extLst>
                        <a:ext uri="{FF2B5EF4-FFF2-40B4-BE49-F238E27FC236}">
                          <a16:creationId xmlns:a16="http://schemas.microsoft.com/office/drawing/2014/main" id="{0E55F9B9-F9A2-E260-9E5F-1024C2D344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91" name="Google Shape;5777;p47">
                        <a:extLst>
                          <a:ext uri="{FF2B5EF4-FFF2-40B4-BE49-F238E27FC236}">
                            <a16:creationId xmlns:a16="http://schemas.microsoft.com/office/drawing/2014/main" id="{BEA30D11-D490-C5C9-541B-F81A484A3D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2" name="Google Shape;5778;p47">
                        <a:extLst>
                          <a:ext uri="{FF2B5EF4-FFF2-40B4-BE49-F238E27FC236}">
                            <a16:creationId xmlns:a16="http://schemas.microsoft.com/office/drawing/2014/main" id="{74D46E2D-5393-0229-8819-13869347A5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3" name="Google Shape;5779;p47">
                        <a:extLst>
                          <a:ext uri="{FF2B5EF4-FFF2-40B4-BE49-F238E27FC236}">
                            <a16:creationId xmlns:a16="http://schemas.microsoft.com/office/drawing/2014/main" id="{67301967-AB9F-716F-052B-0C9518F244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4" name="Google Shape;5780;p47">
                        <a:extLst>
                          <a:ext uri="{FF2B5EF4-FFF2-40B4-BE49-F238E27FC236}">
                            <a16:creationId xmlns:a16="http://schemas.microsoft.com/office/drawing/2014/main" id="{F0144E85-FBA8-FA32-BBAF-8CD1D595D4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5" name="Google Shape;5781;p47">
                        <a:extLst>
                          <a:ext uri="{FF2B5EF4-FFF2-40B4-BE49-F238E27FC236}">
                            <a16:creationId xmlns:a16="http://schemas.microsoft.com/office/drawing/2014/main" id="{59119A4B-2219-62D3-D41A-7445FBEFE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6" name="Google Shape;5782;p47">
                        <a:extLst>
                          <a:ext uri="{FF2B5EF4-FFF2-40B4-BE49-F238E27FC236}">
                            <a16:creationId xmlns:a16="http://schemas.microsoft.com/office/drawing/2014/main" id="{75825BE7-FB85-8D75-5493-B9F64D5C84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7" name="Google Shape;5783;p47">
                        <a:extLst>
                          <a:ext uri="{FF2B5EF4-FFF2-40B4-BE49-F238E27FC236}">
                            <a16:creationId xmlns:a16="http://schemas.microsoft.com/office/drawing/2014/main" id="{3F4245B7-5868-1FCB-3C6A-B5FC97F778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8" name="Google Shape;5784;p47">
                        <a:extLst>
                          <a:ext uri="{FF2B5EF4-FFF2-40B4-BE49-F238E27FC236}">
                            <a16:creationId xmlns:a16="http://schemas.microsoft.com/office/drawing/2014/main" id="{C42A892B-51D8-9528-D04E-D2ACE5235A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9" name="Google Shape;5785;p47">
                        <a:extLst>
                          <a:ext uri="{FF2B5EF4-FFF2-40B4-BE49-F238E27FC236}">
                            <a16:creationId xmlns:a16="http://schemas.microsoft.com/office/drawing/2014/main" id="{4A5BA8FD-5EC0-209E-C0D6-B880735A71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1" name="Google Shape;5786;p47">
                      <a:extLst>
                        <a:ext uri="{FF2B5EF4-FFF2-40B4-BE49-F238E27FC236}">
                          <a16:creationId xmlns:a16="http://schemas.microsoft.com/office/drawing/2014/main" id="{969550A1-8D3B-6DB6-D867-EC5D88127B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82" name="Google Shape;5787;p47">
                        <a:extLst>
                          <a:ext uri="{FF2B5EF4-FFF2-40B4-BE49-F238E27FC236}">
                            <a16:creationId xmlns:a16="http://schemas.microsoft.com/office/drawing/2014/main" id="{8A6A2951-447F-D115-82AC-A2D2826F26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3" name="Google Shape;5788;p47">
                        <a:extLst>
                          <a:ext uri="{FF2B5EF4-FFF2-40B4-BE49-F238E27FC236}">
                            <a16:creationId xmlns:a16="http://schemas.microsoft.com/office/drawing/2014/main" id="{64B0F514-1EE5-9824-8E87-1EE5E55A87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4" name="Google Shape;5789;p47">
                        <a:extLst>
                          <a:ext uri="{FF2B5EF4-FFF2-40B4-BE49-F238E27FC236}">
                            <a16:creationId xmlns:a16="http://schemas.microsoft.com/office/drawing/2014/main" id="{08CE9EA9-C60D-E340-4851-EAA14D3E95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5" name="Google Shape;5790;p47">
                        <a:extLst>
                          <a:ext uri="{FF2B5EF4-FFF2-40B4-BE49-F238E27FC236}">
                            <a16:creationId xmlns:a16="http://schemas.microsoft.com/office/drawing/2014/main" id="{7C8FFD82-2FAD-232B-0131-010F98194D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6" name="Google Shape;5791;p47">
                        <a:extLst>
                          <a:ext uri="{FF2B5EF4-FFF2-40B4-BE49-F238E27FC236}">
                            <a16:creationId xmlns:a16="http://schemas.microsoft.com/office/drawing/2014/main" id="{C8836953-1661-C650-E7CC-C81251B447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7" name="Google Shape;5792;p47">
                        <a:extLst>
                          <a:ext uri="{FF2B5EF4-FFF2-40B4-BE49-F238E27FC236}">
                            <a16:creationId xmlns:a16="http://schemas.microsoft.com/office/drawing/2014/main" id="{9D50D66D-A45D-348C-45BB-52872CA50B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8" name="Google Shape;5793;p47">
                        <a:extLst>
                          <a:ext uri="{FF2B5EF4-FFF2-40B4-BE49-F238E27FC236}">
                            <a16:creationId xmlns:a16="http://schemas.microsoft.com/office/drawing/2014/main" id="{35AE0FCA-13AF-1221-B7A9-C12EEFCA1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9" name="Google Shape;5794;p47">
                        <a:extLst>
                          <a:ext uri="{FF2B5EF4-FFF2-40B4-BE49-F238E27FC236}">
                            <a16:creationId xmlns:a16="http://schemas.microsoft.com/office/drawing/2014/main" id="{8679937F-4D46-442F-291E-BB2FD7C394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0" name="Google Shape;5795;p47">
                        <a:extLst>
                          <a:ext uri="{FF2B5EF4-FFF2-40B4-BE49-F238E27FC236}">
                            <a16:creationId xmlns:a16="http://schemas.microsoft.com/office/drawing/2014/main" id="{F5E8D93E-9D08-9C93-DEFB-D0390E94FE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2" name="Google Shape;5796;p47">
                      <a:extLst>
                        <a:ext uri="{FF2B5EF4-FFF2-40B4-BE49-F238E27FC236}">
                          <a16:creationId xmlns:a16="http://schemas.microsoft.com/office/drawing/2014/main" id="{9AC369AA-2B83-AAE6-AB0E-26D8441F89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73" name="Google Shape;5797;p47">
                        <a:extLst>
                          <a:ext uri="{FF2B5EF4-FFF2-40B4-BE49-F238E27FC236}">
                            <a16:creationId xmlns:a16="http://schemas.microsoft.com/office/drawing/2014/main" id="{FA3F7D1D-9BFA-4E08-BE94-0136C6B59E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4" name="Google Shape;5798;p47">
                        <a:extLst>
                          <a:ext uri="{FF2B5EF4-FFF2-40B4-BE49-F238E27FC236}">
                            <a16:creationId xmlns:a16="http://schemas.microsoft.com/office/drawing/2014/main" id="{2A2443DB-5179-F532-CA14-6D66B2596B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5" name="Google Shape;5799;p47">
                        <a:extLst>
                          <a:ext uri="{FF2B5EF4-FFF2-40B4-BE49-F238E27FC236}">
                            <a16:creationId xmlns:a16="http://schemas.microsoft.com/office/drawing/2014/main" id="{C54128F9-7B2F-F4CA-F9F2-146B8FE37A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6" name="Google Shape;5800;p47">
                        <a:extLst>
                          <a:ext uri="{FF2B5EF4-FFF2-40B4-BE49-F238E27FC236}">
                            <a16:creationId xmlns:a16="http://schemas.microsoft.com/office/drawing/2014/main" id="{48F9E965-3142-3311-9AA6-74B9D4BDD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7" name="Google Shape;5801;p47">
                        <a:extLst>
                          <a:ext uri="{FF2B5EF4-FFF2-40B4-BE49-F238E27FC236}">
                            <a16:creationId xmlns:a16="http://schemas.microsoft.com/office/drawing/2014/main" id="{A22C8CFF-EF84-E7E1-3A94-7FC50815F1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8" name="Google Shape;5802;p47">
                        <a:extLst>
                          <a:ext uri="{FF2B5EF4-FFF2-40B4-BE49-F238E27FC236}">
                            <a16:creationId xmlns:a16="http://schemas.microsoft.com/office/drawing/2014/main" id="{EA801D99-69E9-611F-D8A0-A112903ECC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9" name="Google Shape;5803;p47">
                        <a:extLst>
                          <a:ext uri="{FF2B5EF4-FFF2-40B4-BE49-F238E27FC236}">
                            <a16:creationId xmlns:a16="http://schemas.microsoft.com/office/drawing/2014/main" id="{366780A8-7234-206A-8F23-82342A7AC1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0" name="Google Shape;5804;p47">
                        <a:extLst>
                          <a:ext uri="{FF2B5EF4-FFF2-40B4-BE49-F238E27FC236}">
                            <a16:creationId xmlns:a16="http://schemas.microsoft.com/office/drawing/2014/main" id="{6B28211A-7CB9-5BB3-612F-5C61B68F62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1" name="Google Shape;5805;p47">
                        <a:extLst>
                          <a:ext uri="{FF2B5EF4-FFF2-40B4-BE49-F238E27FC236}">
                            <a16:creationId xmlns:a16="http://schemas.microsoft.com/office/drawing/2014/main" id="{BA330D03-4117-7093-6C81-DB7AE5AFE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3" name="Google Shape;5806;p47">
                      <a:extLst>
                        <a:ext uri="{FF2B5EF4-FFF2-40B4-BE49-F238E27FC236}">
                          <a16:creationId xmlns:a16="http://schemas.microsoft.com/office/drawing/2014/main" id="{DC254254-4108-51DB-EB01-9282A3EC10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64" name="Google Shape;5807;p47">
                        <a:extLst>
                          <a:ext uri="{FF2B5EF4-FFF2-40B4-BE49-F238E27FC236}">
                            <a16:creationId xmlns:a16="http://schemas.microsoft.com/office/drawing/2014/main" id="{5A9662BE-08AD-731C-ABEF-E47354BF32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5" name="Google Shape;5808;p47">
                        <a:extLst>
                          <a:ext uri="{FF2B5EF4-FFF2-40B4-BE49-F238E27FC236}">
                            <a16:creationId xmlns:a16="http://schemas.microsoft.com/office/drawing/2014/main" id="{81C13FCD-6DC4-9316-8FD3-202E25BF52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6" name="Google Shape;5809;p47">
                        <a:extLst>
                          <a:ext uri="{FF2B5EF4-FFF2-40B4-BE49-F238E27FC236}">
                            <a16:creationId xmlns:a16="http://schemas.microsoft.com/office/drawing/2014/main" id="{43723213-2AA8-EEB1-BC3E-5AE237DCA9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7" name="Google Shape;5810;p47">
                        <a:extLst>
                          <a:ext uri="{FF2B5EF4-FFF2-40B4-BE49-F238E27FC236}">
                            <a16:creationId xmlns:a16="http://schemas.microsoft.com/office/drawing/2014/main" id="{EB6675BD-21D0-EF23-64C8-E0DB5716C3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8" name="Google Shape;5811;p47">
                        <a:extLst>
                          <a:ext uri="{FF2B5EF4-FFF2-40B4-BE49-F238E27FC236}">
                            <a16:creationId xmlns:a16="http://schemas.microsoft.com/office/drawing/2014/main" id="{8F27697C-4098-BD51-D1B3-B6269C2196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9" name="Google Shape;5812;p47">
                        <a:extLst>
                          <a:ext uri="{FF2B5EF4-FFF2-40B4-BE49-F238E27FC236}">
                            <a16:creationId xmlns:a16="http://schemas.microsoft.com/office/drawing/2014/main" id="{DD248D08-FFD8-B408-F149-7DA3B59D3E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0" name="Google Shape;5813;p47">
                        <a:extLst>
                          <a:ext uri="{FF2B5EF4-FFF2-40B4-BE49-F238E27FC236}">
                            <a16:creationId xmlns:a16="http://schemas.microsoft.com/office/drawing/2014/main" id="{E7896AA6-EEA7-485B-BDDC-9C6803F7F3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1" name="Google Shape;5814;p47">
                        <a:extLst>
                          <a:ext uri="{FF2B5EF4-FFF2-40B4-BE49-F238E27FC236}">
                            <a16:creationId xmlns:a16="http://schemas.microsoft.com/office/drawing/2014/main" id="{FE862E02-78A2-4A7E-C8EF-ED9F8A575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2" name="Google Shape;5815;p47">
                        <a:extLst>
                          <a:ext uri="{FF2B5EF4-FFF2-40B4-BE49-F238E27FC236}">
                            <a16:creationId xmlns:a16="http://schemas.microsoft.com/office/drawing/2014/main" id="{C506B0F4-9C0F-8A9A-CE23-8724B6D92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4" name="Google Shape;5816;p47">
                      <a:extLst>
                        <a:ext uri="{FF2B5EF4-FFF2-40B4-BE49-F238E27FC236}">
                          <a16:creationId xmlns:a16="http://schemas.microsoft.com/office/drawing/2014/main" id="{343C90D2-86B3-6736-8AA0-1C9FD0240C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55" name="Google Shape;5817;p47">
                        <a:extLst>
                          <a:ext uri="{FF2B5EF4-FFF2-40B4-BE49-F238E27FC236}">
                            <a16:creationId xmlns:a16="http://schemas.microsoft.com/office/drawing/2014/main" id="{08A8E015-4204-A66C-22D2-A05C770D2D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6" name="Google Shape;5818;p47">
                        <a:extLst>
                          <a:ext uri="{FF2B5EF4-FFF2-40B4-BE49-F238E27FC236}">
                            <a16:creationId xmlns:a16="http://schemas.microsoft.com/office/drawing/2014/main" id="{B9B15814-3156-7C19-5469-681F88D2AE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7" name="Google Shape;5819;p47">
                        <a:extLst>
                          <a:ext uri="{FF2B5EF4-FFF2-40B4-BE49-F238E27FC236}">
                            <a16:creationId xmlns:a16="http://schemas.microsoft.com/office/drawing/2014/main" id="{09303BF8-B058-6B69-29E1-772C653F2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8" name="Google Shape;5820;p47">
                        <a:extLst>
                          <a:ext uri="{FF2B5EF4-FFF2-40B4-BE49-F238E27FC236}">
                            <a16:creationId xmlns:a16="http://schemas.microsoft.com/office/drawing/2014/main" id="{0FF0485F-60D4-0931-0E71-25ABD6C0B4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9" name="Google Shape;5821;p47">
                        <a:extLst>
                          <a:ext uri="{FF2B5EF4-FFF2-40B4-BE49-F238E27FC236}">
                            <a16:creationId xmlns:a16="http://schemas.microsoft.com/office/drawing/2014/main" id="{2D34458D-11CC-56FC-9C82-1F79122B95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0" name="Google Shape;5822;p47">
                        <a:extLst>
                          <a:ext uri="{FF2B5EF4-FFF2-40B4-BE49-F238E27FC236}">
                            <a16:creationId xmlns:a16="http://schemas.microsoft.com/office/drawing/2014/main" id="{B5C1B5EB-503D-E069-988D-64A8F57C63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1" name="Google Shape;5823;p47">
                        <a:extLst>
                          <a:ext uri="{FF2B5EF4-FFF2-40B4-BE49-F238E27FC236}">
                            <a16:creationId xmlns:a16="http://schemas.microsoft.com/office/drawing/2014/main" id="{F07D1322-EC9E-3101-92BC-286496210E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2" name="Google Shape;5824;p47">
                        <a:extLst>
                          <a:ext uri="{FF2B5EF4-FFF2-40B4-BE49-F238E27FC236}">
                            <a16:creationId xmlns:a16="http://schemas.microsoft.com/office/drawing/2014/main" id="{9ABBEE02-948B-FA1B-0706-ACB686C9D0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3" name="Google Shape;5825;p47">
                        <a:extLst>
                          <a:ext uri="{FF2B5EF4-FFF2-40B4-BE49-F238E27FC236}">
                            <a16:creationId xmlns:a16="http://schemas.microsoft.com/office/drawing/2014/main" id="{A9F63DBD-A494-656B-58AE-42F1A4284B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5" name="Google Shape;5826;p47">
                      <a:extLst>
                        <a:ext uri="{FF2B5EF4-FFF2-40B4-BE49-F238E27FC236}">
                          <a16:creationId xmlns:a16="http://schemas.microsoft.com/office/drawing/2014/main" id="{0B35E796-8F73-7815-76FA-197038013C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46" name="Google Shape;5827;p47">
                        <a:extLst>
                          <a:ext uri="{FF2B5EF4-FFF2-40B4-BE49-F238E27FC236}">
                            <a16:creationId xmlns:a16="http://schemas.microsoft.com/office/drawing/2014/main" id="{535B13B2-9B1A-DE95-DA7B-CCCBDBBCCB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7" name="Google Shape;5828;p47">
                        <a:extLst>
                          <a:ext uri="{FF2B5EF4-FFF2-40B4-BE49-F238E27FC236}">
                            <a16:creationId xmlns:a16="http://schemas.microsoft.com/office/drawing/2014/main" id="{16894A09-C5B4-B5EF-8731-29286615DE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8" name="Google Shape;5829;p47">
                        <a:extLst>
                          <a:ext uri="{FF2B5EF4-FFF2-40B4-BE49-F238E27FC236}">
                            <a16:creationId xmlns:a16="http://schemas.microsoft.com/office/drawing/2014/main" id="{EDC7DB3E-D0AE-694C-248D-2A8DCCE6A1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9" name="Google Shape;5830;p47">
                        <a:extLst>
                          <a:ext uri="{FF2B5EF4-FFF2-40B4-BE49-F238E27FC236}">
                            <a16:creationId xmlns:a16="http://schemas.microsoft.com/office/drawing/2014/main" id="{1EFD0ADB-5C5C-AFC4-C3A0-D0C1C7B0D3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0" name="Google Shape;5831;p47">
                        <a:extLst>
                          <a:ext uri="{FF2B5EF4-FFF2-40B4-BE49-F238E27FC236}">
                            <a16:creationId xmlns:a16="http://schemas.microsoft.com/office/drawing/2014/main" id="{D188D37B-4407-8859-BDB0-AFBF3915C9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1" name="Google Shape;5832;p47">
                        <a:extLst>
                          <a:ext uri="{FF2B5EF4-FFF2-40B4-BE49-F238E27FC236}">
                            <a16:creationId xmlns:a16="http://schemas.microsoft.com/office/drawing/2014/main" id="{CBCC15D4-CA63-C81C-CB82-E231F5C68C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2" name="Google Shape;5833;p47">
                        <a:extLst>
                          <a:ext uri="{FF2B5EF4-FFF2-40B4-BE49-F238E27FC236}">
                            <a16:creationId xmlns:a16="http://schemas.microsoft.com/office/drawing/2014/main" id="{0D51BCCB-DBFB-C636-BD7B-9DCF252EEB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3" name="Google Shape;5834;p47">
                        <a:extLst>
                          <a:ext uri="{FF2B5EF4-FFF2-40B4-BE49-F238E27FC236}">
                            <a16:creationId xmlns:a16="http://schemas.microsoft.com/office/drawing/2014/main" id="{57A7B177-A9D7-C90A-A709-AAF768F1F1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4" name="Google Shape;5835;p47">
                        <a:extLst>
                          <a:ext uri="{FF2B5EF4-FFF2-40B4-BE49-F238E27FC236}">
                            <a16:creationId xmlns:a16="http://schemas.microsoft.com/office/drawing/2014/main" id="{4761942A-AF99-66AE-113C-5B39A1A125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6" name="Google Shape;5836;p47">
                      <a:extLst>
                        <a:ext uri="{FF2B5EF4-FFF2-40B4-BE49-F238E27FC236}">
                          <a16:creationId xmlns:a16="http://schemas.microsoft.com/office/drawing/2014/main" id="{6E1CEA6F-36E3-9D9B-796C-48D154FAF7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37" name="Google Shape;5837;p47">
                        <a:extLst>
                          <a:ext uri="{FF2B5EF4-FFF2-40B4-BE49-F238E27FC236}">
                            <a16:creationId xmlns:a16="http://schemas.microsoft.com/office/drawing/2014/main" id="{599697CF-B41B-4AA8-E1F6-A375BFE224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8" name="Google Shape;5838;p47">
                        <a:extLst>
                          <a:ext uri="{FF2B5EF4-FFF2-40B4-BE49-F238E27FC236}">
                            <a16:creationId xmlns:a16="http://schemas.microsoft.com/office/drawing/2014/main" id="{8F5F0C96-68C9-A59F-B8AF-5531480FED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9" name="Google Shape;5839;p47">
                        <a:extLst>
                          <a:ext uri="{FF2B5EF4-FFF2-40B4-BE49-F238E27FC236}">
                            <a16:creationId xmlns:a16="http://schemas.microsoft.com/office/drawing/2014/main" id="{245003C1-6651-2857-3A41-56088A9A70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0" name="Google Shape;5840;p47">
                        <a:extLst>
                          <a:ext uri="{FF2B5EF4-FFF2-40B4-BE49-F238E27FC236}">
                            <a16:creationId xmlns:a16="http://schemas.microsoft.com/office/drawing/2014/main" id="{7ADF1736-2F33-3863-B817-CAD2EE4E03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1" name="Google Shape;5841;p47">
                        <a:extLst>
                          <a:ext uri="{FF2B5EF4-FFF2-40B4-BE49-F238E27FC236}">
                            <a16:creationId xmlns:a16="http://schemas.microsoft.com/office/drawing/2014/main" id="{F7455184-C61F-1AA5-4030-47E24E2977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2" name="Google Shape;5842;p47">
                        <a:extLst>
                          <a:ext uri="{FF2B5EF4-FFF2-40B4-BE49-F238E27FC236}">
                            <a16:creationId xmlns:a16="http://schemas.microsoft.com/office/drawing/2014/main" id="{7C3B495E-2814-70F0-3A66-272ADF36A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3" name="Google Shape;5843;p47">
                        <a:extLst>
                          <a:ext uri="{FF2B5EF4-FFF2-40B4-BE49-F238E27FC236}">
                            <a16:creationId xmlns:a16="http://schemas.microsoft.com/office/drawing/2014/main" id="{75E3F59D-5F69-51D8-E7A1-A985156688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4" name="Google Shape;5844;p47">
                        <a:extLst>
                          <a:ext uri="{FF2B5EF4-FFF2-40B4-BE49-F238E27FC236}">
                            <a16:creationId xmlns:a16="http://schemas.microsoft.com/office/drawing/2014/main" id="{9122C44D-FF6C-3BCA-9825-B1099D594E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5" name="Google Shape;5845;p47">
                        <a:extLst>
                          <a:ext uri="{FF2B5EF4-FFF2-40B4-BE49-F238E27FC236}">
                            <a16:creationId xmlns:a16="http://schemas.microsoft.com/office/drawing/2014/main" id="{68FF0045-DD8C-A292-E340-1BCA675BE8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7" name="Google Shape;5846;p47">
                      <a:extLst>
                        <a:ext uri="{FF2B5EF4-FFF2-40B4-BE49-F238E27FC236}">
                          <a16:creationId xmlns:a16="http://schemas.microsoft.com/office/drawing/2014/main" id="{03817582-8DDE-E55D-F6DE-85E0EBA04A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28" name="Google Shape;5847;p47">
                        <a:extLst>
                          <a:ext uri="{FF2B5EF4-FFF2-40B4-BE49-F238E27FC236}">
                            <a16:creationId xmlns:a16="http://schemas.microsoft.com/office/drawing/2014/main" id="{9C2A42D6-32E7-71D5-14BA-E9A202B7B8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9" name="Google Shape;5848;p47">
                        <a:extLst>
                          <a:ext uri="{FF2B5EF4-FFF2-40B4-BE49-F238E27FC236}">
                            <a16:creationId xmlns:a16="http://schemas.microsoft.com/office/drawing/2014/main" id="{EEEE6F12-CED3-CD11-6314-4420EF325B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0" name="Google Shape;5849;p47">
                        <a:extLst>
                          <a:ext uri="{FF2B5EF4-FFF2-40B4-BE49-F238E27FC236}">
                            <a16:creationId xmlns:a16="http://schemas.microsoft.com/office/drawing/2014/main" id="{103EEF00-51E8-907E-0996-F67D178F25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1" name="Google Shape;5850;p47">
                        <a:extLst>
                          <a:ext uri="{FF2B5EF4-FFF2-40B4-BE49-F238E27FC236}">
                            <a16:creationId xmlns:a16="http://schemas.microsoft.com/office/drawing/2014/main" id="{9DDFB85E-BA45-1BD0-F187-CA6F59F792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2" name="Google Shape;5851;p47">
                        <a:extLst>
                          <a:ext uri="{FF2B5EF4-FFF2-40B4-BE49-F238E27FC236}">
                            <a16:creationId xmlns:a16="http://schemas.microsoft.com/office/drawing/2014/main" id="{E08B042C-464E-12F0-62E0-C58B3A8868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3" name="Google Shape;5852;p47">
                        <a:extLst>
                          <a:ext uri="{FF2B5EF4-FFF2-40B4-BE49-F238E27FC236}">
                            <a16:creationId xmlns:a16="http://schemas.microsoft.com/office/drawing/2014/main" id="{B7234933-F786-C849-F0A9-A6E6AE68D3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4" name="Google Shape;5853;p47">
                        <a:extLst>
                          <a:ext uri="{FF2B5EF4-FFF2-40B4-BE49-F238E27FC236}">
                            <a16:creationId xmlns:a16="http://schemas.microsoft.com/office/drawing/2014/main" id="{B60CBF71-A678-9D01-B5D9-AFC421EFBD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5" name="Google Shape;5854;p47">
                        <a:extLst>
                          <a:ext uri="{FF2B5EF4-FFF2-40B4-BE49-F238E27FC236}">
                            <a16:creationId xmlns:a16="http://schemas.microsoft.com/office/drawing/2014/main" id="{AA45875D-3409-7B0E-6CE5-DC0DE786E9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6" name="Google Shape;5855;p47">
                        <a:extLst>
                          <a:ext uri="{FF2B5EF4-FFF2-40B4-BE49-F238E27FC236}">
                            <a16:creationId xmlns:a16="http://schemas.microsoft.com/office/drawing/2014/main" id="{F8A2A6C8-44FC-A849-10A8-5B5021B82D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8" name="Google Shape;5856;p47">
                      <a:extLst>
                        <a:ext uri="{FF2B5EF4-FFF2-40B4-BE49-F238E27FC236}">
                          <a16:creationId xmlns:a16="http://schemas.microsoft.com/office/drawing/2014/main" id="{0AE118DA-16C0-4EFE-5697-609EBE1052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19" name="Google Shape;5857;p47">
                        <a:extLst>
                          <a:ext uri="{FF2B5EF4-FFF2-40B4-BE49-F238E27FC236}">
                            <a16:creationId xmlns:a16="http://schemas.microsoft.com/office/drawing/2014/main" id="{D2CA5E89-DCAF-5642-7A03-C750FD16C6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0" name="Google Shape;5858;p47">
                        <a:extLst>
                          <a:ext uri="{FF2B5EF4-FFF2-40B4-BE49-F238E27FC236}">
                            <a16:creationId xmlns:a16="http://schemas.microsoft.com/office/drawing/2014/main" id="{E5084D95-44FC-6712-AF25-E474D1920A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1" name="Google Shape;5859;p47">
                        <a:extLst>
                          <a:ext uri="{FF2B5EF4-FFF2-40B4-BE49-F238E27FC236}">
                            <a16:creationId xmlns:a16="http://schemas.microsoft.com/office/drawing/2014/main" id="{4A8C82BE-A1B9-7790-1AB9-E3E03B85A5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2" name="Google Shape;5860;p47">
                        <a:extLst>
                          <a:ext uri="{FF2B5EF4-FFF2-40B4-BE49-F238E27FC236}">
                            <a16:creationId xmlns:a16="http://schemas.microsoft.com/office/drawing/2014/main" id="{AF1AD3EA-FED2-1089-56F4-78D848BC48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3" name="Google Shape;5861;p47">
                        <a:extLst>
                          <a:ext uri="{FF2B5EF4-FFF2-40B4-BE49-F238E27FC236}">
                            <a16:creationId xmlns:a16="http://schemas.microsoft.com/office/drawing/2014/main" id="{4D9F11FB-F018-DF1B-E1BD-E1CC9E291E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4" name="Google Shape;5862;p47">
                        <a:extLst>
                          <a:ext uri="{FF2B5EF4-FFF2-40B4-BE49-F238E27FC236}">
                            <a16:creationId xmlns:a16="http://schemas.microsoft.com/office/drawing/2014/main" id="{B502E7FA-B988-F29C-0D3B-6A7BCF2244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5" name="Google Shape;5863;p47">
                        <a:extLst>
                          <a:ext uri="{FF2B5EF4-FFF2-40B4-BE49-F238E27FC236}">
                            <a16:creationId xmlns:a16="http://schemas.microsoft.com/office/drawing/2014/main" id="{3AD2A09F-BA17-1AC9-272A-789EB42F04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6" name="Google Shape;5864;p47">
                        <a:extLst>
                          <a:ext uri="{FF2B5EF4-FFF2-40B4-BE49-F238E27FC236}">
                            <a16:creationId xmlns:a16="http://schemas.microsoft.com/office/drawing/2014/main" id="{B364CFE3-3B72-DB3D-8C60-09135353F4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7" name="Google Shape;5865;p47">
                        <a:extLst>
                          <a:ext uri="{FF2B5EF4-FFF2-40B4-BE49-F238E27FC236}">
                            <a16:creationId xmlns:a16="http://schemas.microsoft.com/office/drawing/2014/main" id="{F6DAB76A-8EEA-18DB-472C-FDB681326F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grpSp>
                <p:nvGrpSpPr>
                  <p:cNvPr id="1331" name="Google Shape;5866;p47">
                    <a:extLst>
                      <a:ext uri="{FF2B5EF4-FFF2-40B4-BE49-F238E27FC236}">
                        <a16:creationId xmlns:a16="http://schemas.microsoft.com/office/drawing/2014/main" id="{64A5003D-6D83-C412-4833-C5E2DA79EC74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-4004340" y="3104789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332" name="Google Shape;5867;p47">
                      <a:extLst>
                        <a:ext uri="{FF2B5EF4-FFF2-40B4-BE49-F238E27FC236}">
                          <a16:creationId xmlns:a16="http://schemas.microsoft.com/office/drawing/2014/main" id="{41BCA606-27E7-1B0D-67CC-9ED595482D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93" name="Google Shape;5868;p47">
                        <a:extLst>
                          <a:ext uri="{FF2B5EF4-FFF2-40B4-BE49-F238E27FC236}">
                            <a16:creationId xmlns:a16="http://schemas.microsoft.com/office/drawing/2014/main" id="{FB81326E-917F-034A-DDF9-B36A366D40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4" name="Google Shape;5869;p47">
                        <a:extLst>
                          <a:ext uri="{FF2B5EF4-FFF2-40B4-BE49-F238E27FC236}">
                            <a16:creationId xmlns:a16="http://schemas.microsoft.com/office/drawing/2014/main" id="{EB9E20AD-05C9-80D5-0329-B101D0FFD3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5" name="Google Shape;5870;p47">
                        <a:extLst>
                          <a:ext uri="{FF2B5EF4-FFF2-40B4-BE49-F238E27FC236}">
                            <a16:creationId xmlns:a16="http://schemas.microsoft.com/office/drawing/2014/main" id="{B075C2F6-E628-AB0C-9F3D-E964FD72CE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6" name="Google Shape;5871;p47">
                        <a:extLst>
                          <a:ext uri="{FF2B5EF4-FFF2-40B4-BE49-F238E27FC236}">
                            <a16:creationId xmlns:a16="http://schemas.microsoft.com/office/drawing/2014/main" id="{74171714-DD26-0951-B9A5-5907E1B55C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7" name="Google Shape;5872;p47">
                        <a:extLst>
                          <a:ext uri="{FF2B5EF4-FFF2-40B4-BE49-F238E27FC236}">
                            <a16:creationId xmlns:a16="http://schemas.microsoft.com/office/drawing/2014/main" id="{AC4D048A-E384-8199-939D-34A20AFD59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8" name="Google Shape;5873;p47">
                        <a:extLst>
                          <a:ext uri="{FF2B5EF4-FFF2-40B4-BE49-F238E27FC236}">
                            <a16:creationId xmlns:a16="http://schemas.microsoft.com/office/drawing/2014/main" id="{0A41F4AC-CF45-7BB2-3B30-B67280E0B3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9" name="Google Shape;5874;p47">
                        <a:extLst>
                          <a:ext uri="{FF2B5EF4-FFF2-40B4-BE49-F238E27FC236}">
                            <a16:creationId xmlns:a16="http://schemas.microsoft.com/office/drawing/2014/main" id="{2F1EE6B6-4A1A-0DB7-2025-28EDADF339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0" name="Google Shape;5875;p47">
                        <a:extLst>
                          <a:ext uri="{FF2B5EF4-FFF2-40B4-BE49-F238E27FC236}">
                            <a16:creationId xmlns:a16="http://schemas.microsoft.com/office/drawing/2014/main" id="{138953B5-8C8E-98FD-E1D9-BA4B866C33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1" name="Google Shape;5876;p47">
                        <a:extLst>
                          <a:ext uri="{FF2B5EF4-FFF2-40B4-BE49-F238E27FC236}">
                            <a16:creationId xmlns:a16="http://schemas.microsoft.com/office/drawing/2014/main" id="{3D7D09EE-9ABE-9186-7034-4DD1F8081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3" name="Google Shape;5877;p47">
                      <a:extLst>
                        <a:ext uri="{FF2B5EF4-FFF2-40B4-BE49-F238E27FC236}">
                          <a16:creationId xmlns:a16="http://schemas.microsoft.com/office/drawing/2014/main" id="{0EC75076-3F30-0E84-87D2-9B202E5F54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84" name="Google Shape;5878;p47">
                        <a:extLst>
                          <a:ext uri="{FF2B5EF4-FFF2-40B4-BE49-F238E27FC236}">
                            <a16:creationId xmlns:a16="http://schemas.microsoft.com/office/drawing/2014/main" id="{F8D3C9B2-2D7D-9065-8324-080F5ADF10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5" name="Google Shape;5879;p47">
                        <a:extLst>
                          <a:ext uri="{FF2B5EF4-FFF2-40B4-BE49-F238E27FC236}">
                            <a16:creationId xmlns:a16="http://schemas.microsoft.com/office/drawing/2014/main" id="{9049F767-CD83-9CF8-4BD2-4C17FC0F65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6" name="Google Shape;5880;p47">
                        <a:extLst>
                          <a:ext uri="{FF2B5EF4-FFF2-40B4-BE49-F238E27FC236}">
                            <a16:creationId xmlns:a16="http://schemas.microsoft.com/office/drawing/2014/main" id="{3BE973F9-3076-487A-4E1A-0728A1D447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7" name="Google Shape;5881;p47">
                        <a:extLst>
                          <a:ext uri="{FF2B5EF4-FFF2-40B4-BE49-F238E27FC236}">
                            <a16:creationId xmlns:a16="http://schemas.microsoft.com/office/drawing/2014/main" id="{0AE54270-E451-CEF9-BFE4-FEC77184BD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8" name="Google Shape;5882;p47">
                        <a:extLst>
                          <a:ext uri="{FF2B5EF4-FFF2-40B4-BE49-F238E27FC236}">
                            <a16:creationId xmlns:a16="http://schemas.microsoft.com/office/drawing/2014/main" id="{4D466C37-202D-5663-4D88-6CD931A8DE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9" name="Google Shape;5883;p47">
                        <a:extLst>
                          <a:ext uri="{FF2B5EF4-FFF2-40B4-BE49-F238E27FC236}">
                            <a16:creationId xmlns:a16="http://schemas.microsoft.com/office/drawing/2014/main" id="{F88EB028-EDCC-C316-888A-9C0642966D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0" name="Google Shape;5884;p47">
                        <a:extLst>
                          <a:ext uri="{FF2B5EF4-FFF2-40B4-BE49-F238E27FC236}">
                            <a16:creationId xmlns:a16="http://schemas.microsoft.com/office/drawing/2014/main" id="{B0BD19CF-A438-AE6E-E214-96CBBE9B36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1" name="Google Shape;5885;p47">
                        <a:extLst>
                          <a:ext uri="{FF2B5EF4-FFF2-40B4-BE49-F238E27FC236}">
                            <a16:creationId xmlns:a16="http://schemas.microsoft.com/office/drawing/2014/main" id="{B90A3C29-FA7F-A814-C64F-4F599B7297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2" name="Google Shape;5886;p47">
                        <a:extLst>
                          <a:ext uri="{FF2B5EF4-FFF2-40B4-BE49-F238E27FC236}">
                            <a16:creationId xmlns:a16="http://schemas.microsoft.com/office/drawing/2014/main" id="{285E69B7-7028-6966-C5FA-3BF6C703D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4" name="Google Shape;5887;p47">
                      <a:extLst>
                        <a:ext uri="{FF2B5EF4-FFF2-40B4-BE49-F238E27FC236}">
                          <a16:creationId xmlns:a16="http://schemas.microsoft.com/office/drawing/2014/main" id="{9659B1C6-F834-5735-1DBF-0FD24FAAAF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75" name="Google Shape;5888;p47">
                        <a:extLst>
                          <a:ext uri="{FF2B5EF4-FFF2-40B4-BE49-F238E27FC236}">
                            <a16:creationId xmlns:a16="http://schemas.microsoft.com/office/drawing/2014/main" id="{E7A36121-D4D5-CFA8-3C78-CEED04B236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6" name="Google Shape;5889;p47">
                        <a:extLst>
                          <a:ext uri="{FF2B5EF4-FFF2-40B4-BE49-F238E27FC236}">
                            <a16:creationId xmlns:a16="http://schemas.microsoft.com/office/drawing/2014/main" id="{ED660727-2B32-4E46-087F-609C23E85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7" name="Google Shape;5890;p47">
                        <a:extLst>
                          <a:ext uri="{FF2B5EF4-FFF2-40B4-BE49-F238E27FC236}">
                            <a16:creationId xmlns:a16="http://schemas.microsoft.com/office/drawing/2014/main" id="{DA66DCBF-2BF5-496A-69F0-B86F733DCC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8" name="Google Shape;5891;p47">
                        <a:extLst>
                          <a:ext uri="{FF2B5EF4-FFF2-40B4-BE49-F238E27FC236}">
                            <a16:creationId xmlns:a16="http://schemas.microsoft.com/office/drawing/2014/main" id="{FB180544-AA43-6B44-4AA2-D90DB93F44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9" name="Google Shape;5892;p47">
                        <a:extLst>
                          <a:ext uri="{FF2B5EF4-FFF2-40B4-BE49-F238E27FC236}">
                            <a16:creationId xmlns:a16="http://schemas.microsoft.com/office/drawing/2014/main" id="{7E60A85A-A333-2799-2F6F-D0CCD487C9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0" name="Google Shape;5893;p47">
                        <a:extLst>
                          <a:ext uri="{FF2B5EF4-FFF2-40B4-BE49-F238E27FC236}">
                            <a16:creationId xmlns:a16="http://schemas.microsoft.com/office/drawing/2014/main" id="{38B0FB68-E651-7E2D-74E2-F3F3AC5B23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1" name="Google Shape;5894;p47">
                        <a:extLst>
                          <a:ext uri="{FF2B5EF4-FFF2-40B4-BE49-F238E27FC236}">
                            <a16:creationId xmlns:a16="http://schemas.microsoft.com/office/drawing/2014/main" id="{57478968-A046-232B-55D6-3E16F35F51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2" name="Google Shape;5895;p47">
                        <a:extLst>
                          <a:ext uri="{FF2B5EF4-FFF2-40B4-BE49-F238E27FC236}">
                            <a16:creationId xmlns:a16="http://schemas.microsoft.com/office/drawing/2014/main" id="{2286C44D-7435-958B-98F5-4314A96A75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3" name="Google Shape;5896;p47">
                        <a:extLst>
                          <a:ext uri="{FF2B5EF4-FFF2-40B4-BE49-F238E27FC236}">
                            <a16:creationId xmlns:a16="http://schemas.microsoft.com/office/drawing/2014/main" id="{E80B4390-C326-AC2C-22DF-3DBD46D42B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5" name="Google Shape;5897;p47">
                      <a:extLst>
                        <a:ext uri="{FF2B5EF4-FFF2-40B4-BE49-F238E27FC236}">
                          <a16:creationId xmlns:a16="http://schemas.microsoft.com/office/drawing/2014/main" id="{602A10B1-34B2-A612-EA87-EC3859D841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66" name="Google Shape;5898;p47">
                        <a:extLst>
                          <a:ext uri="{FF2B5EF4-FFF2-40B4-BE49-F238E27FC236}">
                            <a16:creationId xmlns:a16="http://schemas.microsoft.com/office/drawing/2014/main" id="{26B7B7D7-25A7-24AC-928E-B95928682B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7" name="Google Shape;5899;p47">
                        <a:extLst>
                          <a:ext uri="{FF2B5EF4-FFF2-40B4-BE49-F238E27FC236}">
                            <a16:creationId xmlns:a16="http://schemas.microsoft.com/office/drawing/2014/main" id="{841E5713-B89D-CF4C-AF85-370650065D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8" name="Google Shape;5900;p47">
                        <a:extLst>
                          <a:ext uri="{FF2B5EF4-FFF2-40B4-BE49-F238E27FC236}">
                            <a16:creationId xmlns:a16="http://schemas.microsoft.com/office/drawing/2014/main" id="{3E895938-AA6D-1F56-CB48-332577ABB0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9" name="Google Shape;5901;p47">
                        <a:extLst>
                          <a:ext uri="{FF2B5EF4-FFF2-40B4-BE49-F238E27FC236}">
                            <a16:creationId xmlns:a16="http://schemas.microsoft.com/office/drawing/2014/main" id="{46A2F383-7496-2C55-479C-43719C610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0" name="Google Shape;5902;p47">
                        <a:extLst>
                          <a:ext uri="{FF2B5EF4-FFF2-40B4-BE49-F238E27FC236}">
                            <a16:creationId xmlns:a16="http://schemas.microsoft.com/office/drawing/2014/main" id="{95CECD9C-9C6E-327E-4EF0-3D8FA0CB65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1" name="Google Shape;5903;p47">
                        <a:extLst>
                          <a:ext uri="{FF2B5EF4-FFF2-40B4-BE49-F238E27FC236}">
                            <a16:creationId xmlns:a16="http://schemas.microsoft.com/office/drawing/2014/main" id="{853DEDFD-8C59-B6BC-F533-F48F152B3C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2" name="Google Shape;5904;p47">
                        <a:extLst>
                          <a:ext uri="{FF2B5EF4-FFF2-40B4-BE49-F238E27FC236}">
                            <a16:creationId xmlns:a16="http://schemas.microsoft.com/office/drawing/2014/main" id="{02309090-9EC1-1461-4FC4-941EA7D77B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3" name="Google Shape;5905;p47">
                        <a:extLst>
                          <a:ext uri="{FF2B5EF4-FFF2-40B4-BE49-F238E27FC236}">
                            <a16:creationId xmlns:a16="http://schemas.microsoft.com/office/drawing/2014/main" id="{78838B28-1ACD-9A13-1E10-00E547F15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4" name="Google Shape;5906;p47">
                        <a:extLst>
                          <a:ext uri="{FF2B5EF4-FFF2-40B4-BE49-F238E27FC236}">
                            <a16:creationId xmlns:a16="http://schemas.microsoft.com/office/drawing/2014/main" id="{93CD6D73-ED55-7FDA-72D2-9307D0ECB6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6" name="Google Shape;5907;p47">
                      <a:extLst>
                        <a:ext uri="{FF2B5EF4-FFF2-40B4-BE49-F238E27FC236}">
                          <a16:creationId xmlns:a16="http://schemas.microsoft.com/office/drawing/2014/main" id="{B0D23F2A-8406-36FC-7332-F2D1CEA1E2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57" name="Google Shape;5908;p47">
                        <a:extLst>
                          <a:ext uri="{FF2B5EF4-FFF2-40B4-BE49-F238E27FC236}">
                            <a16:creationId xmlns:a16="http://schemas.microsoft.com/office/drawing/2014/main" id="{DC61CC1E-67FE-0E07-DA17-497D8C7CD1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8" name="Google Shape;5909;p47">
                        <a:extLst>
                          <a:ext uri="{FF2B5EF4-FFF2-40B4-BE49-F238E27FC236}">
                            <a16:creationId xmlns:a16="http://schemas.microsoft.com/office/drawing/2014/main" id="{90DEB3FD-EAB7-02C3-F2DE-FC4DFE7395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9" name="Google Shape;5910;p47">
                        <a:extLst>
                          <a:ext uri="{FF2B5EF4-FFF2-40B4-BE49-F238E27FC236}">
                            <a16:creationId xmlns:a16="http://schemas.microsoft.com/office/drawing/2014/main" id="{FA7D2F06-B223-01C0-6922-EF82699C08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0" name="Google Shape;5911;p47">
                        <a:extLst>
                          <a:ext uri="{FF2B5EF4-FFF2-40B4-BE49-F238E27FC236}">
                            <a16:creationId xmlns:a16="http://schemas.microsoft.com/office/drawing/2014/main" id="{2637B49B-FAE8-F7E9-6989-7BBA75D22B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1" name="Google Shape;5912;p47">
                        <a:extLst>
                          <a:ext uri="{FF2B5EF4-FFF2-40B4-BE49-F238E27FC236}">
                            <a16:creationId xmlns:a16="http://schemas.microsoft.com/office/drawing/2014/main" id="{F98BA226-3B5F-A6B1-4EDA-E864BF3E6C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2" name="Google Shape;5913;p47">
                        <a:extLst>
                          <a:ext uri="{FF2B5EF4-FFF2-40B4-BE49-F238E27FC236}">
                            <a16:creationId xmlns:a16="http://schemas.microsoft.com/office/drawing/2014/main" id="{6CD2D2B6-3565-592B-6BE8-41C6F8D0C1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3" name="Google Shape;5914;p47">
                        <a:extLst>
                          <a:ext uri="{FF2B5EF4-FFF2-40B4-BE49-F238E27FC236}">
                            <a16:creationId xmlns:a16="http://schemas.microsoft.com/office/drawing/2014/main" id="{96DADB7F-82D8-3978-10CE-6AD01CB1D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4" name="Google Shape;5915;p47">
                        <a:extLst>
                          <a:ext uri="{FF2B5EF4-FFF2-40B4-BE49-F238E27FC236}">
                            <a16:creationId xmlns:a16="http://schemas.microsoft.com/office/drawing/2014/main" id="{4A2157AC-030E-B541-724D-29F114854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5" name="Google Shape;5916;p47">
                        <a:extLst>
                          <a:ext uri="{FF2B5EF4-FFF2-40B4-BE49-F238E27FC236}">
                            <a16:creationId xmlns:a16="http://schemas.microsoft.com/office/drawing/2014/main" id="{3C12D06D-8A57-A7AA-76A7-66C63188DB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7" name="Google Shape;5917;p47">
                      <a:extLst>
                        <a:ext uri="{FF2B5EF4-FFF2-40B4-BE49-F238E27FC236}">
                          <a16:creationId xmlns:a16="http://schemas.microsoft.com/office/drawing/2014/main" id="{8EF08F12-2AD2-7CB2-B1D4-A4D6472C8A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48" name="Google Shape;5918;p47">
                        <a:extLst>
                          <a:ext uri="{FF2B5EF4-FFF2-40B4-BE49-F238E27FC236}">
                            <a16:creationId xmlns:a16="http://schemas.microsoft.com/office/drawing/2014/main" id="{E0AFF84F-1B94-0000-12AC-44510A153B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9" name="Google Shape;5919;p47">
                        <a:extLst>
                          <a:ext uri="{FF2B5EF4-FFF2-40B4-BE49-F238E27FC236}">
                            <a16:creationId xmlns:a16="http://schemas.microsoft.com/office/drawing/2014/main" id="{29E93C57-F196-1F33-9F41-ECABD7D2CE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0" name="Google Shape;5920;p47">
                        <a:extLst>
                          <a:ext uri="{FF2B5EF4-FFF2-40B4-BE49-F238E27FC236}">
                            <a16:creationId xmlns:a16="http://schemas.microsoft.com/office/drawing/2014/main" id="{2EECA729-C867-F594-68FE-A0E2AD8CA2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1" name="Google Shape;5921;p47">
                        <a:extLst>
                          <a:ext uri="{FF2B5EF4-FFF2-40B4-BE49-F238E27FC236}">
                            <a16:creationId xmlns:a16="http://schemas.microsoft.com/office/drawing/2014/main" id="{DD1C2105-0A54-5F7C-49E7-FE6DC70F2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2" name="Google Shape;5922;p47">
                        <a:extLst>
                          <a:ext uri="{FF2B5EF4-FFF2-40B4-BE49-F238E27FC236}">
                            <a16:creationId xmlns:a16="http://schemas.microsoft.com/office/drawing/2014/main" id="{3CD9CF02-B790-0FEA-EADB-00D214500D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3" name="Google Shape;5923;p47">
                        <a:extLst>
                          <a:ext uri="{FF2B5EF4-FFF2-40B4-BE49-F238E27FC236}">
                            <a16:creationId xmlns:a16="http://schemas.microsoft.com/office/drawing/2014/main" id="{52D1F938-ED65-3C47-9421-11284ADAC7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4" name="Google Shape;5924;p47">
                        <a:extLst>
                          <a:ext uri="{FF2B5EF4-FFF2-40B4-BE49-F238E27FC236}">
                            <a16:creationId xmlns:a16="http://schemas.microsoft.com/office/drawing/2014/main" id="{9B9673FE-2D7B-8A26-2358-3E5805208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5" name="Google Shape;5925;p47">
                        <a:extLst>
                          <a:ext uri="{FF2B5EF4-FFF2-40B4-BE49-F238E27FC236}">
                            <a16:creationId xmlns:a16="http://schemas.microsoft.com/office/drawing/2014/main" id="{18C6C4B8-1B7E-336A-B81B-8FE04BB9F5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6" name="Google Shape;5926;p47">
                        <a:extLst>
                          <a:ext uri="{FF2B5EF4-FFF2-40B4-BE49-F238E27FC236}">
                            <a16:creationId xmlns:a16="http://schemas.microsoft.com/office/drawing/2014/main" id="{E6428897-A18A-3AD7-428D-BA672F36E4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8" name="Google Shape;5927;p47">
                      <a:extLst>
                        <a:ext uri="{FF2B5EF4-FFF2-40B4-BE49-F238E27FC236}">
                          <a16:creationId xmlns:a16="http://schemas.microsoft.com/office/drawing/2014/main" id="{E2A441D3-488B-924A-5F22-A3B36C1C4D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9" name="Google Shape;5928;p47">
                        <a:extLst>
                          <a:ext uri="{FF2B5EF4-FFF2-40B4-BE49-F238E27FC236}">
                            <a16:creationId xmlns:a16="http://schemas.microsoft.com/office/drawing/2014/main" id="{B8661978-4280-1C35-9640-0DD779A69D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0" name="Google Shape;5929;p47">
                        <a:extLst>
                          <a:ext uri="{FF2B5EF4-FFF2-40B4-BE49-F238E27FC236}">
                            <a16:creationId xmlns:a16="http://schemas.microsoft.com/office/drawing/2014/main" id="{2319BD7C-D207-FCE3-EF0A-8A137F1CFB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1" name="Google Shape;5930;p47">
                        <a:extLst>
                          <a:ext uri="{FF2B5EF4-FFF2-40B4-BE49-F238E27FC236}">
                            <a16:creationId xmlns:a16="http://schemas.microsoft.com/office/drawing/2014/main" id="{23227F93-BD04-E3FE-C21E-DF2F1E6566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2" name="Google Shape;5931;p47">
                        <a:extLst>
                          <a:ext uri="{FF2B5EF4-FFF2-40B4-BE49-F238E27FC236}">
                            <a16:creationId xmlns:a16="http://schemas.microsoft.com/office/drawing/2014/main" id="{28D1A7E0-E80E-C544-C99E-CD631D8181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3" name="Google Shape;5932;p47">
                        <a:extLst>
                          <a:ext uri="{FF2B5EF4-FFF2-40B4-BE49-F238E27FC236}">
                            <a16:creationId xmlns:a16="http://schemas.microsoft.com/office/drawing/2014/main" id="{974329BE-FBEA-8F12-29E1-6884F4A724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4" name="Google Shape;5933;p47">
                        <a:extLst>
                          <a:ext uri="{FF2B5EF4-FFF2-40B4-BE49-F238E27FC236}">
                            <a16:creationId xmlns:a16="http://schemas.microsoft.com/office/drawing/2014/main" id="{195DBF83-5913-D1C7-F02A-EF1AE8E527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5" name="Google Shape;5934;p47">
                        <a:extLst>
                          <a:ext uri="{FF2B5EF4-FFF2-40B4-BE49-F238E27FC236}">
                            <a16:creationId xmlns:a16="http://schemas.microsoft.com/office/drawing/2014/main" id="{12FD0CAB-6433-2FE3-0BBD-7F40E6C0D2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6" name="Google Shape;5935;p47">
                        <a:extLst>
                          <a:ext uri="{FF2B5EF4-FFF2-40B4-BE49-F238E27FC236}">
                            <a16:creationId xmlns:a16="http://schemas.microsoft.com/office/drawing/2014/main" id="{577B453F-F4AE-9DBE-DFE7-B67240C16A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7" name="Google Shape;5936;p47">
                        <a:extLst>
                          <a:ext uri="{FF2B5EF4-FFF2-40B4-BE49-F238E27FC236}">
                            <a16:creationId xmlns:a16="http://schemas.microsoft.com/office/drawing/2014/main" id="{3FAEE004-9EAC-9A50-2690-637F1526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9" name="Google Shape;5937;p47">
                      <a:extLst>
                        <a:ext uri="{FF2B5EF4-FFF2-40B4-BE49-F238E27FC236}">
                          <a16:creationId xmlns:a16="http://schemas.microsoft.com/office/drawing/2014/main" id="{49CD20FE-4B96-8F3B-DD0D-F9771DDFB2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0" name="Google Shape;5938;p47">
                        <a:extLst>
                          <a:ext uri="{FF2B5EF4-FFF2-40B4-BE49-F238E27FC236}">
                            <a16:creationId xmlns:a16="http://schemas.microsoft.com/office/drawing/2014/main" id="{91746B50-4A10-CF40-D02F-E3A5E19228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1" name="Google Shape;5939;p47">
                        <a:extLst>
                          <a:ext uri="{FF2B5EF4-FFF2-40B4-BE49-F238E27FC236}">
                            <a16:creationId xmlns:a16="http://schemas.microsoft.com/office/drawing/2014/main" id="{8B715548-5B11-D722-22FB-D171FF4E21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2" name="Google Shape;5940;p47">
                        <a:extLst>
                          <a:ext uri="{FF2B5EF4-FFF2-40B4-BE49-F238E27FC236}">
                            <a16:creationId xmlns:a16="http://schemas.microsoft.com/office/drawing/2014/main" id="{939F597C-33EA-304A-E6D0-0BF94882FE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3" name="Google Shape;5941;p47">
                        <a:extLst>
                          <a:ext uri="{FF2B5EF4-FFF2-40B4-BE49-F238E27FC236}">
                            <a16:creationId xmlns:a16="http://schemas.microsoft.com/office/drawing/2014/main" id="{6B3B577E-16AC-D5E7-2ED6-BC19652164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4" name="Google Shape;5942;p47">
                        <a:extLst>
                          <a:ext uri="{FF2B5EF4-FFF2-40B4-BE49-F238E27FC236}">
                            <a16:creationId xmlns:a16="http://schemas.microsoft.com/office/drawing/2014/main" id="{09B3A937-B4AD-EB6B-4AC5-68CACE18B2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5" name="Google Shape;5943;p47">
                        <a:extLst>
                          <a:ext uri="{FF2B5EF4-FFF2-40B4-BE49-F238E27FC236}">
                            <a16:creationId xmlns:a16="http://schemas.microsoft.com/office/drawing/2014/main" id="{79C67AE3-4F37-C4C9-644A-F123488ABE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6" name="Google Shape;5944;p47">
                        <a:extLst>
                          <a:ext uri="{FF2B5EF4-FFF2-40B4-BE49-F238E27FC236}">
                            <a16:creationId xmlns:a16="http://schemas.microsoft.com/office/drawing/2014/main" id="{D41584ED-7DED-0922-B03F-BD13C0C93D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7" name="Google Shape;5945;p47">
                        <a:extLst>
                          <a:ext uri="{FF2B5EF4-FFF2-40B4-BE49-F238E27FC236}">
                            <a16:creationId xmlns:a16="http://schemas.microsoft.com/office/drawing/2014/main" id="{564AFBF4-DC91-4F01-4393-7F03B82249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8" name="Google Shape;5946;p47">
                        <a:extLst>
                          <a:ext uri="{FF2B5EF4-FFF2-40B4-BE49-F238E27FC236}">
                            <a16:creationId xmlns:a16="http://schemas.microsoft.com/office/drawing/2014/main" id="{754FA354-BCBA-FE50-1598-9621163EDF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0" name="Google Shape;5947;p47">
                      <a:extLst>
                        <a:ext uri="{FF2B5EF4-FFF2-40B4-BE49-F238E27FC236}">
                          <a16:creationId xmlns:a16="http://schemas.microsoft.com/office/drawing/2014/main" id="{33587FF2-F91F-0F54-8FCA-37CB9952BA2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21" name="Google Shape;5948;p47">
                        <a:extLst>
                          <a:ext uri="{FF2B5EF4-FFF2-40B4-BE49-F238E27FC236}">
                            <a16:creationId xmlns:a16="http://schemas.microsoft.com/office/drawing/2014/main" id="{CF595338-A9BA-3F46-9CA3-EDA3EEF741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2" name="Google Shape;5949;p47">
                        <a:extLst>
                          <a:ext uri="{FF2B5EF4-FFF2-40B4-BE49-F238E27FC236}">
                            <a16:creationId xmlns:a16="http://schemas.microsoft.com/office/drawing/2014/main" id="{54BEED42-5340-063A-CB6F-1C5A6666A9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3" name="Google Shape;5950;p47">
                        <a:extLst>
                          <a:ext uri="{FF2B5EF4-FFF2-40B4-BE49-F238E27FC236}">
                            <a16:creationId xmlns:a16="http://schemas.microsoft.com/office/drawing/2014/main" id="{9F1C53F3-AE08-476C-0BD6-4859CA6804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4" name="Google Shape;5951;p47">
                        <a:extLst>
                          <a:ext uri="{FF2B5EF4-FFF2-40B4-BE49-F238E27FC236}">
                            <a16:creationId xmlns:a16="http://schemas.microsoft.com/office/drawing/2014/main" id="{A7680C14-8ADE-E5C8-B821-B6DBAD971E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5" name="Google Shape;5952;p47">
                        <a:extLst>
                          <a:ext uri="{FF2B5EF4-FFF2-40B4-BE49-F238E27FC236}">
                            <a16:creationId xmlns:a16="http://schemas.microsoft.com/office/drawing/2014/main" id="{AC4FFF68-380B-621C-CB4C-94F49B5EE9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6" name="Google Shape;5953;p47">
                        <a:extLst>
                          <a:ext uri="{FF2B5EF4-FFF2-40B4-BE49-F238E27FC236}">
                            <a16:creationId xmlns:a16="http://schemas.microsoft.com/office/drawing/2014/main" id="{9613F3DF-BC3C-9367-7334-B4B93C0A8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7" name="Google Shape;5954;p47">
                        <a:extLst>
                          <a:ext uri="{FF2B5EF4-FFF2-40B4-BE49-F238E27FC236}">
                            <a16:creationId xmlns:a16="http://schemas.microsoft.com/office/drawing/2014/main" id="{9978105D-CEFE-4418-D9C6-E74197F3D4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8" name="Google Shape;5955;p47">
                        <a:extLst>
                          <a:ext uri="{FF2B5EF4-FFF2-40B4-BE49-F238E27FC236}">
                            <a16:creationId xmlns:a16="http://schemas.microsoft.com/office/drawing/2014/main" id="{2BFF97C5-75B3-B7DB-E4A6-A3DD258D37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9" name="Google Shape;5956;p47">
                        <a:extLst>
                          <a:ext uri="{FF2B5EF4-FFF2-40B4-BE49-F238E27FC236}">
                            <a16:creationId xmlns:a16="http://schemas.microsoft.com/office/drawing/2014/main" id="{EA24D73B-1E17-6145-10FB-451D3753CF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1" name="Google Shape;5957;p47">
                      <a:extLst>
                        <a:ext uri="{FF2B5EF4-FFF2-40B4-BE49-F238E27FC236}">
                          <a16:creationId xmlns:a16="http://schemas.microsoft.com/office/drawing/2014/main" id="{A9DBECA5-B823-5E2D-1C1A-A399A973F0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12" name="Google Shape;5958;p47">
                        <a:extLst>
                          <a:ext uri="{FF2B5EF4-FFF2-40B4-BE49-F238E27FC236}">
                            <a16:creationId xmlns:a16="http://schemas.microsoft.com/office/drawing/2014/main" id="{EAF1ABBD-395B-9F5C-9187-AC83B9F45E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3" name="Google Shape;5959;p47">
                        <a:extLst>
                          <a:ext uri="{FF2B5EF4-FFF2-40B4-BE49-F238E27FC236}">
                            <a16:creationId xmlns:a16="http://schemas.microsoft.com/office/drawing/2014/main" id="{ABFE2DEE-59D5-25EF-893C-2D09B11962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4" name="Google Shape;5960;p47">
                        <a:extLst>
                          <a:ext uri="{FF2B5EF4-FFF2-40B4-BE49-F238E27FC236}">
                            <a16:creationId xmlns:a16="http://schemas.microsoft.com/office/drawing/2014/main" id="{EAA0640D-DDC3-6DEB-F068-185E04BAB7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5" name="Google Shape;5961;p47">
                        <a:extLst>
                          <a:ext uri="{FF2B5EF4-FFF2-40B4-BE49-F238E27FC236}">
                            <a16:creationId xmlns:a16="http://schemas.microsoft.com/office/drawing/2014/main" id="{FE2BDFA0-9558-003D-38B4-85B110BDDD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6" name="Google Shape;5962;p47">
                        <a:extLst>
                          <a:ext uri="{FF2B5EF4-FFF2-40B4-BE49-F238E27FC236}">
                            <a16:creationId xmlns:a16="http://schemas.microsoft.com/office/drawing/2014/main" id="{24CD96EA-F74C-939C-C21C-07A3887212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7" name="Google Shape;5963;p47">
                        <a:extLst>
                          <a:ext uri="{FF2B5EF4-FFF2-40B4-BE49-F238E27FC236}">
                            <a16:creationId xmlns:a16="http://schemas.microsoft.com/office/drawing/2014/main" id="{8C00AE29-F2FE-CE0B-71F3-131B462E5D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8" name="Google Shape;5964;p47">
                        <a:extLst>
                          <a:ext uri="{FF2B5EF4-FFF2-40B4-BE49-F238E27FC236}">
                            <a16:creationId xmlns:a16="http://schemas.microsoft.com/office/drawing/2014/main" id="{08828E96-F0A4-796D-D951-6EF7A1E870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9" name="Google Shape;5965;p47">
                        <a:extLst>
                          <a:ext uri="{FF2B5EF4-FFF2-40B4-BE49-F238E27FC236}">
                            <a16:creationId xmlns:a16="http://schemas.microsoft.com/office/drawing/2014/main" id="{6A980697-CECA-10E9-AC91-0F3F2F802A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0" name="Google Shape;5966;p47">
                        <a:extLst>
                          <a:ext uri="{FF2B5EF4-FFF2-40B4-BE49-F238E27FC236}">
                            <a16:creationId xmlns:a16="http://schemas.microsoft.com/office/drawing/2014/main" id="{9CBBC81A-1E92-C1B1-EA27-FB67696965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2" name="Google Shape;5967;p47">
                      <a:extLst>
                        <a:ext uri="{FF2B5EF4-FFF2-40B4-BE49-F238E27FC236}">
                          <a16:creationId xmlns:a16="http://schemas.microsoft.com/office/drawing/2014/main" id="{0F6913B6-8C22-F547-6C27-E571294671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03" name="Google Shape;5968;p47">
                        <a:extLst>
                          <a:ext uri="{FF2B5EF4-FFF2-40B4-BE49-F238E27FC236}">
                            <a16:creationId xmlns:a16="http://schemas.microsoft.com/office/drawing/2014/main" id="{AE1B7422-0C6B-8BB2-C612-0C18E36AD2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4" name="Google Shape;5969;p47">
                        <a:extLst>
                          <a:ext uri="{FF2B5EF4-FFF2-40B4-BE49-F238E27FC236}">
                            <a16:creationId xmlns:a16="http://schemas.microsoft.com/office/drawing/2014/main" id="{3556C975-5309-9787-BDB9-5A81BA4D22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5" name="Google Shape;5970;p47">
                        <a:extLst>
                          <a:ext uri="{FF2B5EF4-FFF2-40B4-BE49-F238E27FC236}">
                            <a16:creationId xmlns:a16="http://schemas.microsoft.com/office/drawing/2014/main" id="{9E8F78A8-4109-F506-FDB7-AEA77731A5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6" name="Google Shape;5971;p47">
                        <a:extLst>
                          <a:ext uri="{FF2B5EF4-FFF2-40B4-BE49-F238E27FC236}">
                            <a16:creationId xmlns:a16="http://schemas.microsoft.com/office/drawing/2014/main" id="{8D5888CA-2E67-CADC-A422-CF1DE14DE0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7" name="Google Shape;5972;p47">
                        <a:extLst>
                          <a:ext uri="{FF2B5EF4-FFF2-40B4-BE49-F238E27FC236}">
                            <a16:creationId xmlns:a16="http://schemas.microsoft.com/office/drawing/2014/main" id="{B9C0D7F1-6FF9-33E9-2FC9-CAD0F15845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8" name="Google Shape;5973;p47">
                        <a:extLst>
                          <a:ext uri="{FF2B5EF4-FFF2-40B4-BE49-F238E27FC236}">
                            <a16:creationId xmlns:a16="http://schemas.microsoft.com/office/drawing/2014/main" id="{BD4D2992-4DE2-E482-9444-A2A5CBDB55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9" name="Google Shape;5974;p47">
                        <a:extLst>
                          <a:ext uri="{FF2B5EF4-FFF2-40B4-BE49-F238E27FC236}">
                            <a16:creationId xmlns:a16="http://schemas.microsoft.com/office/drawing/2014/main" id="{BD0B3049-D20F-CC97-0ADE-FA757CB68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0" name="Google Shape;5975;p47">
                        <a:extLst>
                          <a:ext uri="{FF2B5EF4-FFF2-40B4-BE49-F238E27FC236}">
                            <a16:creationId xmlns:a16="http://schemas.microsoft.com/office/drawing/2014/main" id="{4571B745-0CF3-4E97-E8BE-DA8D002D91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1" name="Google Shape;5976;p47">
                        <a:extLst>
                          <a:ext uri="{FF2B5EF4-FFF2-40B4-BE49-F238E27FC236}">
                            <a16:creationId xmlns:a16="http://schemas.microsoft.com/office/drawing/2014/main" id="{4EAEC0FD-7498-145C-595A-510B02B1E9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3" name="Google Shape;5977;p47">
                      <a:extLst>
                        <a:ext uri="{FF2B5EF4-FFF2-40B4-BE49-F238E27FC236}">
                          <a16:creationId xmlns:a16="http://schemas.microsoft.com/office/drawing/2014/main" id="{FA3A8B14-14A4-4EA0-A9DE-9A6F13C269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94" name="Google Shape;5978;p47">
                        <a:extLst>
                          <a:ext uri="{FF2B5EF4-FFF2-40B4-BE49-F238E27FC236}">
                            <a16:creationId xmlns:a16="http://schemas.microsoft.com/office/drawing/2014/main" id="{D499F51F-AD7E-B5E0-40CC-5755C7F2FA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5" name="Google Shape;5979;p47">
                        <a:extLst>
                          <a:ext uri="{FF2B5EF4-FFF2-40B4-BE49-F238E27FC236}">
                            <a16:creationId xmlns:a16="http://schemas.microsoft.com/office/drawing/2014/main" id="{E2EA6C58-721F-7F98-7ED5-E98C3B8A05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6" name="Google Shape;5980;p47">
                        <a:extLst>
                          <a:ext uri="{FF2B5EF4-FFF2-40B4-BE49-F238E27FC236}">
                            <a16:creationId xmlns:a16="http://schemas.microsoft.com/office/drawing/2014/main" id="{975BE312-0B16-050D-6E31-5AF98CE9AE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7" name="Google Shape;5981;p47">
                        <a:extLst>
                          <a:ext uri="{FF2B5EF4-FFF2-40B4-BE49-F238E27FC236}">
                            <a16:creationId xmlns:a16="http://schemas.microsoft.com/office/drawing/2014/main" id="{96B82B77-84D2-11C9-064C-2BE076B0A5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8" name="Google Shape;5982;p47">
                        <a:extLst>
                          <a:ext uri="{FF2B5EF4-FFF2-40B4-BE49-F238E27FC236}">
                            <a16:creationId xmlns:a16="http://schemas.microsoft.com/office/drawing/2014/main" id="{B1B513C0-D907-184D-AE52-F169EF7EDC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9" name="Google Shape;5983;p47">
                        <a:extLst>
                          <a:ext uri="{FF2B5EF4-FFF2-40B4-BE49-F238E27FC236}">
                            <a16:creationId xmlns:a16="http://schemas.microsoft.com/office/drawing/2014/main" id="{723A95E1-8CDE-A93B-C995-8089D9C0CE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0" name="Google Shape;5984;p47">
                        <a:extLst>
                          <a:ext uri="{FF2B5EF4-FFF2-40B4-BE49-F238E27FC236}">
                            <a16:creationId xmlns:a16="http://schemas.microsoft.com/office/drawing/2014/main" id="{73186B3F-4286-063B-7DC1-7F76C9AC49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1" name="Google Shape;5985;p47">
                        <a:extLst>
                          <a:ext uri="{FF2B5EF4-FFF2-40B4-BE49-F238E27FC236}">
                            <a16:creationId xmlns:a16="http://schemas.microsoft.com/office/drawing/2014/main" id="{CD914155-C9C5-DB38-57D0-BC560D1925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2" name="Google Shape;5986;p47">
                        <a:extLst>
                          <a:ext uri="{FF2B5EF4-FFF2-40B4-BE49-F238E27FC236}">
                            <a16:creationId xmlns:a16="http://schemas.microsoft.com/office/drawing/2014/main" id="{B65CA2F9-1875-E2AA-49F3-C35B378923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4" name="Google Shape;5987;p47">
                      <a:extLst>
                        <a:ext uri="{FF2B5EF4-FFF2-40B4-BE49-F238E27FC236}">
                          <a16:creationId xmlns:a16="http://schemas.microsoft.com/office/drawing/2014/main" id="{77EF6CAA-D28C-693B-FF5C-131A944C6A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85" name="Google Shape;5988;p47">
                        <a:extLst>
                          <a:ext uri="{FF2B5EF4-FFF2-40B4-BE49-F238E27FC236}">
                            <a16:creationId xmlns:a16="http://schemas.microsoft.com/office/drawing/2014/main" id="{4CE4EB50-9B4A-9C8B-06C1-7F547187BA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6" name="Google Shape;5989;p47">
                        <a:extLst>
                          <a:ext uri="{FF2B5EF4-FFF2-40B4-BE49-F238E27FC236}">
                            <a16:creationId xmlns:a16="http://schemas.microsoft.com/office/drawing/2014/main" id="{F439EA30-A78D-0A8A-BF71-D7D8FF1599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7" name="Google Shape;5990;p47">
                        <a:extLst>
                          <a:ext uri="{FF2B5EF4-FFF2-40B4-BE49-F238E27FC236}">
                            <a16:creationId xmlns:a16="http://schemas.microsoft.com/office/drawing/2014/main" id="{07FCE7A5-2626-13DC-D431-5AC1F8822A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8" name="Google Shape;5991;p47">
                        <a:extLst>
                          <a:ext uri="{FF2B5EF4-FFF2-40B4-BE49-F238E27FC236}">
                            <a16:creationId xmlns:a16="http://schemas.microsoft.com/office/drawing/2014/main" id="{DB7405CB-8E68-E82D-AC2E-91A69573FF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9" name="Google Shape;5992;p47">
                        <a:extLst>
                          <a:ext uri="{FF2B5EF4-FFF2-40B4-BE49-F238E27FC236}">
                            <a16:creationId xmlns:a16="http://schemas.microsoft.com/office/drawing/2014/main" id="{EF373D74-AF27-E828-0320-1162700B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0" name="Google Shape;5993;p47">
                        <a:extLst>
                          <a:ext uri="{FF2B5EF4-FFF2-40B4-BE49-F238E27FC236}">
                            <a16:creationId xmlns:a16="http://schemas.microsoft.com/office/drawing/2014/main" id="{02F600B0-BA45-5327-FEA2-3D01F32B6B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1" name="Google Shape;5994;p47">
                        <a:extLst>
                          <a:ext uri="{FF2B5EF4-FFF2-40B4-BE49-F238E27FC236}">
                            <a16:creationId xmlns:a16="http://schemas.microsoft.com/office/drawing/2014/main" id="{0E9194D5-F912-3CF3-153D-17320256F5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2" name="Google Shape;5995;p47">
                        <a:extLst>
                          <a:ext uri="{FF2B5EF4-FFF2-40B4-BE49-F238E27FC236}">
                            <a16:creationId xmlns:a16="http://schemas.microsoft.com/office/drawing/2014/main" id="{BC47226F-BC0A-E36F-D576-268877B89F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3" name="Google Shape;5996;p47">
                        <a:extLst>
                          <a:ext uri="{FF2B5EF4-FFF2-40B4-BE49-F238E27FC236}">
                            <a16:creationId xmlns:a16="http://schemas.microsoft.com/office/drawing/2014/main" id="{58A0F030-9AE4-737A-6F54-4E58F8940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5" name="Google Shape;5997;p47">
                      <a:extLst>
                        <a:ext uri="{FF2B5EF4-FFF2-40B4-BE49-F238E27FC236}">
                          <a16:creationId xmlns:a16="http://schemas.microsoft.com/office/drawing/2014/main" id="{F5481C84-8A91-ADCA-AB36-B42041F83C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76" name="Google Shape;5998;p47">
                        <a:extLst>
                          <a:ext uri="{FF2B5EF4-FFF2-40B4-BE49-F238E27FC236}">
                            <a16:creationId xmlns:a16="http://schemas.microsoft.com/office/drawing/2014/main" id="{F43DA83B-6BCD-07EA-3199-B79D637F29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7" name="Google Shape;5999;p47">
                        <a:extLst>
                          <a:ext uri="{FF2B5EF4-FFF2-40B4-BE49-F238E27FC236}">
                            <a16:creationId xmlns:a16="http://schemas.microsoft.com/office/drawing/2014/main" id="{97B829E6-13E4-874E-9BA0-2B74CAC1C6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8" name="Google Shape;6000;p47">
                        <a:extLst>
                          <a:ext uri="{FF2B5EF4-FFF2-40B4-BE49-F238E27FC236}">
                            <a16:creationId xmlns:a16="http://schemas.microsoft.com/office/drawing/2014/main" id="{4E05F1A2-DEC3-3E41-166B-E7A0BBDA94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9" name="Google Shape;6001;p47">
                        <a:extLst>
                          <a:ext uri="{FF2B5EF4-FFF2-40B4-BE49-F238E27FC236}">
                            <a16:creationId xmlns:a16="http://schemas.microsoft.com/office/drawing/2014/main" id="{F2C24A3F-0C3F-F8AB-9586-C732A1B164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0" name="Google Shape;6002;p47">
                        <a:extLst>
                          <a:ext uri="{FF2B5EF4-FFF2-40B4-BE49-F238E27FC236}">
                            <a16:creationId xmlns:a16="http://schemas.microsoft.com/office/drawing/2014/main" id="{DCCF73A9-F3C9-479A-7006-1ED579C5DB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1" name="Google Shape;6003;p47">
                        <a:extLst>
                          <a:ext uri="{FF2B5EF4-FFF2-40B4-BE49-F238E27FC236}">
                            <a16:creationId xmlns:a16="http://schemas.microsoft.com/office/drawing/2014/main" id="{60A4E05E-D52A-3276-497C-F2C4935925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2" name="Google Shape;6004;p47">
                        <a:extLst>
                          <a:ext uri="{FF2B5EF4-FFF2-40B4-BE49-F238E27FC236}">
                            <a16:creationId xmlns:a16="http://schemas.microsoft.com/office/drawing/2014/main" id="{33A9FE12-6351-9BB5-B1FC-C65AC2B91E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3" name="Google Shape;6005;p47">
                        <a:extLst>
                          <a:ext uri="{FF2B5EF4-FFF2-40B4-BE49-F238E27FC236}">
                            <a16:creationId xmlns:a16="http://schemas.microsoft.com/office/drawing/2014/main" id="{7E857F1B-7CEA-533A-7881-A1CDC8C6F2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4" name="Google Shape;6006;p47">
                        <a:extLst>
                          <a:ext uri="{FF2B5EF4-FFF2-40B4-BE49-F238E27FC236}">
                            <a16:creationId xmlns:a16="http://schemas.microsoft.com/office/drawing/2014/main" id="{74A8A78F-FBDE-D4B4-E39C-B17EC3DA3F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6" name="Google Shape;6007;p47">
                      <a:extLst>
                        <a:ext uri="{FF2B5EF4-FFF2-40B4-BE49-F238E27FC236}">
                          <a16:creationId xmlns:a16="http://schemas.microsoft.com/office/drawing/2014/main" id="{FC62F5FC-E5E0-3AF8-0A1B-A245108931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67" name="Google Shape;6008;p47">
                        <a:extLst>
                          <a:ext uri="{FF2B5EF4-FFF2-40B4-BE49-F238E27FC236}">
                            <a16:creationId xmlns:a16="http://schemas.microsoft.com/office/drawing/2014/main" id="{925E1382-A822-6B1F-12AA-0C91FE3A80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8" name="Google Shape;6009;p47">
                        <a:extLst>
                          <a:ext uri="{FF2B5EF4-FFF2-40B4-BE49-F238E27FC236}">
                            <a16:creationId xmlns:a16="http://schemas.microsoft.com/office/drawing/2014/main" id="{C1B75E14-F2B1-2D1A-07A0-B45D2E7960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9" name="Google Shape;6010;p47">
                        <a:extLst>
                          <a:ext uri="{FF2B5EF4-FFF2-40B4-BE49-F238E27FC236}">
                            <a16:creationId xmlns:a16="http://schemas.microsoft.com/office/drawing/2014/main" id="{B2CD8DFF-AF18-8A87-06B9-2BD2E4C4ED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0" name="Google Shape;6011;p47">
                        <a:extLst>
                          <a:ext uri="{FF2B5EF4-FFF2-40B4-BE49-F238E27FC236}">
                            <a16:creationId xmlns:a16="http://schemas.microsoft.com/office/drawing/2014/main" id="{3C03CB4A-95F5-9EA7-6D01-CE86FC4303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1" name="Google Shape;6012;p47">
                        <a:extLst>
                          <a:ext uri="{FF2B5EF4-FFF2-40B4-BE49-F238E27FC236}">
                            <a16:creationId xmlns:a16="http://schemas.microsoft.com/office/drawing/2014/main" id="{14F25451-B354-18FA-F002-90217F672F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2" name="Google Shape;6013;p47">
                        <a:extLst>
                          <a:ext uri="{FF2B5EF4-FFF2-40B4-BE49-F238E27FC236}">
                            <a16:creationId xmlns:a16="http://schemas.microsoft.com/office/drawing/2014/main" id="{7D493D64-D37F-7741-7C35-897BDFF0F8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3" name="Google Shape;6014;p47">
                        <a:extLst>
                          <a:ext uri="{FF2B5EF4-FFF2-40B4-BE49-F238E27FC236}">
                            <a16:creationId xmlns:a16="http://schemas.microsoft.com/office/drawing/2014/main" id="{C2223D88-86F0-1C9C-A6C2-772F170758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4" name="Google Shape;6015;p47">
                        <a:extLst>
                          <a:ext uri="{FF2B5EF4-FFF2-40B4-BE49-F238E27FC236}">
                            <a16:creationId xmlns:a16="http://schemas.microsoft.com/office/drawing/2014/main" id="{0F97E39A-29B3-7E18-9A9D-0ED3544EC2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5" name="Google Shape;6016;p47">
                        <a:extLst>
                          <a:ext uri="{FF2B5EF4-FFF2-40B4-BE49-F238E27FC236}">
                            <a16:creationId xmlns:a16="http://schemas.microsoft.com/office/drawing/2014/main" id="{D0D600A3-2432-C7D1-9F03-FC5C84C09C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7" name="Google Shape;6017;p47">
                      <a:extLst>
                        <a:ext uri="{FF2B5EF4-FFF2-40B4-BE49-F238E27FC236}">
                          <a16:creationId xmlns:a16="http://schemas.microsoft.com/office/drawing/2014/main" id="{440E72D3-D72A-E61F-C54D-A49D2BF963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58" name="Google Shape;6018;p47">
                        <a:extLst>
                          <a:ext uri="{FF2B5EF4-FFF2-40B4-BE49-F238E27FC236}">
                            <a16:creationId xmlns:a16="http://schemas.microsoft.com/office/drawing/2014/main" id="{FBD266EC-6513-F073-76AB-099FD75A96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9" name="Google Shape;6019;p47">
                        <a:extLst>
                          <a:ext uri="{FF2B5EF4-FFF2-40B4-BE49-F238E27FC236}">
                            <a16:creationId xmlns:a16="http://schemas.microsoft.com/office/drawing/2014/main" id="{9A735D40-99A8-C69E-68D8-78B39F673B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0" name="Google Shape;6020;p47">
                        <a:extLst>
                          <a:ext uri="{FF2B5EF4-FFF2-40B4-BE49-F238E27FC236}">
                            <a16:creationId xmlns:a16="http://schemas.microsoft.com/office/drawing/2014/main" id="{96B33A78-F72E-53AE-69E1-B1762D53D8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1" name="Google Shape;6021;p47">
                        <a:extLst>
                          <a:ext uri="{FF2B5EF4-FFF2-40B4-BE49-F238E27FC236}">
                            <a16:creationId xmlns:a16="http://schemas.microsoft.com/office/drawing/2014/main" id="{3175FFF1-7C94-7FC7-8837-F72387B026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2" name="Google Shape;6022;p47">
                        <a:extLst>
                          <a:ext uri="{FF2B5EF4-FFF2-40B4-BE49-F238E27FC236}">
                            <a16:creationId xmlns:a16="http://schemas.microsoft.com/office/drawing/2014/main" id="{91AF33DD-A5B8-FEA8-2B13-571079AD44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3" name="Google Shape;6023;p47">
                        <a:extLst>
                          <a:ext uri="{FF2B5EF4-FFF2-40B4-BE49-F238E27FC236}">
                            <a16:creationId xmlns:a16="http://schemas.microsoft.com/office/drawing/2014/main" id="{E5EC4A18-EA31-855F-CB45-4DE3DCE9BE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4" name="Google Shape;6024;p47">
                        <a:extLst>
                          <a:ext uri="{FF2B5EF4-FFF2-40B4-BE49-F238E27FC236}">
                            <a16:creationId xmlns:a16="http://schemas.microsoft.com/office/drawing/2014/main" id="{B851669C-BFE9-64D4-F9C6-5B3A32FCAC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5" name="Google Shape;6025;p47">
                        <a:extLst>
                          <a:ext uri="{FF2B5EF4-FFF2-40B4-BE49-F238E27FC236}">
                            <a16:creationId xmlns:a16="http://schemas.microsoft.com/office/drawing/2014/main" id="{8ABBD7B3-DD67-8182-B3C7-2DDFEEAED5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6" name="Google Shape;6026;p47">
                        <a:extLst>
                          <a:ext uri="{FF2B5EF4-FFF2-40B4-BE49-F238E27FC236}">
                            <a16:creationId xmlns:a16="http://schemas.microsoft.com/office/drawing/2014/main" id="{C80431D0-3683-FE23-0096-6533336F09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8" name="Google Shape;6027;p47">
                      <a:extLst>
                        <a:ext uri="{FF2B5EF4-FFF2-40B4-BE49-F238E27FC236}">
                          <a16:creationId xmlns:a16="http://schemas.microsoft.com/office/drawing/2014/main" id="{7329ED0E-050A-6651-2103-35436F27B4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49" name="Google Shape;6028;p47">
                        <a:extLst>
                          <a:ext uri="{FF2B5EF4-FFF2-40B4-BE49-F238E27FC236}">
                            <a16:creationId xmlns:a16="http://schemas.microsoft.com/office/drawing/2014/main" id="{1DA6E4CF-EB91-2E21-7B86-69A2FAE789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0" name="Google Shape;6029;p47">
                        <a:extLst>
                          <a:ext uri="{FF2B5EF4-FFF2-40B4-BE49-F238E27FC236}">
                            <a16:creationId xmlns:a16="http://schemas.microsoft.com/office/drawing/2014/main" id="{CD718CAD-1381-292E-E0FB-081A7A5ACE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1" name="Google Shape;6030;p47">
                        <a:extLst>
                          <a:ext uri="{FF2B5EF4-FFF2-40B4-BE49-F238E27FC236}">
                            <a16:creationId xmlns:a16="http://schemas.microsoft.com/office/drawing/2014/main" id="{B178670B-7526-8662-60EA-7A4D9562FF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2" name="Google Shape;6031;p47">
                        <a:extLst>
                          <a:ext uri="{FF2B5EF4-FFF2-40B4-BE49-F238E27FC236}">
                            <a16:creationId xmlns:a16="http://schemas.microsoft.com/office/drawing/2014/main" id="{293ECA66-C25F-B150-3DE2-E4FFFD6AD9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3" name="Google Shape;6032;p47">
                        <a:extLst>
                          <a:ext uri="{FF2B5EF4-FFF2-40B4-BE49-F238E27FC236}">
                            <a16:creationId xmlns:a16="http://schemas.microsoft.com/office/drawing/2014/main" id="{C74973AB-4F98-0C5E-F731-613C48A40B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4" name="Google Shape;6033;p47">
                        <a:extLst>
                          <a:ext uri="{FF2B5EF4-FFF2-40B4-BE49-F238E27FC236}">
                            <a16:creationId xmlns:a16="http://schemas.microsoft.com/office/drawing/2014/main" id="{B0561E20-6265-3E32-530C-784C0EB13D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5" name="Google Shape;6034;p47">
                        <a:extLst>
                          <a:ext uri="{FF2B5EF4-FFF2-40B4-BE49-F238E27FC236}">
                            <a16:creationId xmlns:a16="http://schemas.microsoft.com/office/drawing/2014/main" id="{D14E9B96-FB10-F0AE-4C0D-7F5F785239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6" name="Google Shape;6035;p47">
                        <a:extLst>
                          <a:ext uri="{FF2B5EF4-FFF2-40B4-BE49-F238E27FC236}">
                            <a16:creationId xmlns:a16="http://schemas.microsoft.com/office/drawing/2014/main" id="{74D6F812-75E0-16D8-1EC1-178FBB352B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7" name="Google Shape;6036;p47">
                        <a:extLst>
                          <a:ext uri="{FF2B5EF4-FFF2-40B4-BE49-F238E27FC236}">
                            <a16:creationId xmlns:a16="http://schemas.microsoft.com/office/drawing/2014/main" id="{24449E2A-88F8-A521-FE1E-B5FD1875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</p:grpSp>
          </p:grp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r>
              <a:rPr lang="en" dirty="0" smtClean="0"/>
              <a:t>. </a:t>
            </a:r>
            <a:r>
              <a:rPr lang="en" dirty="0"/>
              <a:t>Lựa chọn linh kiện</a:t>
            </a:r>
            <a:endParaRPr dirty="0"/>
          </a:p>
        </p:txBody>
      </p:sp>
      <p:sp>
        <p:nvSpPr>
          <p:cNvPr id="1668" name="Google Shape;1668;p42"/>
          <p:cNvSpPr txBox="1">
            <a:spLocks noGrp="1"/>
          </p:cNvSpPr>
          <p:nvPr>
            <p:ph type="subTitle" idx="6"/>
          </p:nvPr>
        </p:nvSpPr>
        <p:spPr>
          <a:xfrm>
            <a:off x="6165943" y="3368707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LCD-I2C</a:t>
            </a:r>
            <a:endParaRPr dirty="0"/>
          </a:p>
        </p:txBody>
      </p:sp>
      <p:sp>
        <p:nvSpPr>
          <p:cNvPr id="1672" name="Google Shape;1672;p42"/>
          <p:cNvSpPr txBox="1">
            <a:spLocks noGrp="1"/>
          </p:cNvSpPr>
          <p:nvPr>
            <p:ph type="subTitle" idx="4"/>
          </p:nvPr>
        </p:nvSpPr>
        <p:spPr>
          <a:xfrm>
            <a:off x="174171" y="3368707"/>
            <a:ext cx="3643086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RASPBERRY PI3 B+</a:t>
            </a:r>
            <a:endParaRPr dirty="0"/>
          </a:p>
        </p:txBody>
      </p:sp>
      <p:sp>
        <p:nvSpPr>
          <p:cNvPr id="1673" name="Google Shape;1673;p42"/>
          <p:cNvSpPr txBox="1">
            <a:spLocks noGrp="1"/>
          </p:cNvSpPr>
          <p:nvPr>
            <p:ph type="subTitle" idx="5"/>
          </p:nvPr>
        </p:nvSpPr>
        <p:spPr>
          <a:xfrm>
            <a:off x="3206740" y="3368707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KEYPAD 4X6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E8D1D1-CC98-AD28-E6BD-301430404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42" y="1793732"/>
            <a:ext cx="1981800" cy="11313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09" y="1461211"/>
            <a:ext cx="1883104" cy="13756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740" y="1409104"/>
            <a:ext cx="2099448" cy="156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4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A979DAF7-97F4-542D-476C-FCB27DCF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11" y="882251"/>
            <a:ext cx="3676650" cy="3768096"/>
          </a:xfrm>
          <a:prstGeom prst="rect">
            <a:avLst/>
          </a:prstGeom>
        </p:spPr>
      </p:pic>
      <p:grpSp>
        <p:nvGrpSpPr>
          <p:cNvPr id="1293" name="Google Shape;5198;p47">
            <a:extLst>
              <a:ext uri="{FF2B5EF4-FFF2-40B4-BE49-F238E27FC236}">
                <a16:creationId xmlns:a16="http://schemas.microsoft.com/office/drawing/2014/main" id="{00FF964D-AE46-BBCD-1D7F-86FEE6F44681}"/>
              </a:ext>
            </a:extLst>
          </p:cNvPr>
          <p:cNvGrpSpPr/>
          <p:nvPr/>
        </p:nvGrpSpPr>
        <p:grpSpPr>
          <a:xfrm>
            <a:off x="5586521" y="314875"/>
            <a:ext cx="3503100" cy="4383600"/>
            <a:chOff x="5309625" y="391075"/>
            <a:chExt cx="3503100" cy="4383600"/>
          </a:xfrm>
        </p:grpSpPr>
        <p:grpSp>
          <p:nvGrpSpPr>
            <p:cNvPr id="1294" name="Google Shape;5199;p47">
              <a:extLst>
                <a:ext uri="{FF2B5EF4-FFF2-40B4-BE49-F238E27FC236}">
                  <a16:creationId xmlns:a16="http://schemas.microsoft.com/office/drawing/2014/main" id="{0C99C69C-C050-20F9-5505-DC51354F1C8C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1846" name="Google Shape;5200;p47">
                <a:extLst>
                  <a:ext uri="{FF2B5EF4-FFF2-40B4-BE49-F238E27FC236}">
                    <a16:creationId xmlns:a16="http://schemas.microsoft.com/office/drawing/2014/main" id="{5DE0FA07-7D6C-9087-4760-B85BB0B29DC5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rgbClr val="CDCDCD"/>
              </a:solidFill>
              <a:ln w="9525" cap="flat" cmpd="sng">
                <a:solidFill>
                  <a:srgbClr val="282A2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847" name="Google Shape;5201;p47">
                <a:extLst>
                  <a:ext uri="{FF2B5EF4-FFF2-40B4-BE49-F238E27FC236}">
                    <a16:creationId xmlns:a16="http://schemas.microsoft.com/office/drawing/2014/main" id="{013BA1E2-494E-16E6-863E-06790503C6AF}"/>
                  </a:ext>
                </a:extLst>
              </p:cNvPr>
              <p:cNvGrpSpPr/>
              <p:nvPr/>
            </p:nvGrpSpPr>
            <p:grpSpPr>
              <a:xfrm rot="10800000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1848" name="Google Shape;5202;p47">
                  <a:extLst>
                    <a:ext uri="{FF2B5EF4-FFF2-40B4-BE49-F238E27FC236}">
                      <a16:creationId xmlns:a16="http://schemas.microsoft.com/office/drawing/2014/main" id="{04F53624-98DE-EA13-E0E3-18C35B2A056C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Google Shape;5203;p47">
                  <a:extLst>
                    <a:ext uri="{FF2B5EF4-FFF2-40B4-BE49-F238E27FC236}">
                      <a16:creationId xmlns:a16="http://schemas.microsoft.com/office/drawing/2014/main" id="{12E8E287-621A-DB4E-89B7-69D3E5C3276A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0" name="Google Shape;5204;p47">
                  <a:extLst>
                    <a:ext uri="{FF2B5EF4-FFF2-40B4-BE49-F238E27FC236}">
                      <a16:creationId xmlns:a16="http://schemas.microsoft.com/office/drawing/2014/main" id="{D6619695-9883-554A-90AC-173FCD721594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1" name="Google Shape;5205;p47">
                  <a:extLst>
                    <a:ext uri="{FF2B5EF4-FFF2-40B4-BE49-F238E27FC236}">
                      <a16:creationId xmlns:a16="http://schemas.microsoft.com/office/drawing/2014/main" id="{BF0F63DE-2D1F-49B7-3060-553C70CAACA6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2" name="Google Shape;5206;p47">
                  <a:extLst>
                    <a:ext uri="{FF2B5EF4-FFF2-40B4-BE49-F238E27FC236}">
                      <a16:creationId xmlns:a16="http://schemas.microsoft.com/office/drawing/2014/main" id="{668A1D28-CB3C-243D-C8C0-AB33325B3088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3" name="Google Shape;5207;p47">
                  <a:extLst>
                    <a:ext uri="{FF2B5EF4-FFF2-40B4-BE49-F238E27FC236}">
                      <a16:creationId xmlns:a16="http://schemas.microsoft.com/office/drawing/2014/main" id="{7ADC88B6-4DDE-1A95-5B5B-0BBE189B4A2A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4" name="Google Shape;5208;p47">
                  <a:extLst>
                    <a:ext uri="{FF2B5EF4-FFF2-40B4-BE49-F238E27FC236}">
                      <a16:creationId xmlns:a16="http://schemas.microsoft.com/office/drawing/2014/main" id="{55960C8D-F603-2997-1D7D-5D8B98E72AED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5" name="Google Shape;5209;p47">
                  <a:extLst>
                    <a:ext uri="{FF2B5EF4-FFF2-40B4-BE49-F238E27FC236}">
                      <a16:creationId xmlns:a16="http://schemas.microsoft.com/office/drawing/2014/main" id="{32E07F36-D10E-F75D-5F37-A167DBE74888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6" name="Google Shape;5210;p47">
                  <a:extLst>
                    <a:ext uri="{FF2B5EF4-FFF2-40B4-BE49-F238E27FC236}">
                      <a16:creationId xmlns:a16="http://schemas.microsoft.com/office/drawing/2014/main" id="{2438D04E-C4AD-F7FB-5667-DF550878982D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7" name="Google Shape;5211;p47">
                  <a:extLst>
                    <a:ext uri="{FF2B5EF4-FFF2-40B4-BE49-F238E27FC236}">
                      <a16:creationId xmlns:a16="http://schemas.microsoft.com/office/drawing/2014/main" id="{2A0C1965-51A4-C2A9-7E04-9AD1AF5F72D1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8" name="Google Shape;5212;p47">
                  <a:extLst>
                    <a:ext uri="{FF2B5EF4-FFF2-40B4-BE49-F238E27FC236}">
                      <a16:creationId xmlns:a16="http://schemas.microsoft.com/office/drawing/2014/main" id="{A40E1381-A333-FE96-6FEC-75A7ED9E63F2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9" name="Google Shape;5213;p47">
                  <a:extLst>
                    <a:ext uri="{FF2B5EF4-FFF2-40B4-BE49-F238E27FC236}">
                      <a16:creationId xmlns:a16="http://schemas.microsoft.com/office/drawing/2014/main" id="{E14970D0-D3F1-AF63-94AB-5ACE785984EF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0" name="Google Shape;5214;p47">
                  <a:extLst>
                    <a:ext uri="{FF2B5EF4-FFF2-40B4-BE49-F238E27FC236}">
                      <a16:creationId xmlns:a16="http://schemas.microsoft.com/office/drawing/2014/main" id="{74BEF8B4-B86E-7F7E-8811-F3AEE9253376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1" name="Google Shape;5215;p47">
                  <a:extLst>
                    <a:ext uri="{FF2B5EF4-FFF2-40B4-BE49-F238E27FC236}">
                      <a16:creationId xmlns:a16="http://schemas.microsoft.com/office/drawing/2014/main" id="{BF1CC9FF-6275-9F0F-6522-87016F76109B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2" name="Google Shape;5216;p47">
                  <a:extLst>
                    <a:ext uri="{FF2B5EF4-FFF2-40B4-BE49-F238E27FC236}">
                      <a16:creationId xmlns:a16="http://schemas.microsoft.com/office/drawing/2014/main" id="{38393874-1CE3-D96B-5858-82E3AD504729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3" name="Google Shape;5217;p47">
                  <a:extLst>
                    <a:ext uri="{FF2B5EF4-FFF2-40B4-BE49-F238E27FC236}">
                      <a16:creationId xmlns:a16="http://schemas.microsoft.com/office/drawing/2014/main" id="{3ACE9BBD-3B8C-F9A5-29D8-6DD87F216D89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4" name="Google Shape;5218;p47">
                  <a:extLst>
                    <a:ext uri="{FF2B5EF4-FFF2-40B4-BE49-F238E27FC236}">
                      <a16:creationId xmlns:a16="http://schemas.microsoft.com/office/drawing/2014/main" id="{A91E72FB-BD08-6259-27C7-9B77B976E54B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5" name="Google Shape;5219;p47">
                  <a:extLst>
                    <a:ext uri="{FF2B5EF4-FFF2-40B4-BE49-F238E27FC236}">
                      <a16:creationId xmlns:a16="http://schemas.microsoft.com/office/drawing/2014/main" id="{B3F588E7-74F7-4D7C-3CBA-5733E9BBA054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6" name="Google Shape;5220;p47">
                  <a:extLst>
                    <a:ext uri="{FF2B5EF4-FFF2-40B4-BE49-F238E27FC236}">
                      <a16:creationId xmlns:a16="http://schemas.microsoft.com/office/drawing/2014/main" id="{3A5B48EF-5D1C-079F-30A4-21E979EA8A5A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7" name="Google Shape;5221;p47">
                  <a:extLst>
                    <a:ext uri="{FF2B5EF4-FFF2-40B4-BE49-F238E27FC236}">
                      <a16:creationId xmlns:a16="http://schemas.microsoft.com/office/drawing/2014/main" id="{0E78F893-AD44-53A5-5656-D0F3D86CA2C3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8" name="Google Shape;5222;p47">
                  <a:extLst>
                    <a:ext uri="{FF2B5EF4-FFF2-40B4-BE49-F238E27FC236}">
                      <a16:creationId xmlns:a16="http://schemas.microsoft.com/office/drawing/2014/main" id="{BD59BE97-D9D2-A22B-8C11-DF6E9A177438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9" name="Google Shape;5223;p47">
                  <a:extLst>
                    <a:ext uri="{FF2B5EF4-FFF2-40B4-BE49-F238E27FC236}">
                      <a16:creationId xmlns:a16="http://schemas.microsoft.com/office/drawing/2014/main" id="{0E5C6745-3383-4C63-575B-0184A0FD9EE2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0" name="Google Shape;5224;p47">
                  <a:extLst>
                    <a:ext uri="{FF2B5EF4-FFF2-40B4-BE49-F238E27FC236}">
                      <a16:creationId xmlns:a16="http://schemas.microsoft.com/office/drawing/2014/main" id="{0A4C9917-FB3A-338D-111E-AA8D23974D63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1" name="Google Shape;5225;p47">
                  <a:extLst>
                    <a:ext uri="{FF2B5EF4-FFF2-40B4-BE49-F238E27FC236}">
                      <a16:creationId xmlns:a16="http://schemas.microsoft.com/office/drawing/2014/main" id="{05A5A676-27CB-9886-AB6B-EB4C176137A4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2" name="Google Shape;5226;p47">
                  <a:extLst>
                    <a:ext uri="{FF2B5EF4-FFF2-40B4-BE49-F238E27FC236}">
                      <a16:creationId xmlns:a16="http://schemas.microsoft.com/office/drawing/2014/main" id="{D54F8747-E3E7-75C6-E6D9-84CEEF8C4387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3" name="Google Shape;5227;p47">
                  <a:extLst>
                    <a:ext uri="{FF2B5EF4-FFF2-40B4-BE49-F238E27FC236}">
                      <a16:creationId xmlns:a16="http://schemas.microsoft.com/office/drawing/2014/main" id="{B11F4DA5-6F2F-A429-19F6-D8B67DE47E2C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4" name="Google Shape;5228;p47">
                  <a:extLst>
                    <a:ext uri="{FF2B5EF4-FFF2-40B4-BE49-F238E27FC236}">
                      <a16:creationId xmlns:a16="http://schemas.microsoft.com/office/drawing/2014/main" id="{89828EF5-4AA0-C81C-4593-7428E0BACF4F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5" name="Google Shape;5229;p47">
                  <a:extLst>
                    <a:ext uri="{FF2B5EF4-FFF2-40B4-BE49-F238E27FC236}">
                      <a16:creationId xmlns:a16="http://schemas.microsoft.com/office/drawing/2014/main" id="{F160A730-9627-1F4E-DC2A-DEF37071E2A0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6" name="Google Shape;5230;p47">
                  <a:extLst>
                    <a:ext uri="{FF2B5EF4-FFF2-40B4-BE49-F238E27FC236}">
                      <a16:creationId xmlns:a16="http://schemas.microsoft.com/office/drawing/2014/main" id="{068D7304-5375-821B-E854-BBB78AF045DC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7" name="Google Shape;5231;p47">
                  <a:extLst>
                    <a:ext uri="{FF2B5EF4-FFF2-40B4-BE49-F238E27FC236}">
                      <a16:creationId xmlns:a16="http://schemas.microsoft.com/office/drawing/2014/main" id="{6D23514A-9834-27D6-51EC-BE3B0F01D985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8" name="Google Shape;5232;p47">
                  <a:extLst>
                    <a:ext uri="{FF2B5EF4-FFF2-40B4-BE49-F238E27FC236}">
                      <a16:creationId xmlns:a16="http://schemas.microsoft.com/office/drawing/2014/main" id="{F80D023D-86DD-0865-A3D4-60F12227AD95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9" name="Google Shape;5233;p47">
                  <a:extLst>
                    <a:ext uri="{FF2B5EF4-FFF2-40B4-BE49-F238E27FC236}">
                      <a16:creationId xmlns:a16="http://schemas.microsoft.com/office/drawing/2014/main" id="{8FC69503-4F8A-045E-34E7-5411FA29B734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0" name="Google Shape;5234;p47">
                  <a:extLst>
                    <a:ext uri="{FF2B5EF4-FFF2-40B4-BE49-F238E27FC236}">
                      <a16:creationId xmlns:a16="http://schemas.microsoft.com/office/drawing/2014/main" id="{E473B83B-5678-D039-2D91-FFB5360BC256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1" name="Google Shape;5235;p47">
                  <a:extLst>
                    <a:ext uri="{FF2B5EF4-FFF2-40B4-BE49-F238E27FC236}">
                      <a16:creationId xmlns:a16="http://schemas.microsoft.com/office/drawing/2014/main" id="{5D69CB0E-3B5C-6F84-68C5-425B59B51AE0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2" name="Google Shape;5236;p47">
                  <a:extLst>
                    <a:ext uri="{FF2B5EF4-FFF2-40B4-BE49-F238E27FC236}">
                      <a16:creationId xmlns:a16="http://schemas.microsoft.com/office/drawing/2014/main" id="{F3D36795-035F-79FC-75AA-62F749DF88A4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3" name="Google Shape;5237;p47">
                  <a:extLst>
                    <a:ext uri="{FF2B5EF4-FFF2-40B4-BE49-F238E27FC236}">
                      <a16:creationId xmlns:a16="http://schemas.microsoft.com/office/drawing/2014/main" id="{3369EF87-B05B-EE31-C19C-F0A3756CC18A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4" name="Google Shape;5238;p47">
                  <a:extLst>
                    <a:ext uri="{FF2B5EF4-FFF2-40B4-BE49-F238E27FC236}">
                      <a16:creationId xmlns:a16="http://schemas.microsoft.com/office/drawing/2014/main" id="{556AD10A-3A62-9DF4-B656-3022F3DFD6E6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5" name="Google Shape;5239;p47">
                  <a:extLst>
                    <a:ext uri="{FF2B5EF4-FFF2-40B4-BE49-F238E27FC236}">
                      <a16:creationId xmlns:a16="http://schemas.microsoft.com/office/drawing/2014/main" id="{6F51F7A4-C852-4111-B8BB-90C2CFD6E91D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6" name="Google Shape;5240;p47">
                  <a:extLst>
                    <a:ext uri="{FF2B5EF4-FFF2-40B4-BE49-F238E27FC236}">
                      <a16:creationId xmlns:a16="http://schemas.microsoft.com/office/drawing/2014/main" id="{BB926417-A1B9-31BC-FEDE-D9E263F8334A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7" name="Google Shape;5241;p47">
                  <a:extLst>
                    <a:ext uri="{FF2B5EF4-FFF2-40B4-BE49-F238E27FC236}">
                      <a16:creationId xmlns:a16="http://schemas.microsoft.com/office/drawing/2014/main" id="{D3C6D0C4-04FC-0929-F174-412FE0BFF812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8" name="Google Shape;5242;p47">
                  <a:extLst>
                    <a:ext uri="{FF2B5EF4-FFF2-40B4-BE49-F238E27FC236}">
                      <a16:creationId xmlns:a16="http://schemas.microsoft.com/office/drawing/2014/main" id="{CFAB1949-2A8D-8194-B6CD-8967D1E0E0D7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9" name="Google Shape;5243;p47">
                  <a:extLst>
                    <a:ext uri="{FF2B5EF4-FFF2-40B4-BE49-F238E27FC236}">
                      <a16:creationId xmlns:a16="http://schemas.microsoft.com/office/drawing/2014/main" id="{DBCF8B76-8756-7BEE-3094-262BE28B8268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0" name="Google Shape;5244;p47">
                  <a:extLst>
                    <a:ext uri="{FF2B5EF4-FFF2-40B4-BE49-F238E27FC236}">
                      <a16:creationId xmlns:a16="http://schemas.microsoft.com/office/drawing/2014/main" id="{CB51F99D-716F-BCBA-BDAC-7B5423D31F98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1" name="Google Shape;5245;p47">
                  <a:extLst>
                    <a:ext uri="{FF2B5EF4-FFF2-40B4-BE49-F238E27FC236}">
                      <a16:creationId xmlns:a16="http://schemas.microsoft.com/office/drawing/2014/main" id="{08D8DEAC-2783-A89B-F3E6-E126A09F6208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2" name="Google Shape;5246;p47">
                  <a:extLst>
                    <a:ext uri="{FF2B5EF4-FFF2-40B4-BE49-F238E27FC236}">
                      <a16:creationId xmlns:a16="http://schemas.microsoft.com/office/drawing/2014/main" id="{5324FCC2-1772-6614-2EF9-5AA8EF2D562C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3" name="Google Shape;5247;p47">
                  <a:extLst>
                    <a:ext uri="{FF2B5EF4-FFF2-40B4-BE49-F238E27FC236}">
                      <a16:creationId xmlns:a16="http://schemas.microsoft.com/office/drawing/2014/main" id="{7E44B1A8-7AF7-831C-4260-97AF71ACAF07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4" name="Google Shape;5248;p47">
                  <a:extLst>
                    <a:ext uri="{FF2B5EF4-FFF2-40B4-BE49-F238E27FC236}">
                      <a16:creationId xmlns:a16="http://schemas.microsoft.com/office/drawing/2014/main" id="{4DC2E4CA-2ED4-1B9E-00DE-C46CD5FE691C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5" name="Google Shape;5249;p47">
                  <a:extLst>
                    <a:ext uri="{FF2B5EF4-FFF2-40B4-BE49-F238E27FC236}">
                      <a16:creationId xmlns:a16="http://schemas.microsoft.com/office/drawing/2014/main" id="{73A1CE07-11CA-5B0C-BE33-86DD8D2E4915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6" name="Google Shape;5250;p47">
                  <a:extLst>
                    <a:ext uri="{FF2B5EF4-FFF2-40B4-BE49-F238E27FC236}">
                      <a16:creationId xmlns:a16="http://schemas.microsoft.com/office/drawing/2014/main" id="{A8095B4B-BC6B-B0CC-0B92-221905543242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7" name="Google Shape;5251;p47">
                  <a:extLst>
                    <a:ext uri="{FF2B5EF4-FFF2-40B4-BE49-F238E27FC236}">
                      <a16:creationId xmlns:a16="http://schemas.microsoft.com/office/drawing/2014/main" id="{09F3C2FE-9CC8-700B-7E2D-1EB043634774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8" name="Google Shape;5252;p47">
                  <a:extLst>
                    <a:ext uri="{FF2B5EF4-FFF2-40B4-BE49-F238E27FC236}">
                      <a16:creationId xmlns:a16="http://schemas.microsoft.com/office/drawing/2014/main" id="{85D9210A-58FA-2577-ED84-3A7AC3C8612E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9" name="Google Shape;5253;p47">
                  <a:extLst>
                    <a:ext uri="{FF2B5EF4-FFF2-40B4-BE49-F238E27FC236}">
                      <a16:creationId xmlns:a16="http://schemas.microsoft.com/office/drawing/2014/main" id="{1BC51E82-0343-CA91-25EA-1A3518E83CD3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0" name="Google Shape;5254;p47">
                  <a:extLst>
                    <a:ext uri="{FF2B5EF4-FFF2-40B4-BE49-F238E27FC236}">
                      <a16:creationId xmlns:a16="http://schemas.microsoft.com/office/drawing/2014/main" id="{2844B969-FF7E-86F1-0C7B-EB70C714D82F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1" name="Google Shape;5255;p47">
                  <a:extLst>
                    <a:ext uri="{FF2B5EF4-FFF2-40B4-BE49-F238E27FC236}">
                      <a16:creationId xmlns:a16="http://schemas.microsoft.com/office/drawing/2014/main" id="{4B4870E7-AADD-99ED-8525-BDEAFE8574E3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2" name="Google Shape;5256;p47">
                  <a:extLst>
                    <a:ext uri="{FF2B5EF4-FFF2-40B4-BE49-F238E27FC236}">
                      <a16:creationId xmlns:a16="http://schemas.microsoft.com/office/drawing/2014/main" id="{4CADC430-E929-ED3E-8963-124094428914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3" name="Google Shape;5257;p47">
                  <a:extLst>
                    <a:ext uri="{FF2B5EF4-FFF2-40B4-BE49-F238E27FC236}">
                      <a16:creationId xmlns:a16="http://schemas.microsoft.com/office/drawing/2014/main" id="{8EEB5CD8-BD58-F3D7-BF1B-E7600249466D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4" name="Google Shape;5258;p47">
                  <a:extLst>
                    <a:ext uri="{FF2B5EF4-FFF2-40B4-BE49-F238E27FC236}">
                      <a16:creationId xmlns:a16="http://schemas.microsoft.com/office/drawing/2014/main" id="{1EA715AB-343F-3135-9935-0867112EDD37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5" name="Google Shape;5259;p47">
                  <a:extLst>
                    <a:ext uri="{FF2B5EF4-FFF2-40B4-BE49-F238E27FC236}">
                      <a16:creationId xmlns:a16="http://schemas.microsoft.com/office/drawing/2014/main" id="{6CA64D21-B708-D91C-9CF6-AF96AE1E5E3D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6" name="Google Shape;5260;p47">
                  <a:extLst>
                    <a:ext uri="{FF2B5EF4-FFF2-40B4-BE49-F238E27FC236}">
                      <a16:creationId xmlns:a16="http://schemas.microsoft.com/office/drawing/2014/main" id="{94E51DFF-018A-6F1C-C6D3-A4557DD73A7C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7" name="Google Shape;5261;p47">
                  <a:extLst>
                    <a:ext uri="{FF2B5EF4-FFF2-40B4-BE49-F238E27FC236}">
                      <a16:creationId xmlns:a16="http://schemas.microsoft.com/office/drawing/2014/main" id="{FC33BF30-7DE6-6C84-717C-758C8867EA44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8" name="Google Shape;5262;p47">
                  <a:extLst>
                    <a:ext uri="{FF2B5EF4-FFF2-40B4-BE49-F238E27FC236}">
                      <a16:creationId xmlns:a16="http://schemas.microsoft.com/office/drawing/2014/main" id="{8C27A1F5-E21A-3E4D-DD3B-D0131CF6A07B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9" name="Google Shape;5263;p47">
                  <a:extLst>
                    <a:ext uri="{FF2B5EF4-FFF2-40B4-BE49-F238E27FC236}">
                      <a16:creationId xmlns:a16="http://schemas.microsoft.com/office/drawing/2014/main" id="{2FDB4A8D-07DF-40FF-3823-4A639A4A50D5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0" name="Google Shape;5264;p47">
                  <a:extLst>
                    <a:ext uri="{FF2B5EF4-FFF2-40B4-BE49-F238E27FC236}">
                      <a16:creationId xmlns:a16="http://schemas.microsoft.com/office/drawing/2014/main" id="{5395B157-C10F-2121-C4EB-15AEAA69AB00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1" name="Google Shape;5265;p47">
                  <a:extLst>
                    <a:ext uri="{FF2B5EF4-FFF2-40B4-BE49-F238E27FC236}">
                      <a16:creationId xmlns:a16="http://schemas.microsoft.com/office/drawing/2014/main" id="{053F880A-F529-2FFB-8D9B-B7BB6DE6CB30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2" name="Google Shape;5266;p47">
                  <a:extLst>
                    <a:ext uri="{FF2B5EF4-FFF2-40B4-BE49-F238E27FC236}">
                      <a16:creationId xmlns:a16="http://schemas.microsoft.com/office/drawing/2014/main" id="{466B9476-E44D-A691-B3C5-BAC982B5860D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3" name="Google Shape;5267;p47">
                  <a:extLst>
                    <a:ext uri="{FF2B5EF4-FFF2-40B4-BE49-F238E27FC236}">
                      <a16:creationId xmlns:a16="http://schemas.microsoft.com/office/drawing/2014/main" id="{B96F4D93-7B29-7B7D-EBC7-39D6D23333DD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4" name="Google Shape;5268;p47">
                  <a:extLst>
                    <a:ext uri="{FF2B5EF4-FFF2-40B4-BE49-F238E27FC236}">
                      <a16:creationId xmlns:a16="http://schemas.microsoft.com/office/drawing/2014/main" id="{DEC18618-BBB6-883E-7490-5B409B129A5B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5" name="Google Shape;5269;p47">
                  <a:extLst>
                    <a:ext uri="{FF2B5EF4-FFF2-40B4-BE49-F238E27FC236}">
                      <a16:creationId xmlns:a16="http://schemas.microsoft.com/office/drawing/2014/main" id="{2507763B-0768-EAD2-93B5-0AEEF569FEC0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6" name="Google Shape;5270;p47">
                  <a:extLst>
                    <a:ext uri="{FF2B5EF4-FFF2-40B4-BE49-F238E27FC236}">
                      <a16:creationId xmlns:a16="http://schemas.microsoft.com/office/drawing/2014/main" id="{71F216B0-A1C7-A04D-84C4-926FE24B7398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7" name="Google Shape;5271;p47">
                  <a:extLst>
                    <a:ext uri="{FF2B5EF4-FFF2-40B4-BE49-F238E27FC236}">
                      <a16:creationId xmlns:a16="http://schemas.microsoft.com/office/drawing/2014/main" id="{91427C44-6ABB-BA84-7ADA-BB00C4B39097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8" name="Google Shape;5272;p47">
                  <a:extLst>
                    <a:ext uri="{FF2B5EF4-FFF2-40B4-BE49-F238E27FC236}">
                      <a16:creationId xmlns:a16="http://schemas.microsoft.com/office/drawing/2014/main" id="{35B236F8-1A72-41B0-65B1-BBBBDC3107A9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9" name="Google Shape;5273;p47">
                  <a:extLst>
                    <a:ext uri="{FF2B5EF4-FFF2-40B4-BE49-F238E27FC236}">
                      <a16:creationId xmlns:a16="http://schemas.microsoft.com/office/drawing/2014/main" id="{AB669C0D-7325-FF16-90A1-4FAC4750D6BB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0" name="Google Shape;5274;p47">
                  <a:extLst>
                    <a:ext uri="{FF2B5EF4-FFF2-40B4-BE49-F238E27FC236}">
                      <a16:creationId xmlns:a16="http://schemas.microsoft.com/office/drawing/2014/main" id="{B6EB1C6A-A383-3D1D-3E31-94FFF60205AC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1" name="Google Shape;5275;p47">
                  <a:extLst>
                    <a:ext uri="{FF2B5EF4-FFF2-40B4-BE49-F238E27FC236}">
                      <a16:creationId xmlns:a16="http://schemas.microsoft.com/office/drawing/2014/main" id="{533C78A7-CC04-A863-6109-93039BD7D125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2" name="Google Shape;5276;p47">
                  <a:extLst>
                    <a:ext uri="{FF2B5EF4-FFF2-40B4-BE49-F238E27FC236}">
                      <a16:creationId xmlns:a16="http://schemas.microsoft.com/office/drawing/2014/main" id="{ADEF76FC-C738-F272-21B4-039C8D2D2595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3" name="Google Shape;5277;p47">
                  <a:extLst>
                    <a:ext uri="{FF2B5EF4-FFF2-40B4-BE49-F238E27FC236}">
                      <a16:creationId xmlns:a16="http://schemas.microsoft.com/office/drawing/2014/main" id="{4915D0F2-7786-D3DB-6A3F-4EB29FD0567E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4" name="Google Shape;5278;p47">
                  <a:extLst>
                    <a:ext uri="{FF2B5EF4-FFF2-40B4-BE49-F238E27FC236}">
                      <a16:creationId xmlns:a16="http://schemas.microsoft.com/office/drawing/2014/main" id="{5EEA664A-BE60-680A-FFC3-4F53969E39DB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5" name="Google Shape;5279;p47">
                  <a:extLst>
                    <a:ext uri="{FF2B5EF4-FFF2-40B4-BE49-F238E27FC236}">
                      <a16:creationId xmlns:a16="http://schemas.microsoft.com/office/drawing/2014/main" id="{4E22F564-B5D6-2F2D-67DA-93979C6180B6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6" name="Google Shape;5280;p47">
                  <a:extLst>
                    <a:ext uri="{FF2B5EF4-FFF2-40B4-BE49-F238E27FC236}">
                      <a16:creationId xmlns:a16="http://schemas.microsoft.com/office/drawing/2014/main" id="{107AAAB4-5040-FA6D-9A47-7277C7297E48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7" name="Google Shape;5281;p47">
                  <a:extLst>
                    <a:ext uri="{FF2B5EF4-FFF2-40B4-BE49-F238E27FC236}">
                      <a16:creationId xmlns:a16="http://schemas.microsoft.com/office/drawing/2014/main" id="{2CB12EFD-2FC9-0BB6-AB71-67CBBDC893EE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8" name="Google Shape;5282;p47">
                  <a:extLst>
                    <a:ext uri="{FF2B5EF4-FFF2-40B4-BE49-F238E27FC236}">
                      <a16:creationId xmlns:a16="http://schemas.microsoft.com/office/drawing/2014/main" id="{2134F20A-1291-465D-C1CA-23B08F5F3102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9" name="Google Shape;5283;p47">
                  <a:extLst>
                    <a:ext uri="{FF2B5EF4-FFF2-40B4-BE49-F238E27FC236}">
                      <a16:creationId xmlns:a16="http://schemas.microsoft.com/office/drawing/2014/main" id="{B867BA4E-B23A-534D-F3FB-F3E45EFF28C8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0" name="Google Shape;5284;p47">
                  <a:extLst>
                    <a:ext uri="{FF2B5EF4-FFF2-40B4-BE49-F238E27FC236}">
                      <a16:creationId xmlns:a16="http://schemas.microsoft.com/office/drawing/2014/main" id="{725A310E-3AFD-1D32-894B-E1B5ED6A01DE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1" name="Google Shape;5285;p47">
                  <a:extLst>
                    <a:ext uri="{FF2B5EF4-FFF2-40B4-BE49-F238E27FC236}">
                      <a16:creationId xmlns:a16="http://schemas.microsoft.com/office/drawing/2014/main" id="{551A5713-755F-579A-498C-B5CE578BE473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2" name="Google Shape;5286;p47">
                  <a:extLst>
                    <a:ext uri="{FF2B5EF4-FFF2-40B4-BE49-F238E27FC236}">
                      <a16:creationId xmlns:a16="http://schemas.microsoft.com/office/drawing/2014/main" id="{22B028A2-9061-88BE-1E3D-79846A14C798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3" name="Google Shape;5287;p47">
                  <a:extLst>
                    <a:ext uri="{FF2B5EF4-FFF2-40B4-BE49-F238E27FC236}">
                      <a16:creationId xmlns:a16="http://schemas.microsoft.com/office/drawing/2014/main" id="{2A34AEA2-6722-1B98-880C-BB29B18A918B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4" name="Google Shape;5288;p47">
                  <a:extLst>
                    <a:ext uri="{FF2B5EF4-FFF2-40B4-BE49-F238E27FC236}">
                      <a16:creationId xmlns:a16="http://schemas.microsoft.com/office/drawing/2014/main" id="{5EED71E5-4246-77CE-4FAB-77A234DED15E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5" name="Google Shape;5289;p47">
                  <a:extLst>
                    <a:ext uri="{FF2B5EF4-FFF2-40B4-BE49-F238E27FC236}">
                      <a16:creationId xmlns:a16="http://schemas.microsoft.com/office/drawing/2014/main" id="{FBEAA167-C4F4-7ECF-A42A-D9D5EBD3C271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6" name="Google Shape;5290;p47">
                  <a:extLst>
                    <a:ext uri="{FF2B5EF4-FFF2-40B4-BE49-F238E27FC236}">
                      <a16:creationId xmlns:a16="http://schemas.microsoft.com/office/drawing/2014/main" id="{6A01C306-E3B4-7086-4A89-85997C82B099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7" name="Google Shape;5291;p47">
                  <a:extLst>
                    <a:ext uri="{FF2B5EF4-FFF2-40B4-BE49-F238E27FC236}">
                      <a16:creationId xmlns:a16="http://schemas.microsoft.com/office/drawing/2014/main" id="{C92CCF1E-845E-0D14-9A80-2BDBF89EB11D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8" name="Google Shape;5292;p47">
                  <a:extLst>
                    <a:ext uri="{FF2B5EF4-FFF2-40B4-BE49-F238E27FC236}">
                      <a16:creationId xmlns:a16="http://schemas.microsoft.com/office/drawing/2014/main" id="{9348064E-8CE8-4E13-8BCC-CBC8E759F9C9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9" name="Google Shape;5293;p47">
                  <a:extLst>
                    <a:ext uri="{FF2B5EF4-FFF2-40B4-BE49-F238E27FC236}">
                      <a16:creationId xmlns:a16="http://schemas.microsoft.com/office/drawing/2014/main" id="{C8C29EA2-7447-17CB-6664-AC9FDB95F519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0" name="Google Shape;5294;p47">
                  <a:extLst>
                    <a:ext uri="{FF2B5EF4-FFF2-40B4-BE49-F238E27FC236}">
                      <a16:creationId xmlns:a16="http://schemas.microsoft.com/office/drawing/2014/main" id="{1931E8C9-1E0E-834B-EEE6-F14CBE3923E1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1" name="Google Shape;5295;p47">
                  <a:extLst>
                    <a:ext uri="{FF2B5EF4-FFF2-40B4-BE49-F238E27FC236}">
                      <a16:creationId xmlns:a16="http://schemas.microsoft.com/office/drawing/2014/main" id="{A4EECAB3-A1B7-62AC-1D19-E798A7AFE235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2" name="Google Shape;5296;p47">
                  <a:extLst>
                    <a:ext uri="{FF2B5EF4-FFF2-40B4-BE49-F238E27FC236}">
                      <a16:creationId xmlns:a16="http://schemas.microsoft.com/office/drawing/2014/main" id="{CBCA5260-7A39-62B8-D538-46AD79A57577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3" name="Google Shape;5297;p47">
                  <a:extLst>
                    <a:ext uri="{FF2B5EF4-FFF2-40B4-BE49-F238E27FC236}">
                      <a16:creationId xmlns:a16="http://schemas.microsoft.com/office/drawing/2014/main" id="{ABCB9745-A942-3B40-1746-5C7E2D46B64F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4" name="Google Shape;5298;p47">
                  <a:extLst>
                    <a:ext uri="{FF2B5EF4-FFF2-40B4-BE49-F238E27FC236}">
                      <a16:creationId xmlns:a16="http://schemas.microsoft.com/office/drawing/2014/main" id="{1AFD8A5A-1674-8453-38FD-67DFC0D33946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5" name="Google Shape;5299;p47">
                  <a:extLst>
                    <a:ext uri="{FF2B5EF4-FFF2-40B4-BE49-F238E27FC236}">
                      <a16:creationId xmlns:a16="http://schemas.microsoft.com/office/drawing/2014/main" id="{0B97A0E4-7565-2961-094E-B84435258EEF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6" name="Google Shape;5300;p47">
                  <a:extLst>
                    <a:ext uri="{FF2B5EF4-FFF2-40B4-BE49-F238E27FC236}">
                      <a16:creationId xmlns:a16="http://schemas.microsoft.com/office/drawing/2014/main" id="{FF73C5D6-3CB0-087F-54B0-59241818523C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7" name="Google Shape;5301;p47">
                  <a:extLst>
                    <a:ext uri="{FF2B5EF4-FFF2-40B4-BE49-F238E27FC236}">
                      <a16:creationId xmlns:a16="http://schemas.microsoft.com/office/drawing/2014/main" id="{AC524832-89C7-CF95-AC12-78B833A59643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8" name="Google Shape;5302;p47">
                  <a:extLst>
                    <a:ext uri="{FF2B5EF4-FFF2-40B4-BE49-F238E27FC236}">
                      <a16:creationId xmlns:a16="http://schemas.microsoft.com/office/drawing/2014/main" id="{764F8D30-BCFB-DFBB-B8AF-2EDFA086229D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9" name="Google Shape;5303;p47">
                  <a:extLst>
                    <a:ext uri="{FF2B5EF4-FFF2-40B4-BE49-F238E27FC236}">
                      <a16:creationId xmlns:a16="http://schemas.microsoft.com/office/drawing/2014/main" id="{FDCB9867-009A-0505-3A61-E26502C16256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0" name="Google Shape;5304;p47">
                  <a:extLst>
                    <a:ext uri="{FF2B5EF4-FFF2-40B4-BE49-F238E27FC236}">
                      <a16:creationId xmlns:a16="http://schemas.microsoft.com/office/drawing/2014/main" id="{A859F8DB-5D6C-0B5F-C3C8-8CC8BAD9D9F6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1" name="Google Shape;5305;p47">
                  <a:extLst>
                    <a:ext uri="{FF2B5EF4-FFF2-40B4-BE49-F238E27FC236}">
                      <a16:creationId xmlns:a16="http://schemas.microsoft.com/office/drawing/2014/main" id="{4E35CBF3-889A-E3A7-452F-3A4F5B721FAE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2" name="Google Shape;5306;p47">
                  <a:extLst>
                    <a:ext uri="{FF2B5EF4-FFF2-40B4-BE49-F238E27FC236}">
                      <a16:creationId xmlns:a16="http://schemas.microsoft.com/office/drawing/2014/main" id="{E6CC7149-193F-4740-B81E-609FE52C942F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3" name="Google Shape;5307;p47">
                  <a:extLst>
                    <a:ext uri="{FF2B5EF4-FFF2-40B4-BE49-F238E27FC236}">
                      <a16:creationId xmlns:a16="http://schemas.microsoft.com/office/drawing/2014/main" id="{1DBA7D1C-FF87-805C-87EF-2CF62014394E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4" name="Google Shape;5308;p47">
                  <a:extLst>
                    <a:ext uri="{FF2B5EF4-FFF2-40B4-BE49-F238E27FC236}">
                      <a16:creationId xmlns:a16="http://schemas.microsoft.com/office/drawing/2014/main" id="{2C800CDC-9450-2133-629A-AB0B7897F00E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5" name="Google Shape;5309;p47">
                  <a:extLst>
                    <a:ext uri="{FF2B5EF4-FFF2-40B4-BE49-F238E27FC236}">
                      <a16:creationId xmlns:a16="http://schemas.microsoft.com/office/drawing/2014/main" id="{810F5172-739A-FDD4-48C5-A5A3EE25F4E7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6" name="Google Shape;5310;p47">
                  <a:extLst>
                    <a:ext uri="{FF2B5EF4-FFF2-40B4-BE49-F238E27FC236}">
                      <a16:creationId xmlns:a16="http://schemas.microsoft.com/office/drawing/2014/main" id="{F152E99A-AA12-2AF8-35CB-C635A13E2043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7" name="Google Shape;5311;p47">
                  <a:extLst>
                    <a:ext uri="{FF2B5EF4-FFF2-40B4-BE49-F238E27FC236}">
                      <a16:creationId xmlns:a16="http://schemas.microsoft.com/office/drawing/2014/main" id="{87DAF090-54EF-AD45-B411-86C845E5750E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8" name="Google Shape;5312;p47">
                  <a:extLst>
                    <a:ext uri="{FF2B5EF4-FFF2-40B4-BE49-F238E27FC236}">
                      <a16:creationId xmlns:a16="http://schemas.microsoft.com/office/drawing/2014/main" id="{7831F2F2-664C-C5B8-1FE0-527D27E32661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9" name="Google Shape;5313;p47">
                  <a:extLst>
                    <a:ext uri="{FF2B5EF4-FFF2-40B4-BE49-F238E27FC236}">
                      <a16:creationId xmlns:a16="http://schemas.microsoft.com/office/drawing/2014/main" id="{A20BCFC6-9AD4-520A-89F6-4C70AADEC7C0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0" name="Google Shape;5314;p47">
                  <a:extLst>
                    <a:ext uri="{FF2B5EF4-FFF2-40B4-BE49-F238E27FC236}">
                      <a16:creationId xmlns:a16="http://schemas.microsoft.com/office/drawing/2014/main" id="{20BE5317-972E-B333-8AB5-AD7934BDEB62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1" name="Google Shape;5315;p47">
                  <a:extLst>
                    <a:ext uri="{FF2B5EF4-FFF2-40B4-BE49-F238E27FC236}">
                      <a16:creationId xmlns:a16="http://schemas.microsoft.com/office/drawing/2014/main" id="{35053B5A-A82A-EB98-4E8D-1E662538AB47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2" name="Google Shape;5316;p47">
                  <a:extLst>
                    <a:ext uri="{FF2B5EF4-FFF2-40B4-BE49-F238E27FC236}">
                      <a16:creationId xmlns:a16="http://schemas.microsoft.com/office/drawing/2014/main" id="{32135716-4D65-9E58-63F7-EF722B592862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3" name="Google Shape;5317;p47">
                  <a:extLst>
                    <a:ext uri="{FF2B5EF4-FFF2-40B4-BE49-F238E27FC236}">
                      <a16:creationId xmlns:a16="http://schemas.microsoft.com/office/drawing/2014/main" id="{8F8AEE2E-EBA9-43F1-9FF6-000EF4BAECC5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4" name="Google Shape;5318;p47">
                  <a:extLst>
                    <a:ext uri="{FF2B5EF4-FFF2-40B4-BE49-F238E27FC236}">
                      <a16:creationId xmlns:a16="http://schemas.microsoft.com/office/drawing/2014/main" id="{AC55F8C6-CA88-D126-23AE-91F6CDB51FA8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5" name="Google Shape;5319;p47">
                  <a:extLst>
                    <a:ext uri="{FF2B5EF4-FFF2-40B4-BE49-F238E27FC236}">
                      <a16:creationId xmlns:a16="http://schemas.microsoft.com/office/drawing/2014/main" id="{96E2EF3E-6DC9-B382-0B61-5EFC0286E416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6" name="Google Shape;5320;p47">
                  <a:extLst>
                    <a:ext uri="{FF2B5EF4-FFF2-40B4-BE49-F238E27FC236}">
                      <a16:creationId xmlns:a16="http://schemas.microsoft.com/office/drawing/2014/main" id="{B33FE22C-4FAE-A8F1-611F-B038B0D1E8F0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7" name="Google Shape;5321;p47">
                  <a:extLst>
                    <a:ext uri="{FF2B5EF4-FFF2-40B4-BE49-F238E27FC236}">
                      <a16:creationId xmlns:a16="http://schemas.microsoft.com/office/drawing/2014/main" id="{C6A8AEE0-2BEF-D9D4-ACDB-C644983994AE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8" name="Google Shape;5322;p47">
                  <a:extLst>
                    <a:ext uri="{FF2B5EF4-FFF2-40B4-BE49-F238E27FC236}">
                      <a16:creationId xmlns:a16="http://schemas.microsoft.com/office/drawing/2014/main" id="{A8295AA8-3AAD-A4FD-29AB-5DF86CE4CE03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9" name="Google Shape;5323;p47">
                  <a:extLst>
                    <a:ext uri="{FF2B5EF4-FFF2-40B4-BE49-F238E27FC236}">
                      <a16:creationId xmlns:a16="http://schemas.microsoft.com/office/drawing/2014/main" id="{5A23C774-92E3-3AA7-0CC2-8C6BC40349CE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0" name="Google Shape;5324;p47">
                  <a:extLst>
                    <a:ext uri="{FF2B5EF4-FFF2-40B4-BE49-F238E27FC236}">
                      <a16:creationId xmlns:a16="http://schemas.microsoft.com/office/drawing/2014/main" id="{043DBB81-CAA9-A31B-2316-3FB47CBE7CE7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1" name="Google Shape;5325;p47">
                  <a:extLst>
                    <a:ext uri="{FF2B5EF4-FFF2-40B4-BE49-F238E27FC236}">
                      <a16:creationId xmlns:a16="http://schemas.microsoft.com/office/drawing/2014/main" id="{03601B04-B138-C6D7-EF81-6E821C0C4F81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2" name="Google Shape;5326;p47">
                  <a:extLst>
                    <a:ext uri="{FF2B5EF4-FFF2-40B4-BE49-F238E27FC236}">
                      <a16:creationId xmlns:a16="http://schemas.microsoft.com/office/drawing/2014/main" id="{A74FA737-358E-0620-90A5-39F0BEADCA76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3" name="Google Shape;5327;p47">
                  <a:extLst>
                    <a:ext uri="{FF2B5EF4-FFF2-40B4-BE49-F238E27FC236}">
                      <a16:creationId xmlns:a16="http://schemas.microsoft.com/office/drawing/2014/main" id="{F3899B29-5FBA-B239-106C-0E80AD6F1AAB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4" name="Google Shape;5328;p47">
                  <a:extLst>
                    <a:ext uri="{FF2B5EF4-FFF2-40B4-BE49-F238E27FC236}">
                      <a16:creationId xmlns:a16="http://schemas.microsoft.com/office/drawing/2014/main" id="{74379FB1-63F1-25A0-FF25-276EF5E6E72B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5" name="Google Shape;5329;p47">
                  <a:extLst>
                    <a:ext uri="{FF2B5EF4-FFF2-40B4-BE49-F238E27FC236}">
                      <a16:creationId xmlns:a16="http://schemas.microsoft.com/office/drawing/2014/main" id="{8399C3B4-1F6E-973E-26F1-6B49BA152409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6" name="Google Shape;5330;p47">
                  <a:extLst>
                    <a:ext uri="{FF2B5EF4-FFF2-40B4-BE49-F238E27FC236}">
                      <a16:creationId xmlns:a16="http://schemas.microsoft.com/office/drawing/2014/main" id="{55B67442-E3C2-E173-E1C4-4EA989CC434E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7" name="Google Shape;5331;p47">
                  <a:extLst>
                    <a:ext uri="{FF2B5EF4-FFF2-40B4-BE49-F238E27FC236}">
                      <a16:creationId xmlns:a16="http://schemas.microsoft.com/office/drawing/2014/main" id="{CDFDF550-AA55-5B9D-5EC2-122A1EDB7668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8" name="Google Shape;5332;p47">
                  <a:extLst>
                    <a:ext uri="{FF2B5EF4-FFF2-40B4-BE49-F238E27FC236}">
                      <a16:creationId xmlns:a16="http://schemas.microsoft.com/office/drawing/2014/main" id="{D17D8912-FEDB-F210-0ECB-F0B1CE258647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9" name="Google Shape;5333;p47">
                  <a:extLst>
                    <a:ext uri="{FF2B5EF4-FFF2-40B4-BE49-F238E27FC236}">
                      <a16:creationId xmlns:a16="http://schemas.microsoft.com/office/drawing/2014/main" id="{3987F845-577B-9549-57DC-66F4A969BE8D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0" name="Google Shape;5334;p47">
                  <a:extLst>
                    <a:ext uri="{FF2B5EF4-FFF2-40B4-BE49-F238E27FC236}">
                      <a16:creationId xmlns:a16="http://schemas.microsoft.com/office/drawing/2014/main" id="{2EDBE4F2-D638-4D0D-8701-BB2589372A45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1" name="Google Shape;5335;p47">
                  <a:extLst>
                    <a:ext uri="{FF2B5EF4-FFF2-40B4-BE49-F238E27FC236}">
                      <a16:creationId xmlns:a16="http://schemas.microsoft.com/office/drawing/2014/main" id="{E5B07EB9-A4B3-9A17-1CD7-6349B0685165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2" name="Google Shape;5336;p47">
                  <a:extLst>
                    <a:ext uri="{FF2B5EF4-FFF2-40B4-BE49-F238E27FC236}">
                      <a16:creationId xmlns:a16="http://schemas.microsoft.com/office/drawing/2014/main" id="{7EAEF3C5-E3C8-41C8-471C-FE5B3E409426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3" name="Google Shape;5337;p47">
                  <a:extLst>
                    <a:ext uri="{FF2B5EF4-FFF2-40B4-BE49-F238E27FC236}">
                      <a16:creationId xmlns:a16="http://schemas.microsoft.com/office/drawing/2014/main" id="{AB876F28-8AA0-D31B-7592-6EC880942ECE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4" name="Google Shape;5338;p47">
                  <a:extLst>
                    <a:ext uri="{FF2B5EF4-FFF2-40B4-BE49-F238E27FC236}">
                      <a16:creationId xmlns:a16="http://schemas.microsoft.com/office/drawing/2014/main" id="{8A72F504-1121-715E-9270-75215B7D87BD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5" name="Google Shape;5339;p47">
                  <a:extLst>
                    <a:ext uri="{FF2B5EF4-FFF2-40B4-BE49-F238E27FC236}">
                      <a16:creationId xmlns:a16="http://schemas.microsoft.com/office/drawing/2014/main" id="{C6EB33F6-A839-50E8-48CA-DC680768E847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6" name="Google Shape;5340;p47">
                  <a:extLst>
                    <a:ext uri="{FF2B5EF4-FFF2-40B4-BE49-F238E27FC236}">
                      <a16:creationId xmlns:a16="http://schemas.microsoft.com/office/drawing/2014/main" id="{5BD35646-F266-7B71-A6FC-E8116F1042A4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7" name="Google Shape;5341;p47">
                  <a:extLst>
                    <a:ext uri="{FF2B5EF4-FFF2-40B4-BE49-F238E27FC236}">
                      <a16:creationId xmlns:a16="http://schemas.microsoft.com/office/drawing/2014/main" id="{129CD18A-21D1-61A7-066B-95EA9CE7C41F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8" name="Google Shape;5342;p47">
                  <a:extLst>
                    <a:ext uri="{FF2B5EF4-FFF2-40B4-BE49-F238E27FC236}">
                      <a16:creationId xmlns:a16="http://schemas.microsoft.com/office/drawing/2014/main" id="{1A92B454-4C64-AF03-3495-AAB237592A59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9" name="Google Shape;5343;p47">
                  <a:extLst>
                    <a:ext uri="{FF2B5EF4-FFF2-40B4-BE49-F238E27FC236}">
                      <a16:creationId xmlns:a16="http://schemas.microsoft.com/office/drawing/2014/main" id="{AF63EF59-4E79-95EC-A985-B21522E1F78E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0" name="Google Shape;5344;p47">
                  <a:extLst>
                    <a:ext uri="{FF2B5EF4-FFF2-40B4-BE49-F238E27FC236}">
                      <a16:creationId xmlns:a16="http://schemas.microsoft.com/office/drawing/2014/main" id="{7F6BBE6D-A687-DFAF-2EE3-33CA9FA7FBBC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1" name="Google Shape;5345;p47">
                  <a:extLst>
                    <a:ext uri="{FF2B5EF4-FFF2-40B4-BE49-F238E27FC236}">
                      <a16:creationId xmlns:a16="http://schemas.microsoft.com/office/drawing/2014/main" id="{0667D290-B0A4-90BF-8B08-9A679C387201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2" name="Google Shape;5346;p47">
                  <a:extLst>
                    <a:ext uri="{FF2B5EF4-FFF2-40B4-BE49-F238E27FC236}">
                      <a16:creationId xmlns:a16="http://schemas.microsoft.com/office/drawing/2014/main" id="{A96AFF3B-503E-EE70-138C-68F121F3EEE8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3" name="Google Shape;5347;p47">
                  <a:extLst>
                    <a:ext uri="{FF2B5EF4-FFF2-40B4-BE49-F238E27FC236}">
                      <a16:creationId xmlns:a16="http://schemas.microsoft.com/office/drawing/2014/main" id="{89463D70-DBD3-DF86-8EFA-27EA16E1BC1D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4" name="Google Shape;5348;p47">
                  <a:extLst>
                    <a:ext uri="{FF2B5EF4-FFF2-40B4-BE49-F238E27FC236}">
                      <a16:creationId xmlns:a16="http://schemas.microsoft.com/office/drawing/2014/main" id="{7A8A527A-C51F-2D26-4A50-9751C38FB59C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5" name="Google Shape;5349;p47">
                  <a:extLst>
                    <a:ext uri="{FF2B5EF4-FFF2-40B4-BE49-F238E27FC236}">
                      <a16:creationId xmlns:a16="http://schemas.microsoft.com/office/drawing/2014/main" id="{BA529F91-1D83-F78C-19C4-ADE3DA380B08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6" name="Google Shape;5350;p47">
                  <a:extLst>
                    <a:ext uri="{FF2B5EF4-FFF2-40B4-BE49-F238E27FC236}">
                      <a16:creationId xmlns:a16="http://schemas.microsoft.com/office/drawing/2014/main" id="{7535F6C6-845A-63D9-DCF1-34873B379B30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7" name="Google Shape;5351;p47">
                  <a:extLst>
                    <a:ext uri="{FF2B5EF4-FFF2-40B4-BE49-F238E27FC236}">
                      <a16:creationId xmlns:a16="http://schemas.microsoft.com/office/drawing/2014/main" id="{4F4AEB04-67BF-52D8-7C42-F13D7C745AB7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8" name="Google Shape;5352;p47">
                  <a:extLst>
                    <a:ext uri="{FF2B5EF4-FFF2-40B4-BE49-F238E27FC236}">
                      <a16:creationId xmlns:a16="http://schemas.microsoft.com/office/drawing/2014/main" id="{11237228-8408-720A-1AC2-9732424BACB9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9" name="Google Shape;5353;p47">
                  <a:extLst>
                    <a:ext uri="{FF2B5EF4-FFF2-40B4-BE49-F238E27FC236}">
                      <a16:creationId xmlns:a16="http://schemas.microsoft.com/office/drawing/2014/main" id="{F9977210-F285-0767-17AF-3A1C1BF47219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0" name="Google Shape;5354;p47">
                  <a:extLst>
                    <a:ext uri="{FF2B5EF4-FFF2-40B4-BE49-F238E27FC236}">
                      <a16:creationId xmlns:a16="http://schemas.microsoft.com/office/drawing/2014/main" id="{A9B9E8CE-DC28-F382-A03E-91AE32C70168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1" name="Google Shape;5355;p47">
                  <a:extLst>
                    <a:ext uri="{FF2B5EF4-FFF2-40B4-BE49-F238E27FC236}">
                      <a16:creationId xmlns:a16="http://schemas.microsoft.com/office/drawing/2014/main" id="{29776B0F-6BC1-03FE-E4D6-74FA4B955156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2" name="Google Shape;5356;p47">
                  <a:extLst>
                    <a:ext uri="{FF2B5EF4-FFF2-40B4-BE49-F238E27FC236}">
                      <a16:creationId xmlns:a16="http://schemas.microsoft.com/office/drawing/2014/main" id="{3B6727D7-A0D8-BC4A-C6E8-F65D4BDCF88F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3" name="Google Shape;5357;p47">
                  <a:extLst>
                    <a:ext uri="{FF2B5EF4-FFF2-40B4-BE49-F238E27FC236}">
                      <a16:creationId xmlns:a16="http://schemas.microsoft.com/office/drawing/2014/main" id="{F2C0B39C-5CFC-3619-58D7-43EBF1CC33C3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4" name="Google Shape;5358;p47">
                  <a:extLst>
                    <a:ext uri="{FF2B5EF4-FFF2-40B4-BE49-F238E27FC236}">
                      <a16:creationId xmlns:a16="http://schemas.microsoft.com/office/drawing/2014/main" id="{15B137A9-EB9B-B9FD-988F-D2E18FCB8AB5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5" name="Google Shape;5359;p47">
                  <a:extLst>
                    <a:ext uri="{FF2B5EF4-FFF2-40B4-BE49-F238E27FC236}">
                      <a16:creationId xmlns:a16="http://schemas.microsoft.com/office/drawing/2014/main" id="{140700A3-CDC6-2CD1-F17F-E3185A69C99C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6" name="Google Shape;5360;p47">
                  <a:extLst>
                    <a:ext uri="{FF2B5EF4-FFF2-40B4-BE49-F238E27FC236}">
                      <a16:creationId xmlns:a16="http://schemas.microsoft.com/office/drawing/2014/main" id="{4A1D3019-2CF9-EEB5-B724-F2FADB66A1F6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7" name="Google Shape;5361;p47">
                  <a:extLst>
                    <a:ext uri="{FF2B5EF4-FFF2-40B4-BE49-F238E27FC236}">
                      <a16:creationId xmlns:a16="http://schemas.microsoft.com/office/drawing/2014/main" id="{AD58C095-DD86-4702-2264-21D0452648C3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8" name="Google Shape;5362;p47">
                  <a:extLst>
                    <a:ext uri="{FF2B5EF4-FFF2-40B4-BE49-F238E27FC236}">
                      <a16:creationId xmlns:a16="http://schemas.microsoft.com/office/drawing/2014/main" id="{ACC3A063-C628-3B6C-FD80-F17648BBA224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9" name="Google Shape;5363;p47">
                  <a:extLst>
                    <a:ext uri="{FF2B5EF4-FFF2-40B4-BE49-F238E27FC236}">
                      <a16:creationId xmlns:a16="http://schemas.microsoft.com/office/drawing/2014/main" id="{2BA488C4-8FE1-B217-429E-224CBA63733B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0" name="Google Shape;5364;p47">
                  <a:extLst>
                    <a:ext uri="{FF2B5EF4-FFF2-40B4-BE49-F238E27FC236}">
                      <a16:creationId xmlns:a16="http://schemas.microsoft.com/office/drawing/2014/main" id="{EFA96A26-F6F7-D4F1-D3C9-FD6704016039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1" name="Google Shape;5365;p47">
                  <a:extLst>
                    <a:ext uri="{FF2B5EF4-FFF2-40B4-BE49-F238E27FC236}">
                      <a16:creationId xmlns:a16="http://schemas.microsoft.com/office/drawing/2014/main" id="{107F8C02-82FC-269F-2E75-F53B3E188754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2" name="Google Shape;5366;p47">
                  <a:extLst>
                    <a:ext uri="{FF2B5EF4-FFF2-40B4-BE49-F238E27FC236}">
                      <a16:creationId xmlns:a16="http://schemas.microsoft.com/office/drawing/2014/main" id="{D37CC030-D69D-8BFE-44F4-78F77E9146A8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3" name="Google Shape;5367;p47">
                  <a:extLst>
                    <a:ext uri="{FF2B5EF4-FFF2-40B4-BE49-F238E27FC236}">
                      <a16:creationId xmlns:a16="http://schemas.microsoft.com/office/drawing/2014/main" id="{5D3456E4-BD0D-E295-1B49-DCF277D9201F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4" name="Google Shape;5368;p47">
                  <a:extLst>
                    <a:ext uri="{FF2B5EF4-FFF2-40B4-BE49-F238E27FC236}">
                      <a16:creationId xmlns:a16="http://schemas.microsoft.com/office/drawing/2014/main" id="{B89D81E1-DADC-67D3-9E07-26A9ED5ADA00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5" name="Google Shape;5369;p47">
                  <a:extLst>
                    <a:ext uri="{FF2B5EF4-FFF2-40B4-BE49-F238E27FC236}">
                      <a16:creationId xmlns:a16="http://schemas.microsoft.com/office/drawing/2014/main" id="{2FBB74FC-050B-71CB-0BE1-7E122C22F3AD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6" name="Google Shape;5370;p47">
                  <a:extLst>
                    <a:ext uri="{FF2B5EF4-FFF2-40B4-BE49-F238E27FC236}">
                      <a16:creationId xmlns:a16="http://schemas.microsoft.com/office/drawing/2014/main" id="{0CE8CD58-ECF5-7D14-7BBD-23F0C84A8F23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7" name="Google Shape;5371;p47">
                  <a:extLst>
                    <a:ext uri="{FF2B5EF4-FFF2-40B4-BE49-F238E27FC236}">
                      <a16:creationId xmlns:a16="http://schemas.microsoft.com/office/drawing/2014/main" id="{FAD4B4A9-1D7B-6105-6374-9759E9F07942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8" name="Google Shape;5372;p47">
                  <a:extLst>
                    <a:ext uri="{FF2B5EF4-FFF2-40B4-BE49-F238E27FC236}">
                      <a16:creationId xmlns:a16="http://schemas.microsoft.com/office/drawing/2014/main" id="{1371A141-F0FF-AA0E-8C54-0164D1C68AA6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9" name="Google Shape;5373;p47">
                  <a:extLst>
                    <a:ext uri="{FF2B5EF4-FFF2-40B4-BE49-F238E27FC236}">
                      <a16:creationId xmlns:a16="http://schemas.microsoft.com/office/drawing/2014/main" id="{B8052581-024B-0F3D-8DE0-395A409E76E7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0" name="Google Shape;5374;p47">
                  <a:extLst>
                    <a:ext uri="{FF2B5EF4-FFF2-40B4-BE49-F238E27FC236}">
                      <a16:creationId xmlns:a16="http://schemas.microsoft.com/office/drawing/2014/main" id="{28145762-BC15-F1BF-FD9A-E2ECF3579BD8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1" name="Google Shape;5375;p47">
                  <a:extLst>
                    <a:ext uri="{FF2B5EF4-FFF2-40B4-BE49-F238E27FC236}">
                      <a16:creationId xmlns:a16="http://schemas.microsoft.com/office/drawing/2014/main" id="{3B91DA25-94AD-B609-4C0D-6EA83E7D3052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2" name="Google Shape;5376;p47">
                  <a:extLst>
                    <a:ext uri="{FF2B5EF4-FFF2-40B4-BE49-F238E27FC236}">
                      <a16:creationId xmlns:a16="http://schemas.microsoft.com/office/drawing/2014/main" id="{D99CF874-55FA-5E66-0AAC-1E64B6349529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3" name="Google Shape;5377;p47">
                  <a:extLst>
                    <a:ext uri="{FF2B5EF4-FFF2-40B4-BE49-F238E27FC236}">
                      <a16:creationId xmlns:a16="http://schemas.microsoft.com/office/drawing/2014/main" id="{3C170F45-895E-935D-6B0E-6496AD18BD40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4" name="Google Shape;5378;p47">
                  <a:extLst>
                    <a:ext uri="{FF2B5EF4-FFF2-40B4-BE49-F238E27FC236}">
                      <a16:creationId xmlns:a16="http://schemas.microsoft.com/office/drawing/2014/main" id="{BC65B50F-486B-074D-24E8-3E4447B838AD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5" name="Google Shape;5379;p47">
                  <a:extLst>
                    <a:ext uri="{FF2B5EF4-FFF2-40B4-BE49-F238E27FC236}">
                      <a16:creationId xmlns:a16="http://schemas.microsoft.com/office/drawing/2014/main" id="{8FA61814-4D39-4774-479C-6D3FF65AB5F1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6" name="Google Shape;5380;p47">
                  <a:extLst>
                    <a:ext uri="{FF2B5EF4-FFF2-40B4-BE49-F238E27FC236}">
                      <a16:creationId xmlns:a16="http://schemas.microsoft.com/office/drawing/2014/main" id="{4B784C66-ADD3-E668-E55A-8572E568F75F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7" name="Google Shape;5381;p47">
                  <a:extLst>
                    <a:ext uri="{FF2B5EF4-FFF2-40B4-BE49-F238E27FC236}">
                      <a16:creationId xmlns:a16="http://schemas.microsoft.com/office/drawing/2014/main" id="{F459468D-1A8C-E3C2-8730-9D82277F8790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8" name="Google Shape;5382;p47">
                  <a:extLst>
                    <a:ext uri="{FF2B5EF4-FFF2-40B4-BE49-F238E27FC236}">
                      <a16:creationId xmlns:a16="http://schemas.microsoft.com/office/drawing/2014/main" id="{D3C0875F-CBD4-2742-0B2D-E1103FD2E585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9" name="Google Shape;5383;p47">
                  <a:extLst>
                    <a:ext uri="{FF2B5EF4-FFF2-40B4-BE49-F238E27FC236}">
                      <a16:creationId xmlns:a16="http://schemas.microsoft.com/office/drawing/2014/main" id="{472CE11C-8ED7-9385-FD1E-2644CB63C8E8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0" name="Google Shape;5384;p47">
                  <a:extLst>
                    <a:ext uri="{FF2B5EF4-FFF2-40B4-BE49-F238E27FC236}">
                      <a16:creationId xmlns:a16="http://schemas.microsoft.com/office/drawing/2014/main" id="{32A70D9E-C019-F478-1CCD-032DE23AFD28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1" name="Google Shape;5385;p47">
                  <a:extLst>
                    <a:ext uri="{FF2B5EF4-FFF2-40B4-BE49-F238E27FC236}">
                      <a16:creationId xmlns:a16="http://schemas.microsoft.com/office/drawing/2014/main" id="{5FDB00BE-B34F-0952-E148-F6F254F6C0DA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2" name="Google Shape;5386;p47">
                  <a:extLst>
                    <a:ext uri="{FF2B5EF4-FFF2-40B4-BE49-F238E27FC236}">
                      <a16:creationId xmlns:a16="http://schemas.microsoft.com/office/drawing/2014/main" id="{454FF047-D543-FE8E-26C6-AC85175E8514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3" name="Google Shape;5387;p47">
                  <a:extLst>
                    <a:ext uri="{FF2B5EF4-FFF2-40B4-BE49-F238E27FC236}">
                      <a16:creationId xmlns:a16="http://schemas.microsoft.com/office/drawing/2014/main" id="{E49B1520-A491-B1AF-0CB7-4745171C3289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4" name="Google Shape;5388;p47">
                  <a:extLst>
                    <a:ext uri="{FF2B5EF4-FFF2-40B4-BE49-F238E27FC236}">
                      <a16:creationId xmlns:a16="http://schemas.microsoft.com/office/drawing/2014/main" id="{4AC5063F-2849-E293-8559-11DE51541C64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5" name="Google Shape;5389;p47">
                  <a:extLst>
                    <a:ext uri="{FF2B5EF4-FFF2-40B4-BE49-F238E27FC236}">
                      <a16:creationId xmlns:a16="http://schemas.microsoft.com/office/drawing/2014/main" id="{DF8D5B39-E375-655E-D18B-3636D8B2A209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6" name="Google Shape;5390;p47">
                  <a:extLst>
                    <a:ext uri="{FF2B5EF4-FFF2-40B4-BE49-F238E27FC236}">
                      <a16:creationId xmlns:a16="http://schemas.microsoft.com/office/drawing/2014/main" id="{E95DAE2C-BCCB-59C2-026A-822310FFBAEA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7" name="Google Shape;5391;p47">
                  <a:extLst>
                    <a:ext uri="{FF2B5EF4-FFF2-40B4-BE49-F238E27FC236}">
                      <a16:creationId xmlns:a16="http://schemas.microsoft.com/office/drawing/2014/main" id="{786C7AFE-C1ED-7FBC-C7DF-DC7BFBE4E841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8" name="Google Shape;5392;p47">
                  <a:extLst>
                    <a:ext uri="{FF2B5EF4-FFF2-40B4-BE49-F238E27FC236}">
                      <a16:creationId xmlns:a16="http://schemas.microsoft.com/office/drawing/2014/main" id="{EB89DB6C-D43C-5209-53F8-D1026317DAB8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9" name="Google Shape;5393;p47">
                  <a:extLst>
                    <a:ext uri="{FF2B5EF4-FFF2-40B4-BE49-F238E27FC236}">
                      <a16:creationId xmlns:a16="http://schemas.microsoft.com/office/drawing/2014/main" id="{33C52952-3EC1-81AF-0971-DD80144385A3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0" name="Google Shape;5394;p47">
                  <a:extLst>
                    <a:ext uri="{FF2B5EF4-FFF2-40B4-BE49-F238E27FC236}">
                      <a16:creationId xmlns:a16="http://schemas.microsoft.com/office/drawing/2014/main" id="{F400AF61-AE42-02D4-7BAC-BB797510947F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1" name="Google Shape;5395;p47">
                  <a:extLst>
                    <a:ext uri="{FF2B5EF4-FFF2-40B4-BE49-F238E27FC236}">
                      <a16:creationId xmlns:a16="http://schemas.microsoft.com/office/drawing/2014/main" id="{E7C2F7CA-5D54-3C34-737E-6391A918071E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2" name="Google Shape;5396;p47">
                  <a:extLst>
                    <a:ext uri="{FF2B5EF4-FFF2-40B4-BE49-F238E27FC236}">
                      <a16:creationId xmlns:a16="http://schemas.microsoft.com/office/drawing/2014/main" id="{5FAC286D-E097-BE26-2B3E-7FF8D50DC8C3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3" name="Google Shape;5397;p47">
                  <a:extLst>
                    <a:ext uri="{FF2B5EF4-FFF2-40B4-BE49-F238E27FC236}">
                      <a16:creationId xmlns:a16="http://schemas.microsoft.com/office/drawing/2014/main" id="{D294D91F-7E41-E01B-9D3C-3F352F59A311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4" name="Google Shape;5398;p47">
                  <a:extLst>
                    <a:ext uri="{FF2B5EF4-FFF2-40B4-BE49-F238E27FC236}">
                      <a16:creationId xmlns:a16="http://schemas.microsoft.com/office/drawing/2014/main" id="{FBCE5D74-D112-B0E8-3525-F024E67B10E0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5" name="Google Shape;5399;p47">
                  <a:extLst>
                    <a:ext uri="{FF2B5EF4-FFF2-40B4-BE49-F238E27FC236}">
                      <a16:creationId xmlns:a16="http://schemas.microsoft.com/office/drawing/2014/main" id="{75FA6BF4-F974-CADD-96D5-5128FD1E251C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6" name="Google Shape;5400;p47">
                  <a:extLst>
                    <a:ext uri="{FF2B5EF4-FFF2-40B4-BE49-F238E27FC236}">
                      <a16:creationId xmlns:a16="http://schemas.microsoft.com/office/drawing/2014/main" id="{EBC5254C-1662-DFFA-5C03-91B13BBAACFB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7" name="Google Shape;5401;p47">
                  <a:extLst>
                    <a:ext uri="{FF2B5EF4-FFF2-40B4-BE49-F238E27FC236}">
                      <a16:creationId xmlns:a16="http://schemas.microsoft.com/office/drawing/2014/main" id="{E067409F-868C-065D-9047-44B341512050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8" name="Google Shape;5402;p47">
                  <a:extLst>
                    <a:ext uri="{FF2B5EF4-FFF2-40B4-BE49-F238E27FC236}">
                      <a16:creationId xmlns:a16="http://schemas.microsoft.com/office/drawing/2014/main" id="{6F1AB851-BF37-C4F4-D425-EB81C6091AB8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9" name="Google Shape;5403;p47">
                  <a:extLst>
                    <a:ext uri="{FF2B5EF4-FFF2-40B4-BE49-F238E27FC236}">
                      <a16:creationId xmlns:a16="http://schemas.microsoft.com/office/drawing/2014/main" id="{5F8CF453-3980-8814-493E-E1A2F88EE6DA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0" name="Google Shape;5404;p47">
                  <a:extLst>
                    <a:ext uri="{FF2B5EF4-FFF2-40B4-BE49-F238E27FC236}">
                      <a16:creationId xmlns:a16="http://schemas.microsoft.com/office/drawing/2014/main" id="{184621B2-6B0C-5CB5-BE2E-84EB772C999A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1" name="Google Shape;5405;p47">
                  <a:extLst>
                    <a:ext uri="{FF2B5EF4-FFF2-40B4-BE49-F238E27FC236}">
                      <a16:creationId xmlns:a16="http://schemas.microsoft.com/office/drawing/2014/main" id="{4B9B3C71-CEE9-1CD5-1CF4-2A05339F6CE5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2" name="Google Shape;5406;p47">
                  <a:extLst>
                    <a:ext uri="{FF2B5EF4-FFF2-40B4-BE49-F238E27FC236}">
                      <a16:creationId xmlns:a16="http://schemas.microsoft.com/office/drawing/2014/main" id="{7231CEC1-AF1C-BD65-6470-785C2258FF06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3" name="Google Shape;5407;p47">
                  <a:extLst>
                    <a:ext uri="{FF2B5EF4-FFF2-40B4-BE49-F238E27FC236}">
                      <a16:creationId xmlns:a16="http://schemas.microsoft.com/office/drawing/2014/main" id="{A143BA5B-CE24-E5B9-8D0A-1391F1D64759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4" name="Google Shape;5408;p47">
                  <a:extLst>
                    <a:ext uri="{FF2B5EF4-FFF2-40B4-BE49-F238E27FC236}">
                      <a16:creationId xmlns:a16="http://schemas.microsoft.com/office/drawing/2014/main" id="{79F1F9AA-D233-372F-1BCF-BB3DC98A2AB7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5" name="Google Shape;5409;p47">
                  <a:extLst>
                    <a:ext uri="{FF2B5EF4-FFF2-40B4-BE49-F238E27FC236}">
                      <a16:creationId xmlns:a16="http://schemas.microsoft.com/office/drawing/2014/main" id="{F4ABF6F9-52C8-B59F-B410-DDFB17412647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6" name="Google Shape;5410;p47">
                  <a:extLst>
                    <a:ext uri="{FF2B5EF4-FFF2-40B4-BE49-F238E27FC236}">
                      <a16:creationId xmlns:a16="http://schemas.microsoft.com/office/drawing/2014/main" id="{F2E2CCD1-7BA5-27E7-8EA6-5E9736DEB5EC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7" name="Google Shape;5411;p47">
                  <a:extLst>
                    <a:ext uri="{FF2B5EF4-FFF2-40B4-BE49-F238E27FC236}">
                      <a16:creationId xmlns:a16="http://schemas.microsoft.com/office/drawing/2014/main" id="{199E6F7A-E2C6-7C59-74BF-82C5DAB6819D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8" name="Google Shape;5412;p47">
                  <a:extLst>
                    <a:ext uri="{FF2B5EF4-FFF2-40B4-BE49-F238E27FC236}">
                      <a16:creationId xmlns:a16="http://schemas.microsoft.com/office/drawing/2014/main" id="{53EF19F7-D90D-1D3D-D411-AA727226D22B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9" name="Google Shape;5413;p47">
                  <a:extLst>
                    <a:ext uri="{FF2B5EF4-FFF2-40B4-BE49-F238E27FC236}">
                      <a16:creationId xmlns:a16="http://schemas.microsoft.com/office/drawing/2014/main" id="{AC059F7B-54B8-6123-FA39-43C6FF694AAC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0" name="Google Shape;5414;p47">
                  <a:extLst>
                    <a:ext uri="{FF2B5EF4-FFF2-40B4-BE49-F238E27FC236}">
                      <a16:creationId xmlns:a16="http://schemas.microsoft.com/office/drawing/2014/main" id="{19C8AF21-47D5-4A32-FE21-58C73993B2A3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1" name="Google Shape;5415;p47">
                  <a:extLst>
                    <a:ext uri="{FF2B5EF4-FFF2-40B4-BE49-F238E27FC236}">
                      <a16:creationId xmlns:a16="http://schemas.microsoft.com/office/drawing/2014/main" id="{FF5B61FF-8B83-A9AF-C207-EC3956E9088C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2" name="Google Shape;5416;p47">
                  <a:extLst>
                    <a:ext uri="{FF2B5EF4-FFF2-40B4-BE49-F238E27FC236}">
                      <a16:creationId xmlns:a16="http://schemas.microsoft.com/office/drawing/2014/main" id="{77AECCA7-BCCC-E300-26C6-9BCCEFD1B4FD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3" name="Google Shape;5417;p47">
                  <a:extLst>
                    <a:ext uri="{FF2B5EF4-FFF2-40B4-BE49-F238E27FC236}">
                      <a16:creationId xmlns:a16="http://schemas.microsoft.com/office/drawing/2014/main" id="{A7584B8F-5E63-B6DD-995D-5FF7E6F415DA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4" name="Google Shape;5418;p47">
                  <a:extLst>
                    <a:ext uri="{FF2B5EF4-FFF2-40B4-BE49-F238E27FC236}">
                      <a16:creationId xmlns:a16="http://schemas.microsoft.com/office/drawing/2014/main" id="{239057C3-B4EB-D4D4-2185-CB157D669251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5" name="Google Shape;5419;p47">
                  <a:extLst>
                    <a:ext uri="{FF2B5EF4-FFF2-40B4-BE49-F238E27FC236}">
                      <a16:creationId xmlns:a16="http://schemas.microsoft.com/office/drawing/2014/main" id="{1C616D26-EB97-940B-CF04-A5B79E4D7626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6" name="Google Shape;5420;p47">
                  <a:extLst>
                    <a:ext uri="{FF2B5EF4-FFF2-40B4-BE49-F238E27FC236}">
                      <a16:creationId xmlns:a16="http://schemas.microsoft.com/office/drawing/2014/main" id="{7D940797-19F4-365A-2CC5-3919C2AA9FCC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7" name="Google Shape;5421;p47">
                  <a:extLst>
                    <a:ext uri="{FF2B5EF4-FFF2-40B4-BE49-F238E27FC236}">
                      <a16:creationId xmlns:a16="http://schemas.microsoft.com/office/drawing/2014/main" id="{A352F91E-DB6F-2909-DADE-AD580EFC67BE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8" name="Google Shape;5422;p47">
                  <a:extLst>
                    <a:ext uri="{FF2B5EF4-FFF2-40B4-BE49-F238E27FC236}">
                      <a16:creationId xmlns:a16="http://schemas.microsoft.com/office/drawing/2014/main" id="{341D3150-95BF-1CC2-F120-F5ADB9AF49C6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9" name="Google Shape;5423;p47">
                  <a:extLst>
                    <a:ext uri="{FF2B5EF4-FFF2-40B4-BE49-F238E27FC236}">
                      <a16:creationId xmlns:a16="http://schemas.microsoft.com/office/drawing/2014/main" id="{4AEF5534-6D2C-773B-96D7-C7ACA8D1763B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0" name="Google Shape;5424;p47">
                  <a:extLst>
                    <a:ext uri="{FF2B5EF4-FFF2-40B4-BE49-F238E27FC236}">
                      <a16:creationId xmlns:a16="http://schemas.microsoft.com/office/drawing/2014/main" id="{0450515F-3CC2-58CF-E3DD-128F2520B067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1" name="Google Shape;5425;p47">
                  <a:extLst>
                    <a:ext uri="{FF2B5EF4-FFF2-40B4-BE49-F238E27FC236}">
                      <a16:creationId xmlns:a16="http://schemas.microsoft.com/office/drawing/2014/main" id="{41D6D479-9C78-013B-B312-72A6E860763E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2" name="Google Shape;5426;p47">
                  <a:extLst>
                    <a:ext uri="{FF2B5EF4-FFF2-40B4-BE49-F238E27FC236}">
                      <a16:creationId xmlns:a16="http://schemas.microsoft.com/office/drawing/2014/main" id="{DEB9F64A-68A1-9687-6CED-06351EE8BCFB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3" name="Google Shape;5427;p47">
                  <a:extLst>
                    <a:ext uri="{FF2B5EF4-FFF2-40B4-BE49-F238E27FC236}">
                      <a16:creationId xmlns:a16="http://schemas.microsoft.com/office/drawing/2014/main" id="{BF191F55-7431-93D3-62FE-AE5753BF4A1A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4" name="Google Shape;5428;p47">
                  <a:extLst>
                    <a:ext uri="{FF2B5EF4-FFF2-40B4-BE49-F238E27FC236}">
                      <a16:creationId xmlns:a16="http://schemas.microsoft.com/office/drawing/2014/main" id="{271DE3A7-603F-0AD0-24A6-7F79A1551E9C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5" name="Google Shape;5429;p47">
                  <a:extLst>
                    <a:ext uri="{FF2B5EF4-FFF2-40B4-BE49-F238E27FC236}">
                      <a16:creationId xmlns:a16="http://schemas.microsoft.com/office/drawing/2014/main" id="{991C73B2-C7BF-9217-5F8F-CB497EAEC7FE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6" name="Google Shape;5430;p47">
                  <a:extLst>
                    <a:ext uri="{FF2B5EF4-FFF2-40B4-BE49-F238E27FC236}">
                      <a16:creationId xmlns:a16="http://schemas.microsoft.com/office/drawing/2014/main" id="{33722A81-CD99-892D-EEB4-41B63C89E3B3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7" name="Google Shape;5431;p47">
                  <a:extLst>
                    <a:ext uri="{FF2B5EF4-FFF2-40B4-BE49-F238E27FC236}">
                      <a16:creationId xmlns:a16="http://schemas.microsoft.com/office/drawing/2014/main" id="{13D9657E-9EC1-329D-8472-5584DFCD1FE0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8" name="Google Shape;5432;p47">
                  <a:extLst>
                    <a:ext uri="{FF2B5EF4-FFF2-40B4-BE49-F238E27FC236}">
                      <a16:creationId xmlns:a16="http://schemas.microsoft.com/office/drawing/2014/main" id="{5E5A700F-5065-D13A-DFB6-52F01888A2E9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9" name="Google Shape;5433;p47">
                  <a:extLst>
                    <a:ext uri="{FF2B5EF4-FFF2-40B4-BE49-F238E27FC236}">
                      <a16:creationId xmlns:a16="http://schemas.microsoft.com/office/drawing/2014/main" id="{1FF722A4-B36D-E7A2-A361-6C12BED82F85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0" name="Google Shape;5434;p47">
                  <a:extLst>
                    <a:ext uri="{FF2B5EF4-FFF2-40B4-BE49-F238E27FC236}">
                      <a16:creationId xmlns:a16="http://schemas.microsoft.com/office/drawing/2014/main" id="{B75C652C-FEDB-8CEF-418B-F0A90A501019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1" name="Google Shape;5435;p47">
                  <a:extLst>
                    <a:ext uri="{FF2B5EF4-FFF2-40B4-BE49-F238E27FC236}">
                      <a16:creationId xmlns:a16="http://schemas.microsoft.com/office/drawing/2014/main" id="{BA6BE1EA-EBF7-2576-97F8-9A85291DCCF1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2" name="Google Shape;5436;p47">
                  <a:extLst>
                    <a:ext uri="{FF2B5EF4-FFF2-40B4-BE49-F238E27FC236}">
                      <a16:creationId xmlns:a16="http://schemas.microsoft.com/office/drawing/2014/main" id="{4CB0F85B-3345-888B-A97E-2C055431E2D7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3" name="Google Shape;5437;p47">
                  <a:extLst>
                    <a:ext uri="{FF2B5EF4-FFF2-40B4-BE49-F238E27FC236}">
                      <a16:creationId xmlns:a16="http://schemas.microsoft.com/office/drawing/2014/main" id="{51EEDABB-0F8B-AEC7-FF1E-51CA90684AB4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4" name="Google Shape;5438;p47">
                  <a:extLst>
                    <a:ext uri="{FF2B5EF4-FFF2-40B4-BE49-F238E27FC236}">
                      <a16:creationId xmlns:a16="http://schemas.microsoft.com/office/drawing/2014/main" id="{0E8157A1-59AD-C900-4EC0-9BA320560F13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5" name="Google Shape;5439;p47">
                  <a:extLst>
                    <a:ext uri="{FF2B5EF4-FFF2-40B4-BE49-F238E27FC236}">
                      <a16:creationId xmlns:a16="http://schemas.microsoft.com/office/drawing/2014/main" id="{ED73D00A-099A-29FA-D1FC-C68C7C0FC5E5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6" name="Google Shape;5440;p47">
                  <a:extLst>
                    <a:ext uri="{FF2B5EF4-FFF2-40B4-BE49-F238E27FC236}">
                      <a16:creationId xmlns:a16="http://schemas.microsoft.com/office/drawing/2014/main" id="{DCFCA0D0-63F1-1981-1801-66297AA7C8D7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7" name="Google Shape;5441;p47">
                  <a:extLst>
                    <a:ext uri="{FF2B5EF4-FFF2-40B4-BE49-F238E27FC236}">
                      <a16:creationId xmlns:a16="http://schemas.microsoft.com/office/drawing/2014/main" id="{C7966700-239C-0ED5-A97B-92A59D37031C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8" name="Google Shape;5442;p47">
                  <a:extLst>
                    <a:ext uri="{FF2B5EF4-FFF2-40B4-BE49-F238E27FC236}">
                      <a16:creationId xmlns:a16="http://schemas.microsoft.com/office/drawing/2014/main" id="{901F63EE-964B-0E95-177F-27E99CC253A4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9" name="Google Shape;5443;p47">
                  <a:extLst>
                    <a:ext uri="{FF2B5EF4-FFF2-40B4-BE49-F238E27FC236}">
                      <a16:creationId xmlns:a16="http://schemas.microsoft.com/office/drawing/2014/main" id="{4C351F8E-A20E-A8E2-9682-2AF70B17F994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0" name="Google Shape;5444;p47">
                  <a:extLst>
                    <a:ext uri="{FF2B5EF4-FFF2-40B4-BE49-F238E27FC236}">
                      <a16:creationId xmlns:a16="http://schemas.microsoft.com/office/drawing/2014/main" id="{E9B66705-588E-8C7B-206C-EFA8280CB6E5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1" name="Google Shape;5445;p47">
                  <a:extLst>
                    <a:ext uri="{FF2B5EF4-FFF2-40B4-BE49-F238E27FC236}">
                      <a16:creationId xmlns:a16="http://schemas.microsoft.com/office/drawing/2014/main" id="{BF7A7AD1-C501-9C81-E61F-85F6B6D3F20D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2" name="Google Shape;5446;p47">
                  <a:extLst>
                    <a:ext uri="{FF2B5EF4-FFF2-40B4-BE49-F238E27FC236}">
                      <a16:creationId xmlns:a16="http://schemas.microsoft.com/office/drawing/2014/main" id="{2372E2A5-241B-5F12-8CAD-3E6551449A1E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3" name="Google Shape;5447;p47">
                  <a:extLst>
                    <a:ext uri="{FF2B5EF4-FFF2-40B4-BE49-F238E27FC236}">
                      <a16:creationId xmlns:a16="http://schemas.microsoft.com/office/drawing/2014/main" id="{2760790E-3554-B82B-BAF2-95D5A26BB68D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4" name="Google Shape;5448;p47">
                  <a:extLst>
                    <a:ext uri="{FF2B5EF4-FFF2-40B4-BE49-F238E27FC236}">
                      <a16:creationId xmlns:a16="http://schemas.microsoft.com/office/drawing/2014/main" id="{2A212257-D3D9-9243-FFAB-5BF5054AD7C4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5" name="Google Shape;5449;p47">
                  <a:extLst>
                    <a:ext uri="{FF2B5EF4-FFF2-40B4-BE49-F238E27FC236}">
                      <a16:creationId xmlns:a16="http://schemas.microsoft.com/office/drawing/2014/main" id="{19834E88-6378-BE58-C859-6435D08B7B55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6" name="Google Shape;5450;p47">
                  <a:extLst>
                    <a:ext uri="{FF2B5EF4-FFF2-40B4-BE49-F238E27FC236}">
                      <a16:creationId xmlns:a16="http://schemas.microsoft.com/office/drawing/2014/main" id="{5B19A70F-DF9D-B6A5-26B5-ACBEEADC3099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7" name="Google Shape;5451;p47">
                  <a:extLst>
                    <a:ext uri="{FF2B5EF4-FFF2-40B4-BE49-F238E27FC236}">
                      <a16:creationId xmlns:a16="http://schemas.microsoft.com/office/drawing/2014/main" id="{29672D16-8BE9-CA85-FA94-A935B86C5CE2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8" name="Google Shape;5452;p47">
                  <a:extLst>
                    <a:ext uri="{FF2B5EF4-FFF2-40B4-BE49-F238E27FC236}">
                      <a16:creationId xmlns:a16="http://schemas.microsoft.com/office/drawing/2014/main" id="{EA2637CC-3E7D-7612-F2C4-DFF410B919B0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9" name="Google Shape;5453;p47">
                  <a:extLst>
                    <a:ext uri="{FF2B5EF4-FFF2-40B4-BE49-F238E27FC236}">
                      <a16:creationId xmlns:a16="http://schemas.microsoft.com/office/drawing/2014/main" id="{F173C250-B67F-2E07-767D-BAAAF02FDFEC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0" name="Google Shape;5454;p47">
                  <a:extLst>
                    <a:ext uri="{FF2B5EF4-FFF2-40B4-BE49-F238E27FC236}">
                      <a16:creationId xmlns:a16="http://schemas.microsoft.com/office/drawing/2014/main" id="{795B24DA-B06E-1816-E7E7-EDF3FA4C04C3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1" name="Google Shape;5455;p47">
                  <a:extLst>
                    <a:ext uri="{FF2B5EF4-FFF2-40B4-BE49-F238E27FC236}">
                      <a16:creationId xmlns:a16="http://schemas.microsoft.com/office/drawing/2014/main" id="{1986BD2C-ECAF-9AEC-1051-B88ADCCF1DBD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2" name="Google Shape;5456;p47">
                  <a:extLst>
                    <a:ext uri="{FF2B5EF4-FFF2-40B4-BE49-F238E27FC236}">
                      <a16:creationId xmlns:a16="http://schemas.microsoft.com/office/drawing/2014/main" id="{FD42D0FE-47C3-DCF4-6115-6677A0D2C03E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3" name="Google Shape;5457;p47">
                  <a:extLst>
                    <a:ext uri="{FF2B5EF4-FFF2-40B4-BE49-F238E27FC236}">
                      <a16:creationId xmlns:a16="http://schemas.microsoft.com/office/drawing/2014/main" id="{91E4B436-E7CC-A6FA-02E6-CA5B7B9EA40F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4" name="Google Shape;5458;p47">
                  <a:extLst>
                    <a:ext uri="{FF2B5EF4-FFF2-40B4-BE49-F238E27FC236}">
                      <a16:creationId xmlns:a16="http://schemas.microsoft.com/office/drawing/2014/main" id="{EB863140-563E-BC37-69A5-1AFB9ACA6E86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5" name="Google Shape;5459;p47">
                  <a:extLst>
                    <a:ext uri="{FF2B5EF4-FFF2-40B4-BE49-F238E27FC236}">
                      <a16:creationId xmlns:a16="http://schemas.microsoft.com/office/drawing/2014/main" id="{B70A5E0C-5CD0-6699-6894-8D6DF8C34975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6" name="Google Shape;5460;p47">
                  <a:extLst>
                    <a:ext uri="{FF2B5EF4-FFF2-40B4-BE49-F238E27FC236}">
                      <a16:creationId xmlns:a16="http://schemas.microsoft.com/office/drawing/2014/main" id="{A8485BE8-C5E8-D9D7-1DC8-288856B8571C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7" name="Google Shape;5461;p47">
                  <a:extLst>
                    <a:ext uri="{FF2B5EF4-FFF2-40B4-BE49-F238E27FC236}">
                      <a16:creationId xmlns:a16="http://schemas.microsoft.com/office/drawing/2014/main" id="{B18BFC14-1964-CDB7-C398-928BAB4FD042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8" name="Google Shape;5462;p47">
                  <a:extLst>
                    <a:ext uri="{FF2B5EF4-FFF2-40B4-BE49-F238E27FC236}">
                      <a16:creationId xmlns:a16="http://schemas.microsoft.com/office/drawing/2014/main" id="{F451961D-519B-2CE6-BC11-E102352B0DC2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9" name="Google Shape;5463;p47">
                  <a:extLst>
                    <a:ext uri="{FF2B5EF4-FFF2-40B4-BE49-F238E27FC236}">
                      <a16:creationId xmlns:a16="http://schemas.microsoft.com/office/drawing/2014/main" id="{A9312CED-9078-11FC-93C9-1CE08DF90D84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0" name="Google Shape;5464;p47">
                  <a:extLst>
                    <a:ext uri="{FF2B5EF4-FFF2-40B4-BE49-F238E27FC236}">
                      <a16:creationId xmlns:a16="http://schemas.microsoft.com/office/drawing/2014/main" id="{F0EFE513-AD3D-27B1-41ED-7FCC02C4FE4E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1" name="Google Shape;5465;p47">
                  <a:extLst>
                    <a:ext uri="{FF2B5EF4-FFF2-40B4-BE49-F238E27FC236}">
                      <a16:creationId xmlns:a16="http://schemas.microsoft.com/office/drawing/2014/main" id="{A241522E-19EA-724D-1D4D-C0235F707656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2" name="Google Shape;5466;p47">
                  <a:extLst>
                    <a:ext uri="{FF2B5EF4-FFF2-40B4-BE49-F238E27FC236}">
                      <a16:creationId xmlns:a16="http://schemas.microsoft.com/office/drawing/2014/main" id="{F85AD8E1-DB7C-4338-3DBA-8EBEC4C11265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3" name="Google Shape;5467;p47">
                  <a:extLst>
                    <a:ext uri="{FF2B5EF4-FFF2-40B4-BE49-F238E27FC236}">
                      <a16:creationId xmlns:a16="http://schemas.microsoft.com/office/drawing/2014/main" id="{34D92036-80B0-2164-9D28-6A83C3E9D819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4" name="Google Shape;5468;p47">
                  <a:extLst>
                    <a:ext uri="{FF2B5EF4-FFF2-40B4-BE49-F238E27FC236}">
                      <a16:creationId xmlns:a16="http://schemas.microsoft.com/office/drawing/2014/main" id="{6354EB73-D545-528B-0505-2B7D06C5C129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5" name="Google Shape;5469;p47">
                  <a:extLst>
                    <a:ext uri="{FF2B5EF4-FFF2-40B4-BE49-F238E27FC236}">
                      <a16:creationId xmlns:a16="http://schemas.microsoft.com/office/drawing/2014/main" id="{176C3866-443C-CE80-1D59-D312165569CC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6" name="Google Shape;5470;p47">
                  <a:extLst>
                    <a:ext uri="{FF2B5EF4-FFF2-40B4-BE49-F238E27FC236}">
                      <a16:creationId xmlns:a16="http://schemas.microsoft.com/office/drawing/2014/main" id="{3176C2DC-2CCC-258E-A239-2B5896F19BC2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7" name="Google Shape;5471;p47">
                  <a:extLst>
                    <a:ext uri="{FF2B5EF4-FFF2-40B4-BE49-F238E27FC236}">
                      <a16:creationId xmlns:a16="http://schemas.microsoft.com/office/drawing/2014/main" id="{D8C20E43-ABB3-1219-DB41-E4DD1C77A1DF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8" name="Google Shape;5472;p47">
                  <a:extLst>
                    <a:ext uri="{FF2B5EF4-FFF2-40B4-BE49-F238E27FC236}">
                      <a16:creationId xmlns:a16="http://schemas.microsoft.com/office/drawing/2014/main" id="{49D635D0-954B-E2CF-C8E3-F8C36591B1DC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9" name="Google Shape;5473;p47">
                  <a:extLst>
                    <a:ext uri="{FF2B5EF4-FFF2-40B4-BE49-F238E27FC236}">
                      <a16:creationId xmlns:a16="http://schemas.microsoft.com/office/drawing/2014/main" id="{D856A12E-22C9-6E1A-BAD2-9463E598D916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0" name="Google Shape;5474;p47">
                  <a:extLst>
                    <a:ext uri="{FF2B5EF4-FFF2-40B4-BE49-F238E27FC236}">
                      <a16:creationId xmlns:a16="http://schemas.microsoft.com/office/drawing/2014/main" id="{69F1258D-1C8E-531C-5314-84D4E6F19E27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1" name="Google Shape;5475;p47">
                  <a:extLst>
                    <a:ext uri="{FF2B5EF4-FFF2-40B4-BE49-F238E27FC236}">
                      <a16:creationId xmlns:a16="http://schemas.microsoft.com/office/drawing/2014/main" id="{49DA3578-E4E6-22BC-D239-20F80D050A9A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2" name="Google Shape;5476;p47">
                  <a:extLst>
                    <a:ext uri="{FF2B5EF4-FFF2-40B4-BE49-F238E27FC236}">
                      <a16:creationId xmlns:a16="http://schemas.microsoft.com/office/drawing/2014/main" id="{9B551CD4-ECCA-5F0A-4F44-5EE44F463DED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3" name="Google Shape;5477;p47">
                  <a:extLst>
                    <a:ext uri="{FF2B5EF4-FFF2-40B4-BE49-F238E27FC236}">
                      <a16:creationId xmlns:a16="http://schemas.microsoft.com/office/drawing/2014/main" id="{D43DDB61-A875-E1B7-6814-74340643D559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4" name="Google Shape;5478;p47">
                  <a:extLst>
                    <a:ext uri="{FF2B5EF4-FFF2-40B4-BE49-F238E27FC236}">
                      <a16:creationId xmlns:a16="http://schemas.microsoft.com/office/drawing/2014/main" id="{CA2567AC-2544-2840-1154-51ECB1F794B2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5" name="Google Shape;5479;p47">
                  <a:extLst>
                    <a:ext uri="{FF2B5EF4-FFF2-40B4-BE49-F238E27FC236}">
                      <a16:creationId xmlns:a16="http://schemas.microsoft.com/office/drawing/2014/main" id="{D945DAA1-7690-F24B-5E29-C2A1D4D4C616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6" name="Google Shape;5480;p47">
                  <a:extLst>
                    <a:ext uri="{FF2B5EF4-FFF2-40B4-BE49-F238E27FC236}">
                      <a16:creationId xmlns:a16="http://schemas.microsoft.com/office/drawing/2014/main" id="{89EEE5F5-A637-E3FD-1A98-B7D579643E00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7" name="Google Shape;5481;p47">
                  <a:extLst>
                    <a:ext uri="{FF2B5EF4-FFF2-40B4-BE49-F238E27FC236}">
                      <a16:creationId xmlns:a16="http://schemas.microsoft.com/office/drawing/2014/main" id="{AF231C45-68B6-327E-8369-9AD57E6895FC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8" name="Google Shape;5482;p47">
                  <a:extLst>
                    <a:ext uri="{FF2B5EF4-FFF2-40B4-BE49-F238E27FC236}">
                      <a16:creationId xmlns:a16="http://schemas.microsoft.com/office/drawing/2014/main" id="{A5A61A07-69AA-5961-5FE5-FD14C5AF6FD2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9" name="Google Shape;5483;p47">
                  <a:extLst>
                    <a:ext uri="{FF2B5EF4-FFF2-40B4-BE49-F238E27FC236}">
                      <a16:creationId xmlns:a16="http://schemas.microsoft.com/office/drawing/2014/main" id="{6874D10B-28F5-E323-25F2-D45ACAD4BD46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0" name="Google Shape;5484;p47">
                  <a:extLst>
                    <a:ext uri="{FF2B5EF4-FFF2-40B4-BE49-F238E27FC236}">
                      <a16:creationId xmlns:a16="http://schemas.microsoft.com/office/drawing/2014/main" id="{A852400C-C5CD-D2D1-30ED-3FA8A8E7A9E8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1" name="Google Shape;5485;p47">
                  <a:extLst>
                    <a:ext uri="{FF2B5EF4-FFF2-40B4-BE49-F238E27FC236}">
                      <a16:creationId xmlns:a16="http://schemas.microsoft.com/office/drawing/2014/main" id="{AFBEE975-8EE0-4E74-69E9-B5B29E682793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295" name="Google Shape;5486;p47">
              <a:extLst>
                <a:ext uri="{FF2B5EF4-FFF2-40B4-BE49-F238E27FC236}">
                  <a16:creationId xmlns:a16="http://schemas.microsoft.com/office/drawing/2014/main" id="{E06D1E35-DB08-9735-D6AD-852F442DD787}"/>
                </a:ext>
              </a:extLst>
            </p:cNvPr>
            <p:cNvGrpSpPr/>
            <p:nvPr/>
          </p:nvGrpSpPr>
          <p:grpSpPr>
            <a:xfrm>
              <a:off x="7811021" y="3410212"/>
              <a:ext cx="491637" cy="986062"/>
              <a:chOff x="4225370" y="-782119"/>
              <a:chExt cx="299250" cy="600196"/>
            </a:xfrm>
          </p:grpSpPr>
          <p:sp>
            <p:nvSpPr>
              <p:cNvPr id="1834" name="Google Shape;5487;p47">
                <a:extLst>
                  <a:ext uri="{FF2B5EF4-FFF2-40B4-BE49-F238E27FC236}">
                    <a16:creationId xmlns:a16="http://schemas.microsoft.com/office/drawing/2014/main" id="{B2271E59-5175-E737-C963-669B4F1C7B5A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5" name="Google Shape;5488;p47">
                <a:extLst>
                  <a:ext uri="{FF2B5EF4-FFF2-40B4-BE49-F238E27FC236}">
                    <a16:creationId xmlns:a16="http://schemas.microsoft.com/office/drawing/2014/main" id="{74CAD343-64A0-008B-B32B-40EC8202267D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6" name="Google Shape;5489;p47">
                <a:extLst>
                  <a:ext uri="{FF2B5EF4-FFF2-40B4-BE49-F238E27FC236}">
                    <a16:creationId xmlns:a16="http://schemas.microsoft.com/office/drawing/2014/main" id="{F7CA6968-3F65-C770-5F23-8801A124A4F7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7" name="Google Shape;5490;p47">
                <a:extLst>
                  <a:ext uri="{FF2B5EF4-FFF2-40B4-BE49-F238E27FC236}">
                    <a16:creationId xmlns:a16="http://schemas.microsoft.com/office/drawing/2014/main" id="{EAD8F18B-CABC-F4DC-B022-EFC611973FB3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8" name="Google Shape;5491;p47">
                <a:extLst>
                  <a:ext uri="{FF2B5EF4-FFF2-40B4-BE49-F238E27FC236}">
                    <a16:creationId xmlns:a16="http://schemas.microsoft.com/office/drawing/2014/main" id="{90BE6D8A-AF16-EE58-75E4-64757D35C4E6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9" name="Google Shape;5492;p47">
                <a:extLst>
                  <a:ext uri="{FF2B5EF4-FFF2-40B4-BE49-F238E27FC236}">
                    <a16:creationId xmlns:a16="http://schemas.microsoft.com/office/drawing/2014/main" id="{D3A9DCB2-2954-213A-C199-4B8560C3A54B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0" name="Google Shape;5493;p47">
                <a:extLst>
                  <a:ext uri="{FF2B5EF4-FFF2-40B4-BE49-F238E27FC236}">
                    <a16:creationId xmlns:a16="http://schemas.microsoft.com/office/drawing/2014/main" id="{C25DD8F2-97B6-0EF3-F0D1-040A423847CC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1" name="Google Shape;5494;p47">
                <a:extLst>
                  <a:ext uri="{FF2B5EF4-FFF2-40B4-BE49-F238E27FC236}">
                    <a16:creationId xmlns:a16="http://schemas.microsoft.com/office/drawing/2014/main" id="{84546F5F-B8D1-CED5-A3BE-3171C7CDDC23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2" name="Google Shape;5495;p47">
                <a:extLst>
                  <a:ext uri="{FF2B5EF4-FFF2-40B4-BE49-F238E27FC236}">
                    <a16:creationId xmlns:a16="http://schemas.microsoft.com/office/drawing/2014/main" id="{DEFC6EC3-C611-2B7B-9A40-7EEBD53ACA1A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3" name="Google Shape;5496;p47">
                <a:extLst>
                  <a:ext uri="{FF2B5EF4-FFF2-40B4-BE49-F238E27FC236}">
                    <a16:creationId xmlns:a16="http://schemas.microsoft.com/office/drawing/2014/main" id="{3D545FAC-0024-A933-E9FA-BAA4F493E61D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4" name="Google Shape;5497;p47">
                <a:extLst>
                  <a:ext uri="{FF2B5EF4-FFF2-40B4-BE49-F238E27FC236}">
                    <a16:creationId xmlns:a16="http://schemas.microsoft.com/office/drawing/2014/main" id="{AD79FC14-8BAA-4A40-E3DF-4E4760BC840E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5" name="Google Shape;5498;p47">
                <a:extLst>
                  <a:ext uri="{FF2B5EF4-FFF2-40B4-BE49-F238E27FC236}">
                    <a16:creationId xmlns:a16="http://schemas.microsoft.com/office/drawing/2014/main" id="{4FE5362F-390E-9AC3-01BC-F32D0892A68F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6" name="Google Shape;5499;p47">
              <a:extLst>
                <a:ext uri="{FF2B5EF4-FFF2-40B4-BE49-F238E27FC236}">
                  <a16:creationId xmlns:a16="http://schemas.microsoft.com/office/drawing/2014/main" id="{5E1410EB-FADD-8B02-58FE-FCC6018684F0}"/>
                </a:ext>
              </a:extLst>
            </p:cNvPr>
            <p:cNvGrpSpPr/>
            <p:nvPr/>
          </p:nvGrpSpPr>
          <p:grpSpPr>
            <a:xfrm>
              <a:off x="6459400" y="1053677"/>
              <a:ext cx="364101" cy="822618"/>
              <a:chOff x="-4142100" y="577427"/>
              <a:chExt cx="364101" cy="822618"/>
            </a:xfrm>
          </p:grpSpPr>
          <p:sp>
            <p:nvSpPr>
              <p:cNvPr id="1789" name="Google Shape;5500;p47">
                <a:extLst>
                  <a:ext uri="{FF2B5EF4-FFF2-40B4-BE49-F238E27FC236}">
                    <a16:creationId xmlns:a16="http://schemas.microsoft.com/office/drawing/2014/main" id="{449CC8AB-B155-B607-C0F4-CDC29A5AEE42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0" name="Google Shape;5501;p47">
                <a:extLst>
                  <a:ext uri="{FF2B5EF4-FFF2-40B4-BE49-F238E27FC236}">
                    <a16:creationId xmlns:a16="http://schemas.microsoft.com/office/drawing/2014/main" id="{78F0EF14-FD38-5AC0-5CE0-89D8DDB7FF7E}"/>
                  </a:ext>
                </a:extLst>
              </p:cNvPr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1" name="Google Shape;5502;p47">
                <a:extLst>
                  <a:ext uri="{FF2B5EF4-FFF2-40B4-BE49-F238E27FC236}">
                    <a16:creationId xmlns:a16="http://schemas.microsoft.com/office/drawing/2014/main" id="{4254C525-063A-D24E-9210-8CB1234DD3C4}"/>
                  </a:ext>
                </a:extLst>
              </p:cNvPr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2" name="Google Shape;5503;p47">
                <a:extLst>
                  <a:ext uri="{FF2B5EF4-FFF2-40B4-BE49-F238E27FC236}">
                    <a16:creationId xmlns:a16="http://schemas.microsoft.com/office/drawing/2014/main" id="{C09A4908-AB88-7A01-42E9-7B44E057AAEE}"/>
                  </a:ext>
                </a:extLst>
              </p:cNvPr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3" name="Google Shape;5504;p47">
                <a:extLst>
                  <a:ext uri="{FF2B5EF4-FFF2-40B4-BE49-F238E27FC236}">
                    <a16:creationId xmlns:a16="http://schemas.microsoft.com/office/drawing/2014/main" id="{8C929911-C2E4-A841-B61B-ABCFE977CABB}"/>
                  </a:ext>
                </a:extLst>
              </p:cNvPr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4" name="Google Shape;5505;p47">
                <a:extLst>
                  <a:ext uri="{FF2B5EF4-FFF2-40B4-BE49-F238E27FC236}">
                    <a16:creationId xmlns:a16="http://schemas.microsoft.com/office/drawing/2014/main" id="{DB3900CA-2E09-2CEA-8AFB-322FFD55D52B}"/>
                  </a:ext>
                </a:extLst>
              </p:cNvPr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5" name="Google Shape;5506;p47">
                <a:extLst>
                  <a:ext uri="{FF2B5EF4-FFF2-40B4-BE49-F238E27FC236}">
                    <a16:creationId xmlns:a16="http://schemas.microsoft.com/office/drawing/2014/main" id="{AD8F3B58-C93F-2AA5-E462-5ADC4B671279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6" name="Google Shape;5507;p47">
                <a:extLst>
                  <a:ext uri="{FF2B5EF4-FFF2-40B4-BE49-F238E27FC236}">
                    <a16:creationId xmlns:a16="http://schemas.microsoft.com/office/drawing/2014/main" id="{5187C6F0-27F0-875D-22B7-0A311342455A}"/>
                  </a:ext>
                </a:extLst>
              </p:cNvPr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7" name="Google Shape;5508;p47">
                <a:extLst>
                  <a:ext uri="{FF2B5EF4-FFF2-40B4-BE49-F238E27FC236}">
                    <a16:creationId xmlns:a16="http://schemas.microsoft.com/office/drawing/2014/main" id="{10EE1531-251C-AD0F-0A6E-14B13E4DA21D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8" name="Google Shape;5509;p47">
                <a:extLst>
                  <a:ext uri="{FF2B5EF4-FFF2-40B4-BE49-F238E27FC236}">
                    <a16:creationId xmlns:a16="http://schemas.microsoft.com/office/drawing/2014/main" id="{E26DB78C-0192-CCFA-4D6A-BC1BD6D2B3BB}"/>
                  </a:ext>
                </a:extLst>
              </p:cNvPr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9" name="Google Shape;5510;p47">
                <a:extLst>
                  <a:ext uri="{FF2B5EF4-FFF2-40B4-BE49-F238E27FC236}">
                    <a16:creationId xmlns:a16="http://schemas.microsoft.com/office/drawing/2014/main" id="{C4FEBBE2-E3C4-459A-2D2F-C0606078678D}"/>
                  </a:ext>
                </a:extLst>
              </p:cNvPr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0" name="Google Shape;5511;p47">
                <a:extLst>
                  <a:ext uri="{FF2B5EF4-FFF2-40B4-BE49-F238E27FC236}">
                    <a16:creationId xmlns:a16="http://schemas.microsoft.com/office/drawing/2014/main" id="{1986F420-7C25-2964-31C2-92E59261B4F7}"/>
                  </a:ext>
                </a:extLst>
              </p:cNvPr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1" name="Google Shape;5512;p47">
                <a:extLst>
                  <a:ext uri="{FF2B5EF4-FFF2-40B4-BE49-F238E27FC236}">
                    <a16:creationId xmlns:a16="http://schemas.microsoft.com/office/drawing/2014/main" id="{4B01385F-06D4-2EB7-64F4-B6289492B9CB}"/>
                  </a:ext>
                </a:extLst>
              </p:cNvPr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2" name="Google Shape;5513;p47">
                <a:extLst>
                  <a:ext uri="{FF2B5EF4-FFF2-40B4-BE49-F238E27FC236}">
                    <a16:creationId xmlns:a16="http://schemas.microsoft.com/office/drawing/2014/main" id="{0680C18B-BDF8-C769-8A37-41839D4114D0}"/>
                  </a:ext>
                </a:extLst>
              </p:cNvPr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3" name="Google Shape;5514;p47">
                <a:extLst>
                  <a:ext uri="{FF2B5EF4-FFF2-40B4-BE49-F238E27FC236}">
                    <a16:creationId xmlns:a16="http://schemas.microsoft.com/office/drawing/2014/main" id="{E6DD879D-8B5E-D58D-8D24-0442C8ED874B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4" name="Google Shape;5515;p47">
                <a:extLst>
                  <a:ext uri="{FF2B5EF4-FFF2-40B4-BE49-F238E27FC236}">
                    <a16:creationId xmlns:a16="http://schemas.microsoft.com/office/drawing/2014/main" id="{64B7299C-0D85-BE86-1B38-79868F0B291C}"/>
                  </a:ext>
                </a:extLst>
              </p:cNvPr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5" name="Google Shape;5516;p47">
                <a:extLst>
                  <a:ext uri="{FF2B5EF4-FFF2-40B4-BE49-F238E27FC236}">
                    <a16:creationId xmlns:a16="http://schemas.microsoft.com/office/drawing/2014/main" id="{D97ADE36-B9D6-0F54-313D-B1FC9D1D673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6" name="Google Shape;5517;p47">
                <a:extLst>
                  <a:ext uri="{FF2B5EF4-FFF2-40B4-BE49-F238E27FC236}">
                    <a16:creationId xmlns:a16="http://schemas.microsoft.com/office/drawing/2014/main" id="{838ACDFB-C8D9-BEE8-FE4F-8EACBF7F5DC6}"/>
                  </a:ext>
                </a:extLst>
              </p:cNvPr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7" name="Google Shape;5518;p47">
                <a:extLst>
                  <a:ext uri="{FF2B5EF4-FFF2-40B4-BE49-F238E27FC236}">
                    <a16:creationId xmlns:a16="http://schemas.microsoft.com/office/drawing/2014/main" id="{55CC4D96-EC07-5820-C4AB-29921CFFF50D}"/>
                  </a:ext>
                </a:extLst>
              </p:cNvPr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8" name="Google Shape;5519;p47">
                <a:extLst>
                  <a:ext uri="{FF2B5EF4-FFF2-40B4-BE49-F238E27FC236}">
                    <a16:creationId xmlns:a16="http://schemas.microsoft.com/office/drawing/2014/main" id="{EE994688-CB04-5506-9899-EB1A17F54934}"/>
                  </a:ext>
                </a:extLst>
              </p:cNvPr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9" name="Google Shape;5520;p47">
                <a:extLst>
                  <a:ext uri="{FF2B5EF4-FFF2-40B4-BE49-F238E27FC236}">
                    <a16:creationId xmlns:a16="http://schemas.microsoft.com/office/drawing/2014/main" id="{85862700-D84B-0295-4BBD-46146CB10B67}"/>
                  </a:ext>
                </a:extLst>
              </p:cNvPr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0" name="Google Shape;5521;p47">
                <a:extLst>
                  <a:ext uri="{FF2B5EF4-FFF2-40B4-BE49-F238E27FC236}">
                    <a16:creationId xmlns:a16="http://schemas.microsoft.com/office/drawing/2014/main" id="{EEC6000E-A88D-68FA-6851-D45D4DAEBA4A}"/>
                  </a:ext>
                </a:extLst>
              </p:cNvPr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1" name="Google Shape;5522;p47">
                <a:extLst>
                  <a:ext uri="{FF2B5EF4-FFF2-40B4-BE49-F238E27FC236}">
                    <a16:creationId xmlns:a16="http://schemas.microsoft.com/office/drawing/2014/main" id="{B0998540-E77A-334A-56B4-86B21E9B2F82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2" name="Google Shape;5523;p47">
                <a:extLst>
                  <a:ext uri="{FF2B5EF4-FFF2-40B4-BE49-F238E27FC236}">
                    <a16:creationId xmlns:a16="http://schemas.microsoft.com/office/drawing/2014/main" id="{AEBC0C9C-F5B0-1D0F-618F-3FD1D958A16B}"/>
                  </a:ext>
                </a:extLst>
              </p:cNvPr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3" name="Google Shape;5524;p47">
                <a:extLst>
                  <a:ext uri="{FF2B5EF4-FFF2-40B4-BE49-F238E27FC236}">
                    <a16:creationId xmlns:a16="http://schemas.microsoft.com/office/drawing/2014/main" id="{39FFE2DC-6C49-5F09-8C03-286E813EDF4B}"/>
                  </a:ext>
                </a:extLst>
              </p:cNvPr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4" name="Google Shape;5525;p47">
                <a:extLst>
                  <a:ext uri="{FF2B5EF4-FFF2-40B4-BE49-F238E27FC236}">
                    <a16:creationId xmlns:a16="http://schemas.microsoft.com/office/drawing/2014/main" id="{0F481EEF-FBE5-12FC-F502-5572B9317468}"/>
                  </a:ext>
                </a:extLst>
              </p:cNvPr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5" name="Google Shape;5526;p47">
                <a:extLst>
                  <a:ext uri="{FF2B5EF4-FFF2-40B4-BE49-F238E27FC236}">
                    <a16:creationId xmlns:a16="http://schemas.microsoft.com/office/drawing/2014/main" id="{918CE0DF-3C6F-B81E-395B-FD1304A18B75}"/>
                  </a:ext>
                </a:extLst>
              </p:cNvPr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6" name="Google Shape;5527;p47">
                <a:extLst>
                  <a:ext uri="{FF2B5EF4-FFF2-40B4-BE49-F238E27FC236}">
                    <a16:creationId xmlns:a16="http://schemas.microsoft.com/office/drawing/2014/main" id="{315442BB-93C2-9F45-3352-D62F59E7A745}"/>
                  </a:ext>
                </a:extLst>
              </p:cNvPr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7" name="Google Shape;5528;p47">
                <a:extLst>
                  <a:ext uri="{FF2B5EF4-FFF2-40B4-BE49-F238E27FC236}">
                    <a16:creationId xmlns:a16="http://schemas.microsoft.com/office/drawing/2014/main" id="{5AA82480-2E7C-3E30-F60E-540771ADB05B}"/>
                  </a:ext>
                </a:extLst>
              </p:cNvPr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8" name="Google Shape;5529;p47">
                <a:extLst>
                  <a:ext uri="{FF2B5EF4-FFF2-40B4-BE49-F238E27FC236}">
                    <a16:creationId xmlns:a16="http://schemas.microsoft.com/office/drawing/2014/main" id="{4E1C7123-7E78-FDEA-DC4D-6A53FBEB558F}"/>
                  </a:ext>
                </a:extLst>
              </p:cNvPr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9" name="Google Shape;5530;p47">
                <a:extLst>
                  <a:ext uri="{FF2B5EF4-FFF2-40B4-BE49-F238E27FC236}">
                    <a16:creationId xmlns:a16="http://schemas.microsoft.com/office/drawing/2014/main" id="{D7D9E314-6C9E-86E6-835E-A91441F02793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0" name="Google Shape;5531;p47">
                <a:extLst>
                  <a:ext uri="{FF2B5EF4-FFF2-40B4-BE49-F238E27FC236}">
                    <a16:creationId xmlns:a16="http://schemas.microsoft.com/office/drawing/2014/main" id="{DEDB66A6-AC49-C07C-47F9-562D02A65511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1" name="Google Shape;5532;p47">
                <a:extLst>
                  <a:ext uri="{FF2B5EF4-FFF2-40B4-BE49-F238E27FC236}">
                    <a16:creationId xmlns:a16="http://schemas.microsoft.com/office/drawing/2014/main" id="{4F902206-43F0-9B66-0053-52D96AE64B92}"/>
                  </a:ext>
                </a:extLst>
              </p:cNvPr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2" name="Google Shape;5533;p47">
                <a:extLst>
                  <a:ext uri="{FF2B5EF4-FFF2-40B4-BE49-F238E27FC236}">
                    <a16:creationId xmlns:a16="http://schemas.microsoft.com/office/drawing/2014/main" id="{96B92501-7E82-4D36-84C6-C960F21ADA89}"/>
                  </a:ext>
                </a:extLst>
              </p:cNvPr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3" name="Google Shape;5534;p47">
                <a:extLst>
                  <a:ext uri="{FF2B5EF4-FFF2-40B4-BE49-F238E27FC236}">
                    <a16:creationId xmlns:a16="http://schemas.microsoft.com/office/drawing/2014/main" id="{148C0205-5AD5-36AB-75CC-B9A7468321BA}"/>
                  </a:ext>
                </a:extLst>
              </p:cNvPr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4" name="Google Shape;5535;p47">
                <a:extLst>
                  <a:ext uri="{FF2B5EF4-FFF2-40B4-BE49-F238E27FC236}">
                    <a16:creationId xmlns:a16="http://schemas.microsoft.com/office/drawing/2014/main" id="{2A4DD80A-E775-5963-1C68-34E4AB98A79E}"/>
                  </a:ext>
                </a:extLst>
              </p:cNvPr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5" name="Google Shape;5536;p47">
                <a:extLst>
                  <a:ext uri="{FF2B5EF4-FFF2-40B4-BE49-F238E27FC236}">
                    <a16:creationId xmlns:a16="http://schemas.microsoft.com/office/drawing/2014/main" id="{56BC0658-E865-594A-B187-EDC0AE857737}"/>
                  </a:ext>
                </a:extLst>
              </p:cNvPr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6" name="Google Shape;5537;p47">
                <a:extLst>
                  <a:ext uri="{FF2B5EF4-FFF2-40B4-BE49-F238E27FC236}">
                    <a16:creationId xmlns:a16="http://schemas.microsoft.com/office/drawing/2014/main" id="{CFBBC198-0B21-25BB-618C-18C647FF684E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7" name="Google Shape;5538;p47">
                <a:extLst>
                  <a:ext uri="{FF2B5EF4-FFF2-40B4-BE49-F238E27FC236}">
                    <a16:creationId xmlns:a16="http://schemas.microsoft.com/office/drawing/2014/main" id="{6A0CC9F5-D888-B28A-AD18-7275CE251B26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8" name="Google Shape;5539;p47">
                <a:extLst>
                  <a:ext uri="{FF2B5EF4-FFF2-40B4-BE49-F238E27FC236}">
                    <a16:creationId xmlns:a16="http://schemas.microsoft.com/office/drawing/2014/main" id="{3FB7DC9E-5255-5A24-5F04-1EAEBBE465E1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9" name="Google Shape;5540;p47">
                <a:extLst>
                  <a:ext uri="{FF2B5EF4-FFF2-40B4-BE49-F238E27FC236}">
                    <a16:creationId xmlns:a16="http://schemas.microsoft.com/office/drawing/2014/main" id="{9FF92B51-373B-80C6-CAB9-A4DB96CBBD50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0" name="Google Shape;5541;p47">
                <a:extLst>
                  <a:ext uri="{FF2B5EF4-FFF2-40B4-BE49-F238E27FC236}">
                    <a16:creationId xmlns:a16="http://schemas.microsoft.com/office/drawing/2014/main" id="{E854A965-58E9-9A52-CF4E-0888D62D795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1" name="Google Shape;5542;p47">
                <a:extLst>
                  <a:ext uri="{FF2B5EF4-FFF2-40B4-BE49-F238E27FC236}">
                    <a16:creationId xmlns:a16="http://schemas.microsoft.com/office/drawing/2014/main" id="{E242DA3A-B1A3-8838-0459-97C25EDBAF37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2" name="Google Shape;5543;p47">
                <a:extLst>
                  <a:ext uri="{FF2B5EF4-FFF2-40B4-BE49-F238E27FC236}">
                    <a16:creationId xmlns:a16="http://schemas.microsoft.com/office/drawing/2014/main" id="{76C367BE-20EB-1DD9-B7E0-49E2304827DE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3" name="Google Shape;5544;p47">
                <a:extLst>
                  <a:ext uri="{FF2B5EF4-FFF2-40B4-BE49-F238E27FC236}">
                    <a16:creationId xmlns:a16="http://schemas.microsoft.com/office/drawing/2014/main" id="{666F8A0B-2B66-E52D-B530-1D5938317510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7" name="Google Shape;5545;p47">
              <a:extLst>
                <a:ext uri="{FF2B5EF4-FFF2-40B4-BE49-F238E27FC236}">
                  <a16:creationId xmlns:a16="http://schemas.microsoft.com/office/drawing/2014/main" id="{AC131702-8488-D31D-7CD3-C86EECC88D41}"/>
                </a:ext>
              </a:extLst>
            </p:cNvPr>
            <p:cNvGrpSpPr/>
            <p:nvPr/>
          </p:nvGrpSpPr>
          <p:grpSpPr>
            <a:xfrm>
              <a:off x="6049017" y="3621184"/>
              <a:ext cx="304008" cy="564114"/>
              <a:chOff x="6058230" y="-2567239"/>
              <a:chExt cx="663194" cy="1230616"/>
            </a:xfrm>
          </p:grpSpPr>
          <p:sp>
            <p:nvSpPr>
              <p:cNvPr id="1755" name="Google Shape;5546;p47">
                <a:extLst>
                  <a:ext uri="{FF2B5EF4-FFF2-40B4-BE49-F238E27FC236}">
                    <a16:creationId xmlns:a16="http://schemas.microsoft.com/office/drawing/2014/main" id="{2946EB30-AE38-6F83-AE99-0098EA034270}"/>
                  </a:ext>
                </a:extLst>
              </p:cNvPr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6" name="Google Shape;5547;p47">
                <a:extLst>
                  <a:ext uri="{FF2B5EF4-FFF2-40B4-BE49-F238E27FC236}">
                    <a16:creationId xmlns:a16="http://schemas.microsoft.com/office/drawing/2014/main" id="{5FA7553D-4A5B-B9E0-BC4A-2A481CA28235}"/>
                  </a:ext>
                </a:extLst>
              </p:cNvPr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7" name="Google Shape;5548;p47">
                <a:extLst>
                  <a:ext uri="{FF2B5EF4-FFF2-40B4-BE49-F238E27FC236}">
                    <a16:creationId xmlns:a16="http://schemas.microsoft.com/office/drawing/2014/main" id="{50438FB3-3059-E4AA-71C9-A46A041E6109}"/>
                  </a:ext>
                </a:extLst>
              </p:cNvPr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8" name="Google Shape;5549;p47">
                <a:extLst>
                  <a:ext uri="{FF2B5EF4-FFF2-40B4-BE49-F238E27FC236}">
                    <a16:creationId xmlns:a16="http://schemas.microsoft.com/office/drawing/2014/main" id="{E18017DC-907F-50AE-9C75-B05D0DC81144}"/>
                  </a:ext>
                </a:extLst>
              </p:cNvPr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9" name="Google Shape;5550;p47">
                <a:extLst>
                  <a:ext uri="{FF2B5EF4-FFF2-40B4-BE49-F238E27FC236}">
                    <a16:creationId xmlns:a16="http://schemas.microsoft.com/office/drawing/2014/main" id="{F5C85D2E-574E-BDB5-B6E5-C3B08F7E1240}"/>
                  </a:ext>
                </a:extLst>
              </p:cNvPr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0" name="Google Shape;5551;p47">
                <a:extLst>
                  <a:ext uri="{FF2B5EF4-FFF2-40B4-BE49-F238E27FC236}">
                    <a16:creationId xmlns:a16="http://schemas.microsoft.com/office/drawing/2014/main" id="{89823353-3CCF-8084-7AFB-812074D3CF09}"/>
                  </a:ext>
                </a:extLst>
              </p:cNvPr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1" name="Google Shape;5552;p47">
                <a:extLst>
                  <a:ext uri="{FF2B5EF4-FFF2-40B4-BE49-F238E27FC236}">
                    <a16:creationId xmlns:a16="http://schemas.microsoft.com/office/drawing/2014/main" id="{F4105699-92DE-3D45-30A5-5369F8BE30DB}"/>
                  </a:ext>
                </a:extLst>
              </p:cNvPr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2" name="Google Shape;5553;p47">
                <a:extLst>
                  <a:ext uri="{FF2B5EF4-FFF2-40B4-BE49-F238E27FC236}">
                    <a16:creationId xmlns:a16="http://schemas.microsoft.com/office/drawing/2014/main" id="{D69BB3F6-ED52-69D0-A78E-14A0D69AA688}"/>
                  </a:ext>
                </a:extLst>
              </p:cNvPr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3" name="Google Shape;5554;p47">
                <a:extLst>
                  <a:ext uri="{FF2B5EF4-FFF2-40B4-BE49-F238E27FC236}">
                    <a16:creationId xmlns:a16="http://schemas.microsoft.com/office/drawing/2014/main" id="{6F903992-66A5-251C-303C-47A3C7744A8C}"/>
                  </a:ext>
                </a:extLst>
              </p:cNvPr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4" name="Google Shape;5555;p47">
                <a:extLst>
                  <a:ext uri="{FF2B5EF4-FFF2-40B4-BE49-F238E27FC236}">
                    <a16:creationId xmlns:a16="http://schemas.microsoft.com/office/drawing/2014/main" id="{3391CF07-5A56-CE27-E20A-E9F612E3B760}"/>
                  </a:ext>
                </a:extLst>
              </p:cNvPr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5" name="Google Shape;5556;p47">
                <a:extLst>
                  <a:ext uri="{FF2B5EF4-FFF2-40B4-BE49-F238E27FC236}">
                    <a16:creationId xmlns:a16="http://schemas.microsoft.com/office/drawing/2014/main" id="{5FE98A4F-4C22-5FB2-5318-1370409152D0}"/>
                  </a:ext>
                </a:extLst>
              </p:cNvPr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6" name="Google Shape;5557;p47">
                <a:extLst>
                  <a:ext uri="{FF2B5EF4-FFF2-40B4-BE49-F238E27FC236}">
                    <a16:creationId xmlns:a16="http://schemas.microsoft.com/office/drawing/2014/main" id="{0CB88DA9-7DDA-763A-4FE9-7E7E7995F93B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7" name="Google Shape;5558;p47">
                <a:extLst>
                  <a:ext uri="{FF2B5EF4-FFF2-40B4-BE49-F238E27FC236}">
                    <a16:creationId xmlns:a16="http://schemas.microsoft.com/office/drawing/2014/main" id="{A9E7666C-53DC-C598-55C2-F0305088B866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8" name="Google Shape;5559;p47">
                <a:extLst>
                  <a:ext uri="{FF2B5EF4-FFF2-40B4-BE49-F238E27FC236}">
                    <a16:creationId xmlns:a16="http://schemas.microsoft.com/office/drawing/2014/main" id="{738772DF-3BAB-38D3-AF16-C2AC893ACB4A}"/>
                  </a:ext>
                </a:extLst>
              </p:cNvPr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9" name="Google Shape;5560;p47">
                <a:extLst>
                  <a:ext uri="{FF2B5EF4-FFF2-40B4-BE49-F238E27FC236}">
                    <a16:creationId xmlns:a16="http://schemas.microsoft.com/office/drawing/2014/main" id="{365F8199-5A7F-14C8-42DF-902C2F08BED0}"/>
                  </a:ext>
                </a:extLst>
              </p:cNvPr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0" name="Google Shape;5561;p47">
                <a:extLst>
                  <a:ext uri="{FF2B5EF4-FFF2-40B4-BE49-F238E27FC236}">
                    <a16:creationId xmlns:a16="http://schemas.microsoft.com/office/drawing/2014/main" id="{E5E0895E-1948-F868-3756-BEB0FAB4A04C}"/>
                  </a:ext>
                </a:extLst>
              </p:cNvPr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1" name="Google Shape;5562;p47">
                <a:extLst>
                  <a:ext uri="{FF2B5EF4-FFF2-40B4-BE49-F238E27FC236}">
                    <a16:creationId xmlns:a16="http://schemas.microsoft.com/office/drawing/2014/main" id="{9EE27B2B-A535-19BE-F164-604354C89667}"/>
                  </a:ext>
                </a:extLst>
              </p:cNvPr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2" name="Google Shape;5563;p47">
                <a:extLst>
                  <a:ext uri="{FF2B5EF4-FFF2-40B4-BE49-F238E27FC236}">
                    <a16:creationId xmlns:a16="http://schemas.microsoft.com/office/drawing/2014/main" id="{05AE9DE4-2743-00D8-986D-13041426BDB1}"/>
                  </a:ext>
                </a:extLst>
              </p:cNvPr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3" name="Google Shape;5564;p47">
                <a:extLst>
                  <a:ext uri="{FF2B5EF4-FFF2-40B4-BE49-F238E27FC236}">
                    <a16:creationId xmlns:a16="http://schemas.microsoft.com/office/drawing/2014/main" id="{EF1E42F6-5973-9280-E4AB-21F3CD408F00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4" name="Google Shape;5565;p47">
                <a:extLst>
                  <a:ext uri="{FF2B5EF4-FFF2-40B4-BE49-F238E27FC236}">
                    <a16:creationId xmlns:a16="http://schemas.microsoft.com/office/drawing/2014/main" id="{0E9EE977-4DE5-BEDA-4D1D-C558481B85AC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5" name="Google Shape;5566;p47">
                <a:extLst>
                  <a:ext uri="{FF2B5EF4-FFF2-40B4-BE49-F238E27FC236}">
                    <a16:creationId xmlns:a16="http://schemas.microsoft.com/office/drawing/2014/main" id="{9A4DE0C2-D865-5A21-7563-01BD431A0E91}"/>
                  </a:ext>
                </a:extLst>
              </p:cNvPr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6" name="Google Shape;5567;p47">
                <a:extLst>
                  <a:ext uri="{FF2B5EF4-FFF2-40B4-BE49-F238E27FC236}">
                    <a16:creationId xmlns:a16="http://schemas.microsoft.com/office/drawing/2014/main" id="{633285B9-E684-1C31-5C0B-309B86A44E9B}"/>
                  </a:ext>
                </a:extLst>
              </p:cNvPr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7" name="Google Shape;5568;p47">
                <a:extLst>
                  <a:ext uri="{FF2B5EF4-FFF2-40B4-BE49-F238E27FC236}">
                    <a16:creationId xmlns:a16="http://schemas.microsoft.com/office/drawing/2014/main" id="{3E08118D-E283-47A5-752D-A63C2A108EEE}"/>
                  </a:ext>
                </a:extLst>
              </p:cNvPr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8" name="Google Shape;5569;p47">
                <a:extLst>
                  <a:ext uri="{FF2B5EF4-FFF2-40B4-BE49-F238E27FC236}">
                    <a16:creationId xmlns:a16="http://schemas.microsoft.com/office/drawing/2014/main" id="{C279831E-DF2F-556A-0F73-C94FD2424AEE}"/>
                  </a:ext>
                </a:extLst>
              </p:cNvPr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9" name="Google Shape;5570;p47">
                <a:extLst>
                  <a:ext uri="{FF2B5EF4-FFF2-40B4-BE49-F238E27FC236}">
                    <a16:creationId xmlns:a16="http://schemas.microsoft.com/office/drawing/2014/main" id="{64007973-15ED-1803-4056-440CFDAFBEC7}"/>
                  </a:ext>
                </a:extLst>
              </p:cNvPr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0" name="Google Shape;5571;p47">
                <a:extLst>
                  <a:ext uri="{FF2B5EF4-FFF2-40B4-BE49-F238E27FC236}">
                    <a16:creationId xmlns:a16="http://schemas.microsoft.com/office/drawing/2014/main" id="{31DE9849-08B7-8AA5-F9C1-F2D28C549066}"/>
                  </a:ext>
                </a:extLst>
              </p:cNvPr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1" name="Google Shape;5572;p47">
                <a:extLst>
                  <a:ext uri="{FF2B5EF4-FFF2-40B4-BE49-F238E27FC236}">
                    <a16:creationId xmlns:a16="http://schemas.microsoft.com/office/drawing/2014/main" id="{648AE4CC-A9E6-6112-82F5-4E8AF3EED867}"/>
                  </a:ext>
                </a:extLst>
              </p:cNvPr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2" name="Google Shape;5573;p47">
                <a:extLst>
                  <a:ext uri="{FF2B5EF4-FFF2-40B4-BE49-F238E27FC236}">
                    <a16:creationId xmlns:a16="http://schemas.microsoft.com/office/drawing/2014/main" id="{6F70E978-893B-A9F9-AAED-9F9F4629802A}"/>
                  </a:ext>
                </a:extLst>
              </p:cNvPr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3" name="Google Shape;5574;p47">
                <a:extLst>
                  <a:ext uri="{FF2B5EF4-FFF2-40B4-BE49-F238E27FC236}">
                    <a16:creationId xmlns:a16="http://schemas.microsoft.com/office/drawing/2014/main" id="{1D095512-5C2E-A5DA-A658-A9695A36D346}"/>
                  </a:ext>
                </a:extLst>
              </p:cNvPr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4" name="Google Shape;5575;p47">
                <a:extLst>
                  <a:ext uri="{FF2B5EF4-FFF2-40B4-BE49-F238E27FC236}">
                    <a16:creationId xmlns:a16="http://schemas.microsoft.com/office/drawing/2014/main" id="{4E402D02-436D-2D86-E866-8D397B8971E4}"/>
                  </a:ext>
                </a:extLst>
              </p:cNvPr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5" name="Google Shape;5576;p47">
                <a:extLst>
                  <a:ext uri="{FF2B5EF4-FFF2-40B4-BE49-F238E27FC236}">
                    <a16:creationId xmlns:a16="http://schemas.microsoft.com/office/drawing/2014/main" id="{2FBC5EC7-3069-C92F-445D-653400685539}"/>
                  </a:ext>
                </a:extLst>
              </p:cNvPr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6" name="Google Shape;5577;p47">
                <a:extLst>
                  <a:ext uri="{FF2B5EF4-FFF2-40B4-BE49-F238E27FC236}">
                    <a16:creationId xmlns:a16="http://schemas.microsoft.com/office/drawing/2014/main" id="{68AFEC98-993E-4E08-EDBA-DA6FC7763B75}"/>
                  </a:ext>
                </a:extLst>
              </p:cNvPr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7" name="Google Shape;5578;p47">
                <a:extLst>
                  <a:ext uri="{FF2B5EF4-FFF2-40B4-BE49-F238E27FC236}">
                    <a16:creationId xmlns:a16="http://schemas.microsoft.com/office/drawing/2014/main" id="{ACADAE70-71E3-07AD-F889-FC9834923A82}"/>
                  </a:ext>
                </a:extLst>
              </p:cNvPr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8" name="Google Shape;5579;p47">
                <a:extLst>
                  <a:ext uri="{FF2B5EF4-FFF2-40B4-BE49-F238E27FC236}">
                    <a16:creationId xmlns:a16="http://schemas.microsoft.com/office/drawing/2014/main" id="{82BCB2A4-1A52-21FE-0349-C60909CC9CA6}"/>
                  </a:ext>
                </a:extLst>
              </p:cNvPr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8" name="Google Shape;5580;p47">
              <a:extLst>
                <a:ext uri="{FF2B5EF4-FFF2-40B4-BE49-F238E27FC236}">
                  <a16:creationId xmlns:a16="http://schemas.microsoft.com/office/drawing/2014/main" id="{DE0F1AD6-265E-695E-EDDC-5A19A5C7A60C}"/>
                </a:ext>
              </a:extLst>
            </p:cNvPr>
            <p:cNvGrpSpPr/>
            <p:nvPr/>
          </p:nvGrpSpPr>
          <p:grpSpPr>
            <a:xfrm>
              <a:off x="7798664" y="783526"/>
              <a:ext cx="516340" cy="1362905"/>
              <a:chOff x="9791151" y="-1806999"/>
              <a:chExt cx="516340" cy="1362905"/>
            </a:xfrm>
          </p:grpSpPr>
          <p:sp>
            <p:nvSpPr>
              <p:cNvPr id="1712" name="Google Shape;5581;p47">
                <a:extLst>
                  <a:ext uri="{FF2B5EF4-FFF2-40B4-BE49-F238E27FC236}">
                    <a16:creationId xmlns:a16="http://schemas.microsoft.com/office/drawing/2014/main" id="{477E673C-E29B-53F4-D490-C10AC3A03A87}"/>
                  </a:ext>
                </a:extLst>
              </p:cNvPr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3" name="Google Shape;5582;p47">
                <a:extLst>
                  <a:ext uri="{FF2B5EF4-FFF2-40B4-BE49-F238E27FC236}">
                    <a16:creationId xmlns:a16="http://schemas.microsoft.com/office/drawing/2014/main" id="{6BF7D06F-8C5E-37E0-E0BB-AA6B024BDEBB}"/>
                  </a:ext>
                </a:extLst>
              </p:cNvPr>
              <p:cNvSpPr/>
              <p:nvPr/>
            </p:nvSpPr>
            <p:spPr>
              <a:xfrm>
                <a:off x="9989978" y="-884287"/>
                <a:ext cx="15520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4" name="Google Shape;5583;p47">
                <a:extLst>
                  <a:ext uri="{FF2B5EF4-FFF2-40B4-BE49-F238E27FC236}">
                    <a16:creationId xmlns:a16="http://schemas.microsoft.com/office/drawing/2014/main" id="{A71D711D-7EB2-4306-D711-3AE8FBA0C4A8}"/>
                  </a:ext>
                </a:extLst>
              </p:cNvPr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5" name="Google Shape;5584;p47">
                <a:extLst>
                  <a:ext uri="{FF2B5EF4-FFF2-40B4-BE49-F238E27FC236}">
                    <a16:creationId xmlns:a16="http://schemas.microsoft.com/office/drawing/2014/main" id="{05F37F18-ED3B-0A8B-2A2B-6DDF2F346342}"/>
                  </a:ext>
                </a:extLst>
              </p:cNvPr>
              <p:cNvSpPr/>
              <p:nvPr/>
            </p:nvSpPr>
            <p:spPr>
              <a:xfrm>
                <a:off x="9986057" y="-876608"/>
                <a:ext cx="19441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6" name="Google Shape;5585;p47">
                <a:extLst>
                  <a:ext uri="{FF2B5EF4-FFF2-40B4-BE49-F238E27FC236}">
                    <a16:creationId xmlns:a16="http://schemas.microsoft.com/office/drawing/2014/main" id="{F187A255-F628-2542-345E-FD048433E72E}"/>
                  </a:ext>
                </a:extLst>
              </p:cNvPr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7" name="Google Shape;5586;p47">
                <a:extLst>
                  <a:ext uri="{FF2B5EF4-FFF2-40B4-BE49-F238E27FC236}">
                    <a16:creationId xmlns:a16="http://schemas.microsoft.com/office/drawing/2014/main" id="{8D6F33CC-6617-008A-0C68-524F38F8C2E6}"/>
                  </a:ext>
                </a:extLst>
              </p:cNvPr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8" name="Google Shape;5587;p47">
                <a:extLst>
                  <a:ext uri="{FF2B5EF4-FFF2-40B4-BE49-F238E27FC236}">
                    <a16:creationId xmlns:a16="http://schemas.microsoft.com/office/drawing/2014/main" id="{9AB84269-7138-6296-2849-242B98E169E8}"/>
                  </a:ext>
                </a:extLst>
              </p:cNvPr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9" name="Google Shape;5588;p47">
                <a:extLst>
                  <a:ext uri="{FF2B5EF4-FFF2-40B4-BE49-F238E27FC236}">
                    <a16:creationId xmlns:a16="http://schemas.microsoft.com/office/drawing/2014/main" id="{DB64690A-DC50-1BA5-DA50-3DB23F2CB011}"/>
                  </a:ext>
                </a:extLst>
              </p:cNvPr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0" name="Google Shape;5589;p47">
                <a:extLst>
                  <a:ext uri="{FF2B5EF4-FFF2-40B4-BE49-F238E27FC236}">
                    <a16:creationId xmlns:a16="http://schemas.microsoft.com/office/drawing/2014/main" id="{12CB47D7-C458-FC96-A4E0-797A16287E55}"/>
                  </a:ext>
                </a:extLst>
              </p:cNvPr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1" name="Google Shape;5590;p47">
                <a:extLst>
                  <a:ext uri="{FF2B5EF4-FFF2-40B4-BE49-F238E27FC236}">
                    <a16:creationId xmlns:a16="http://schemas.microsoft.com/office/drawing/2014/main" id="{C3661BC0-6A3D-99A0-0AAD-758A67116F71}"/>
                  </a:ext>
                </a:extLst>
              </p:cNvPr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2" name="Google Shape;5591;p47">
                <a:extLst>
                  <a:ext uri="{FF2B5EF4-FFF2-40B4-BE49-F238E27FC236}">
                    <a16:creationId xmlns:a16="http://schemas.microsoft.com/office/drawing/2014/main" id="{E9838FD0-3892-B816-36CB-81D5A6B9CE7C}"/>
                  </a:ext>
                </a:extLst>
              </p:cNvPr>
              <p:cNvSpPr/>
              <p:nvPr/>
            </p:nvSpPr>
            <p:spPr>
              <a:xfrm>
                <a:off x="10111529" y="-953732"/>
                <a:ext cx="11763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3" name="Google Shape;5592;p47">
                <a:extLst>
                  <a:ext uri="{FF2B5EF4-FFF2-40B4-BE49-F238E27FC236}">
                    <a16:creationId xmlns:a16="http://schemas.microsoft.com/office/drawing/2014/main" id="{27492D97-40B7-6564-997A-8B53446AB997}"/>
                  </a:ext>
                </a:extLst>
              </p:cNvPr>
              <p:cNvSpPr/>
              <p:nvPr/>
            </p:nvSpPr>
            <p:spPr>
              <a:xfrm>
                <a:off x="10123128" y="-955692"/>
                <a:ext cx="21402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4" name="Google Shape;5593;p47">
                <a:extLst>
                  <a:ext uri="{FF2B5EF4-FFF2-40B4-BE49-F238E27FC236}">
                    <a16:creationId xmlns:a16="http://schemas.microsoft.com/office/drawing/2014/main" id="{A7357154-448C-F6CD-6522-15F6C03D639D}"/>
                  </a:ext>
                </a:extLst>
              </p:cNvPr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5" name="Google Shape;5594;p47">
                <a:extLst>
                  <a:ext uri="{FF2B5EF4-FFF2-40B4-BE49-F238E27FC236}">
                    <a16:creationId xmlns:a16="http://schemas.microsoft.com/office/drawing/2014/main" id="{82083388-2F07-E163-061A-AB22DB2475E3}"/>
                  </a:ext>
                </a:extLst>
              </p:cNvPr>
              <p:cNvSpPr/>
              <p:nvPr/>
            </p:nvSpPr>
            <p:spPr>
              <a:xfrm>
                <a:off x="10090290" y="-1179549"/>
                <a:ext cx="71557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6" name="Google Shape;5595;p47">
                <a:extLst>
                  <a:ext uri="{FF2B5EF4-FFF2-40B4-BE49-F238E27FC236}">
                    <a16:creationId xmlns:a16="http://schemas.microsoft.com/office/drawing/2014/main" id="{0F6F4891-1AE8-51B9-F718-C9B269A19075}"/>
                  </a:ext>
                </a:extLst>
              </p:cNvPr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7" name="Google Shape;5596;p47">
                <a:extLst>
                  <a:ext uri="{FF2B5EF4-FFF2-40B4-BE49-F238E27FC236}">
                    <a16:creationId xmlns:a16="http://schemas.microsoft.com/office/drawing/2014/main" id="{E9962907-0C53-F158-699C-DB23CAFC15FD}"/>
                  </a:ext>
                </a:extLst>
              </p:cNvPr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8" name="Google Shape;5597;p47">
                <a:extLst>
                  <a:ext uri="{FF2B5EF4-FFF2-40B4-BE49-F238E27FC236}">
                    <a16:creationId xmlns:a16="http://schemas.microsoft.com/office/drawing/2014/main" id="{15BD5CBD-DA98-5F73-B216-CF7F20735FD9}"/>
                  </a:ext>
                </a:extLst>
              </p:cNvPr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9" name="Google Shape;5598;p47">
                <a:extLst>
                  <a:ext uri="{FF2B5EF4-FFF2-40B4-BE49-F238E27FC236}">
                    <a16:creationId xmlns:a16="http://schemas.microsoft.com/office/drawing/2014/main" id="{359CAF1D-5076-9363-0512-0407381DD0B0}"/>
                  </a:ext>
                </a:extLst>
              </p:cNvPr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0" name="Google Shape;5599;p47">
                <a:extLst>
                  <a:ext uri="{FF2B5EF4-FFF2-40B4-BE49-F238E27FC236}">
                    <a16:creationId xmlns:a16="http://schemas.microsoft.com/office/drawing/2014/main" id="{419B4E4B-D2EC-C592-5F58-D0BC40A6D12C}"/>
                  </a:ext>
                </a:extLst>
              </p:cNvPr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1" name="Google Shape;5600;p47">
                <a:extLst>
                  <a:ext uri="{FF2B5EF4-FFF2-40B4-BE49-F238E27FC236}">
                    <a16:creationId xmlns:a16="http://schemas.microsoft.com/office/drawing/2014/main" id="{A263334C-7038-BD65-F6B3-27608725E974}"/>
                  </a:ext>
                </a:extLst>
              </p:cNvPr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2" name="Google Shape;5601;p47">
                <a:extLst>
                  <a:ext uri="{FF2B5EF4-FFF2-40B4-BE49-F238E27FC236}">
                    <a16:creationId xmlns:a16="http://schemas.microsoft.com/office/drawing/2014/main" id="{44ABA258-F3AF-E970-59D8-474CFF203B77}"/>
                  </a:ext>
                </a:extLst>
              </p:cNvPr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3" name="Google Shape;5602;p47">
                <a:extLst>
                  <a:ext uri="{FF2B5EF4-FFF2-40B4-BE49-F238E27FC236}">
                    <a16:creationId xmlns:a16="http://schemas.microsoft.com/office/drawing/2014/main" id="{540707AE-FE43-ADF1-67AB-18BBD5C865C9}"/>
                  </a:ext>
                </a:extLst>
              </p:cNvPr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4" name="Google Shape;5603;p47">
                <a:extLst>
                  <a:ext uri="{FF2B5EF4-FFF2-40B4-BE49-F238E27FC236}">
                    <a16:creationId xmlns:a16="http://schemas.microsoft.com/office/drawing/2014/main" id="{91243895-5510-2345-03C6-FB9AF69746CE}"/>
                  </a:ext>
                </a:extLst>
              </p:cNvPr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5" name="Google Shape;5604;p47">
                <a:extLst>
                  <a:ext uri="{FF2B5EF4-FFF2-40B4-BE49-F238E27FC236}">
                    <a16:creationId xmlns:a16="http://schemas.microsoft.com/office/drawing/2014/main" id="{021D71DD-C3D7-1F79-3381-63FB38AA39BC}"/>
                  </a:ext>
                </a:extLst>
              </p:cNvPr>
              <p:cNvSpPr/>
              <p:nvPr/>
            </p:nvSpPr>
            <p:spPr>
              <a:xfrm>
                <a:off x="10223440" y="-1243274"/>
                <a:ext cx="61918" cy="26258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6" name="Google Shape;5605;p47">
                <a:extLst>
                  <a:ext uri="{FF2B5EF4-FFF2-40B4-BE49-F238E27FC236}">
                    <a16:creationId xmlns:a16="http://schemas.microsoft.com/office/drawing/2014/main" id="{5BC4BBCA-A734-DEDD-CE92-B862A569A665}"/>
                  </a:ext>
                </a:extLst>
              </p:cNvPr>
              <p:cNvSpPr/>
              <p:nvPr/>
            </p:nvSpPr>
            <p:spPr>
              <a:xfrm>
                <a:off x="9980176" y="-1625463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7" name="Google Shape;5606;p47">
                <a:extLst>
                  <a:ext uri="{FF2B5EF4-FFF2-40B4-BE49-F238E27FC236}">
                    <a16:creationId xmlns:a16="http://schemas.microsoft.com/office/drawing/2014/main" id="{5137ED16-1CCD-E0CC-3143-AEBFF85460E6}"/>
                  </a:ext>
                </a:extLst>
              </p:cNvPr>
              <p:cNvSpPr/>
              <p:nvPr/>
            </p:nvSpPr>
            <p:spPr>
              <a:xfrm>
                <a:off x="9920380" y="-1418928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8" name="Google Shape;5607;p47">
                <a:extLst>
                  <a:ext uri="{FF2B5EF4-FFF2-40B4-BE49-F238E27FC236}">
                    <a16:creationId xmlns:a16="http://schemas.microsoft.com/office/drawing/2014/main" id="{8F5F90C0-5A5D-6F4B-ABE8-7E01197F17D2}"/>
                  </a:ext>
                </a:extLst>
              </p:cNvPr>
              <p:cNvSpPr/>
              <p:nvPr/>
            </p:nvSpPr>
            <p:spPr>
              <a:xfrm>
                <a:off x="9791151" y="-1588862"/>
                <a:ext cx="139030" cy="66421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9" name="Google Shape;5608;p47">
                <a:extLst>
                  <a:ext uri="{FF2B5EF4-FFF2-40B4-BE49-F238E27FC236}">
                    <a16:creationId xmlns:a16="http://schemas.microsoft.com/office/drawing/2014/main" id="{52256DBC-1C8B-98EE-A559-D66A1D41C4EE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740" name="Google Shape;5609;p47">
                <a:extLst>
                  <a:ext uri="{FF2B5EF4-FFF2-40B4-BE49-F238E27FC236}">
                    <a16:creationId xmlns:a16="http://schemas.microsoft.com/office/drawing/2014/main" id="{180EF669-139E-DC25-F510-F1726E735BDA}"/>
                  </a:ext>
                </a:extLst>
              </p:cNvPr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1749" name="Google Shape;5610;p47">
                  <a:extLst>
                    <a:ext uri="{FF2B5EF4-FFF2-40B4-BE49-F238E27FC236}">
                      <a16:creationId xmlns:a16="http://schemas.microsoft.com/office/drawing/2014/main" id="{3B5B9B29-EEDA-D2B2-79CE-3E492B0BF216}"/>
                    </a:ext>
                  </a:extLst>
                </p:cNvPr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0" name="Google Shape;5611;p47">
                  <a:extLst>
                    <a:ext uri="{FF2B5EF4-FFF2-40B4-BE49-F238E27FC236}">
                      <a16:creationId xmlns:a16="http://schemas.microsoft.com/office/drawing/2014/main" id="{B491FDD4-D278-B846-97C4-B241F0DD2EBB}"/>
                    </a:ext>
                  </a:extLst>
                </p:cNvPr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1" name="Google Shape;5612;p47">
                  <a:extLst>
                    <a:ext uri="{FF2B5EF4-FFF2-40B4-BE49-F238E27FC236}">
                      <a16:creationId xmlns:a16="http://schemas.microsoft.com/office/drawing/2014/main" id="{4907541A-036F-7F4F-F223-839EDC4A27DA}"/>
                    </a:ext>
                  </a:extLst>
                </p:cNvPr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2" name="Google Shape;5613;p47">
                  <a:extLst>
                    <a:ext uri="{FF2B5EF4-FFF2-40B4-BE49-F238E27FC236}">
                      <a16:creationId xmlns:a16="http://schemas.microsoft.com/office/drawing/2014/main" id="{F9A9D704-7FAE-8302-2992-BA18DE8B8A47}"/>
                    </a:ext>
                  </a:extLst>
                </p:cNvPr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3" name="Google Shape;5614;p47">
                  <a:extLst>
                    <a:ext uri="{FF2B5EF4-FFF2-40B4-BE49-F238E27FC236}">
                      <a16:creationId xmlns:a16="http://schemas.microsoft.com/office/drawing/2014/main" id="{DC2473EE-95B1-5ED9-C2CB-215B8A7FD583}"/>
                    </a:ext>
                  </a:extLst>
                </p:cNvPr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4" name="Google Shape;5615;p47">
                  <a:extLst>
                    <a:ext uri="{FF2B5EF4-FFF2-40B4-BE49-F238E27FC236}">
                      <a16:creationId xmlns:a16="http://schemas.microsoft.com/office/drawing/2014/main" id="{C4FF4C28-0CCA-D00A-A6A1-603B197636FE}"/>
                    </a:ext>
                  </a:extLst>
                </p:cNvPr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741" name="Google Shape;5616;p47">
                <a:extLst>
                  <a:ext uri="{FF2B5EF4-FFF2-40B4-BE49-F238E27FC236}">
                    <a16:creationId xmlns:a16="http://schemas.microsoft.com/office/drawing/2014/main" id="{A5F60B03-1993-D5D6-861F-1D3179282998}"/>
                  </a:ext>
                </a:extLst>
              </p:cNvPr>
              <p:cNvSpPr/>
              <p:nvPr/>
            </p:nvSpPr>
            <p:spPr>
              <a:xfrm>
                <a:off x="9988009" y="-1632074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2" name="Google Shape;5617;p47">
                <a:extLst>
                  <a:ext uri="{FF2B5EF4-FFF2-40B4-BE49-F238E27FC236}">
                    <a16:creationId xmlns:a16="http://schemas.microsoft.com/office/drawing/2014/main" id="{3AC4584F-79A0-F5A5-3015-E95920A3E6B0}"/>
                  </a:ext>
                </a:extLst>
              </p:cNvPr>
              <p:cNvSpPr/>
              <p:nvPr/>
            </p:nvSpPr>
            <p:spPr>
              <a:xfrm>
                <a:off x="9928213" y="-1425539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3" name="Google Shape;5618;p47">
                <a:extLst>
                  <a:ext uri="{FF2B5EF4-FFF2-40B4-BE49-F238E27FC236}">
                    <a16:creationId xmlns:a16="http://schemas.microsoft.com/office/drawing/2014/main" id="{6DD5E26D-6A27-449F-945E-C70C0168A672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4" name="Google Shape;5619;p47">
                <a:extLst>
                  <a:ext uri="{FF2B5EF4-FFF2-40B4-BE49-F238E27FC236}">
                    <a16:creationId xmlns:a16="http://schemas.microsoft.com/office/drawing/2014/main" id="{AE9AB840-4CFE-0BAD-606F-0906C81E77E4}"/>
                  </a:ext>
                </a:extLst>
              </p:cNvPr>
              <p:cNvSpPr/>
              <p:nvPr/>
            </p:nvSpPr>
            <p:spPr>
              <a:xfrm>
                <a:off x="9929120" y="-1725782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5" name="Google Shape;5620;p47">
                <a:extLst>
                  <a:ext uri="{FF2B5EF4-FFF2-40B4-BE49-F238E27FC236}">
                    <a16:creationId xmlns:a16="http://schemas.microsoft.com/office/drawing/2014/main" id="{387732D6-5837-AB67-C2E3-9B079949A2B8}"/>
                  </a:ext>
                </a:extLst>
              </p:cNvPr>
              <p:cNvSpPr/>
              <p:nvPr/>
            </p:nvSpPr>
            <p:spPr>
              <a:xfrm>
                <a:off x="9928222" y="-1725790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6" name="Google Shape;5621;p47">
                <a:extLst>
                  <a:ext uri="{FF2B5EF4-FFF2-40B4-BE49-F238E27FC236}">
                    <a16:creationId xmlns:a16="http://schemas.microsoft.com/office/drawing/2014/main" id="{11EB555D-C563-4726-900D-6E23074219C1}"/>
                  </a:ext>
                </a:extLst>
              </p:cNvPr>
              <p:cNvSpPr/>
              <p:nvPr/>
            </p:nvSpPr>
            <p:spPr>
              <a:xfrm>
                <a:off x="9970536" y="-1183470"/>
                <a:ext cx="90998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7" name="Google Shape;5622;p47">
                <a:extLst>
                  <a:ext uri="{FF2B5EF4-FFF2-40B4-BE49-F238E27FC236}">
                    <a16:creationId xmlns:a16="http://schemas.microsoft.com/office/drawing/2014/main" id="{4B6B43C9-B81C-112F-F89F-FE9106DCD3D3}"/>
                  </a:ext>
                </a:extLst>
              </p:cNvPr>
              <p:cNvSpPr/>
              <p:nvPr/>
            </p:nvSpPr>
            <p:spPr>
              <a:xfrm>
                <a:off x="10096008" y="-1254875"/>
                <a:ext cx="90835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8" name="Google Shape;5623;p47">
                <a:extLst>
                  <a:ext uri="{FF2B5EF4-FFF2-40B4-BE49-F238E27FC236}">
                    <a16:creationId xmlns:a16="http://schemas.microsoft.com/office/drawing/2014/main" id="{0CDB1686-3944-77C6-3061-240ADDB08098}"/>
                  </a:ext>
                </a:extLst>
              </p:cNvPr>
              <p:cNvSpPr/>
              <p:nvPr/>
            </p:nvSpPr>
            <p:spPr>
              <a:xfrm>
                <a:off x="9970536" y="-1167947"/>
                <a:ext cx="218266" cy="187254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9" name="Google Shape;5624;p47">
              <a:extLst>
                <a:ext uri="{FF2B5EF4-FFF2-40B4-BE49-F238E27FC236}">
                  <a16:creationId xmlns:a16="http://schemas.microsoft.com/office/drawing/2014/main" id="{FBE90A1D-9E97-7C3C-DF21-65404DD541CD}"/>
                </a:ext>
              </a:extLst>
            </p:cNvPr>
            <p:cNvGrpSpPr/>
            <p:nvPr/>
          </p:nvGrpSpPr>
          <p:grpSpPr>
            <a:xfrm>
              <a:off x="5539048" y="1488900"/>
              <a:ext cx="301969" cy="562336"/>
              <a:chOff x="7686885" y="2546950"/>
              <a:chExt cx="301969" cy="562336"/>
            </a:xfrm>
          </p:grpSpPr>
          <p:sp>
            <p:nvSpPr>
              <p:cNvPr id="1703" name="Google Shape;5625;p47">
                <a:extLst>
                  <a:ext uri="{FF2B5EF4-FFF2-40B4-BE49-F238E27FC236}">
                    <a16:creationId xmlns:a16="http://schemas.microsoft.com/office/drawing/2014/main" id="{573E9702-5A4F-0826-D946-142E720ED07D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4" name="Google Shape;5626;p47">
                <a:extLst>
                  <a:ext uri="{FF2B5EF4-FFF2-40B4-BE49-F238E27FC236}">
                    <a16:creationId xmlns:a16="http://schemas.microsoft.com/office/drawing/2014/main" id="{72B765E6-8DA1-855C-4BAC-52738CA3C1A5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5" name="Google Shape;5627;p47">
                <a:extLst>
                  <a:ext uri="{FF2B5EF4-FFF2-40B4-BE49-F238E27FC236}">
                    <a16:creationId xmlns:a16="http://schemas.microsoft.com/office/drawing/2014/main" id="{AD65713C-8E3D-1E1F-B444-8793AF646DE2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6" name="Google Shape;5628;p47">
                <a:extLst>
                  <a:ext uri="{FF2B5EF4-FFF2-40B4-BE49-F238E27FC236}">
                    <a16:creationId xmlns:a16="http://schemas.microsoft.com/office/drawing/2014/main" id="{F9717FFA-ACE8-65A4-A0C1-72801746F5BC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7" name="Google Shape;5629;p47">
                <a:extLst>
                  <a:ext uri="{FF2B5EF4-FFF2-40B4-BE49-F238E27FC236}">
                    <a16:creationId xmlns:a16="http://schemas.microsoft.com/office/drawing/2014/main" id="{2E28239E-E079-6825-D514-AB8CD5BC5CD6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8" name="Google Shape;5630;p47">
                <a:extLst>
                  <a:ext uri="{FF2B5EF4-FFF2-40B4-BE49-F238E27FC236}">
                    <a16:creationId xmlns:a16="http://schemas.microsoft.com/office/drawing/2014/main" id="{9C092A96-D421-AAAC-0628-3DFB1A2780E1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9" name="Google Shape;5631;p47">
                <a:extLst>
                  <a:ext uri="{FF2B5EF4-FFF2-40B4-BE49-F238E27FC236}">
                    <a16:creationId xmlns:a16="http://schemas.microsoft.com/office/drawing/2014/main" id="{21F35F01-4B4E-AB3E-88CE-832AAE85E5F7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0" name="Google Shape;5632;p47">
                <a:extLst>
                  <a:ext uri="{FF2B5EF4-FFF2-40B4-BE49-F238E27FC236}">
                    <a16:creationId xmlns:a16="http://schemas.microsoft.com/office/drawing/2014/main" id="{8059AA19-0EE6-4671-5BD9-42B86FE2934D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1" name="Google Shape;5633;p47">
                <a:extLst>
                  <a:ext uri="{FF2B5EF4-FFF2-40B4-BE49-F238E27FC236}">
                    <a16:creationId xmlns:a16="http://schemas.microsoft.com/office/drawing/2014/main" id="{91C0518B-3AB9-5058-2CDF-1AAC72BDA16E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300" name="Google Shape;5634;p47">
              <a:extLst>
                <a:ext uri="{FF2B5EF4-FFF2-40B4-BE49-F238E27FC236}">
                  <a16:creationId xmlns:a16="http://schemas.microsoft.com/office/drawing/2014/main" id="{B9FB31BF-4D89-F3A1-E349-1E8FFC149448}"/>
                </a:ext>
              </a:extLst>
            </p:cNvPr>
            <p:cNvGrpSpPr/>
            <p:nvPr/>
          </p:nvGrpSpPr>
          <p:grpSpPr>
            <a:xfrm>
              <a:off x="6049022" y="2051232"/>
              <a:ext cx="2024473" cy="1195059"/>
              <a:chOff x="9812585" y="6334891"/>
              <a:chExt cx="3062279" cy="1807682"/>
            </a:xfrm>
          </p:grpSpPr>
          <p:sp>
            <p:nvSpPr>
              <p:cNvPr id="1301" name="Google Shape;5635;p47">
                <a:extLst>
                  <a:ext uri="{FF2B5EF4-FFF2-40B4-BE49-F238E27FC236}">
                    <a16:creationId xmlns:a16="http://schemas.microsoft.com/office/drawing/2014/main" id="{A8B045A4-326B-A7A3-4782-6D3F586FE483}"/>
                  </a:ext>
                </a:extLst>
              </p:cNvPr>
              <p:cNvSpPr/>
              <p:nvPr/>
            </p:nvSpPr>
            <p:spPr>
              <a:xfrm flipH="1">
                <a:off x="11342560" y="7218955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2" name="Google Shape;5636;p47">
                <a:extLst>
                  <a:ext uri="{FF2B5EF4-FFF2-40B4-BE49-F238E27FC236}">
                    <a16:creationId xmlns:a16="http://schemas.microsoft.com/office/drawing/2014/main" id="{685247DD-2840-864C-EABA-539D54803F06}"/>
                  </a:ext>
                </a:extLst>
              </p:cNvPr>
              <p:cNvSpPr/>
              <p:nvPr/>
            </p:nvSpPr>
            <p:spPr>
              <a:xfrm flipH="1">
                <a:off x="9817984" y="6334891"/>
                <a:ext cx="3056880" cy="1769678"/>
              </a:xfrm>
              <a:custGeom>
                <a:avLst/>
                <a:gdLst/>
                <a:ahLst/>
                <a:cxnLst/>
                <a:rect l="l" t="t" r="r" b="b"/>
                <a:pathLst>
                  <a:path w="23734" h="13740" extrusionOk="0">
                    <a:moveTo>
                      <a:pt x="11826" y="1"/>
                    </a:moveTo>
                    <a:lnTo>
                      <a:pt x="8849" y="1725"/>
                    </a:lnTo>
                    <a:lnTo>
                      <a:pt x="8589" y="1867"/>
                    </a:lnTo>
                    <a:lnTo>
                      <a:pt x="8140" y="2139"/>
                    </a:lnTo>
                    <a:lnTo>
                      <a:pt x="7880" y="2281"/>
                    </a:lnTo>
                    <a:lnTo>
                      <a:pt x="6144" y="3297"/>
                    </a:lnTo>
                    <a:lnTo>
                      <a:pt x="5778" y="3509"/>
                    </a:lnTo>
                    <a:lnTo>
                      <a:pt x="5506" y="3663"/>
                    </a:lnTo>
                    <a:lnTo>
                      <a:pt x="5151" y="3864"/>
                    </a:lnTo>
                    <a:lnTo>
                      <a:pt x="4017" y="4525"/>
                    </a:lnTo>
                    <a:lnTo>
                      <a:pt x="3651" y="4738"/>
                    </a:lnTo>
                    <a:lnTo>
                      <a:pt x="3250" y="4974"/>
                    </a:lnTo>
                    <a:lnTo>
                      <a:pt x="2895" y="5175"/>
                    </a:lnTo>
                    <a:lnTo>
                      <a:pt x="1" y="6864"/>
                    </a:lnTo>
                    <a:lnTo>
                      <a:pt x="792" y="7325"/>
                    </a:lnTo>
                    <a:lnTo>
                      <a:pt x="1052" y="7467"/>
                    </a:lnTo>
                    <a:lnTo>
                      <a:pt x="2387" y="8246"/>
                    </a:lnTo>
                    <a:lnTo>
                      <a:pt x="2659" y="8400"/>
                    </a:lnTo>
                    <a:lnTo>
                      <a:pt x="3545" y="8896"/>
                    </a:lnTo>
                    <a:lnTo>
                      <a:pt x="3793" y="9061"/>
                    </a:lnTo>
                    <a:lnTo>
                      <a:pt x="6345" y="10526"/>
                    </a:lnTo>
                    <a:lnTo>
                      <a:pt x="6616" y="10692"/>
                    </a:lnTo>
                    <a:lnTo>
                      <a:pt x="7089" y="10951"/>
                    </a:lnTo>
                    <a:lnTo>
                      <a:pt x="7337" y="11105"/>
                    </a:lnTo>
                    <a:lnTo>
                      <a:pt x="7526" y="11211"/>
                    </a:lnTo>
                    <a:lnTo>
                      <a:pt x="7798" y="11365"/>
                    </a:lnTo>
                    <a:lnTo>
                      <a:pt x="10538" y="12948"/>
                    </a:lnTo>
                    <a:lnTo>
                      <a:pt x="10810" y="13113"/>
                    </a:lnTo>
                    <a:lnTo>
                      <a:pt x="11897" y="13739"/>
                    </a:lnTo>
                    <a:lnTo>
                      <a:pt x="20284" y="8872"/>
                    </a:lnTo>
                    <a:lnTo>
                      <a:pt x="20757" y="8589"/>
                    </a:lnTo>
                    <a:lnTo>
                      <a:pt x="21017" y="8447"/>
                    </a:lnTo>
                    <a:lnTo>
                      <a:pt x="22576" y="7526"/>
                    </a:lnTo>
                    <a:lnTo>
                      <a:pt x="22848" y="7384"/>
                    </a:lnTo>
                    <a:lnTo>
                      <a:pt x="23084" y="7242"/>
                    </a:lnTo>
                    <a:lnTo>
                      <a:pt x="23344" y="7089"/>
                    </a:lnTo>
                    <a:lnTo>
                      <a:pt x="23734" y="6864"/>
                    </a:lnTo>
                    <a:lnTo>
                      <a:pt x="19977" y="4690"/>
                    </a:lnTo>
                    <a:lnTo>
                      <a:pt x="19717" y="4549"/>
                    </a:lnTo>
                    <a:lnTo>
                      <a:pt x="18949" y="4100"/>
                    </a:lnTo>
                    <a:lnTo>
                      <a:pt x="18689" y="3958"/>
                    </a:lnTo>
                    <a:lnTo>
                      <a:pt x="18146" y="3639"/>
                    </a:lnTo>
                    <a:lnTo>
                      <a:pt x="17898" y="3497"/>
                    </a:lnTo>
                    <a:lnTo>
                      <a:pt x="17095" y="3037"/>
                    </a:lnTo>
                    <a:lnTo>
                      <a:pt x="16847" y="2895"/>
                    </a:lnTo>
                    <a:lnTo>
                      <a:pt x="15665" y="2210"/>
                    </a:lnTo>
                    <a:lnTo>
                      <a:pt x="15405" y="2068"/>
                    </a:lnTo>
                    <a:lnTo>
                      <a:pt x="14933" y="1784"/>
                    </a:lnTo>
                    <a:lnTo>
                      <a:pt x="14673" y="1631"/>
                    </a:lnTo>
                    <a:lnTo>
                      <a:pt x="13043" y="686"/>
                    </a:lnTo>
                    <a:lnTo>
                      <a:pt x="12783" y="544"/>
                    </a:lnTo>
                    <a:lnTo>
                      <a:pt x="11932" y="60"/>
                    </a:lnTo>
                    <a:lnTo>
                      <a:pt x="11826" y="1"/>
                    </a:lnTo>
                    <a:close/>
                  </a:path>
                </a:pathLst>
              </a:custGeom>
              <a:solidFill>
                <a:srgbClr val="2D9DD5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3" name="Google Shape;5637;p47">
                <a:extLst>
                  <a:ext uri="{FF2B5EF4-FFF2-40B4-BE49-F238E27FC236}">
                    <a16:creationId xmlns:a16="http://schemas.microsoft.com/office/drawing/2014/main" id="{4AF7F664-E0E9-CC1D-1566-7493933A7C48}"/>
                  </a:ext>
                </a:extLst>
              </p:cNvPr>
              <p:cNvGrpSpPr/>
              <p:nvPr/>
            </p:nvGrpSpPr>
            <p:grpSpPr>
              <a:xfrm flipH="1">
                <a:off x="9868210" y="6334891"/>
                <a:ext cx="2794954" cy="1689049"/>
                <a:chOff x="6218052" y="-5825649"/>
                <a:chExt cx="6097194" cy="3684662"/>
              </a:xfrm>
            </p:grpSpPr>
            <p:sp>
              <p:nvSpPr>
                <p:cNvPr id="1672" name="Google Shape;5638;p47">
                  <a:extLst>
                    <a:ext uri="{FF2B5EF4-FFF2-40B4-BE49-F238E27FC236}">
                      <a16:creationId xmlns:a16="http://schemas.microsoft.com/office/drawing/2014/main" id="{58F0A29E-3514-8BA7-D55E-C49ACCCEA830}"/>
                    </a:ext>
                  </a:extLst>
                </p:cNvPr>
                <p:cNvSpPr/>
                <p:nvPr/>
              </p:nvSpPr>
              <p:spPr>
                <a:xfrm>
                  <a:off x="6706194" y="-4312884"/>
                  <a:ext cx="1055323" cy="29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9" h="1254" extrusionOk="0">
                      <a:moveTo>
                        <a:pt x="366" y="1"/>
                      </a:moveTo>
                      <a:lnTo>
                        <a:pt x="0" y="202"/>
                      </a:lnTo>
                      <a:lnTo>
                        <a:pt x="2363" y="202"/>
                      </a:lnTo>
                      <a:lnTo>
                        <a:pt x="4158" y="1253"/>
                      </a:lnTo>
                      <a:lnTo>
                        <a:pt x="4418" y="1088"/>
                      </a:lnTo>
                      <a:lnTo>
                        <a:pt x="25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73" name="Google Shape;5639;p47">
                  <a:extLst>
                    <a:ext uri="{FF2B5EF4-FFF2-40B4-BE49-F238E27FC236}">
                      <a16:creationId xmlns:a16="http://schemas.microsoft.com/office/drawing/2014/main" id="{D93D7058-F2F1-8B23-DB73-0878B7F7A9C3}"/>
                    </a:ext>
                  </a:extLst>
                </p:cNvPr>
                <p:cNvSpPr/>
                <p:nvPr/>
              </p:nvSpPr>
              <p:spPr>
                <a:xfrm>
                  <a:off x="6218052" y="-4098426"/>
                  <a:ext cx="1252823" cy="38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6" h="1596" extrusionOk="0">
                      <a:moveTo>
                        <a:pt x="2505" y="1"/>
                      </a:moveTo>
                      <a:lnTo>
                        <a:pt x="0" y="1454"/>
                      </a:lnTo>
                      <a:lnTo>
                        <a:pt x="260" y="1596"/>
                      </a:lnTo>
                      <a:lnTo>
                        <a:pt x="2647" y="225"/>
                      </a:lnTo>
                      <a:lnTo>
                        <a:pt x="3757" y="225"/>
                      </a:lnTo>
                      <a:lnTo>
                        <a:pt x="4927" y="887"/>
                      </a:lnTo>
                      <a:lnTo>
                        <a:pt x="4997" y="934"/>
                      </a:lnTo>
                      <a:lnTo>
                        <a:pt x="5245" y="780"/>
                      </a:lnTo>
                      <a:lnTo>
                        <a:pt x="5175" y="745"/>
                      </a:lnTo>
                      <a:lnTo>
                        <a:pt x="389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674" name="Google Shape;5640;p47">
                  <a:extLst>
                    <a:ext uri="{FF2B5EF4-FFF2-40B4-BE49-F238E27FC236}">
                      <a16:creationId xmlns:a16="http://schemas.microsoft.com/office/drawing/2014/main" id="{D5D79AF9-9C62-6AD0-DCA8-9E30943EB86D}"/>
                    </a:ext>
                  </a:extLst>
                </p:cNvPr>
                <p:cNvGrpSpPr/>
                <p:nvPr/>
              </p:nvGrpSpPr>
              <p:grpSpPr>
                <a:xfrm>
                  <a:off x="6751994" y="-5825649"/>
                  <a:ext cx="5563252" cy="3684662"/>
                  <a:chOff x="6751994" y="-5825649"/>
                  <a:chExt cx="5563252" cy="3684662"/>
                </a:xfrm>
              </p:grpSpPr>
              <p:sp>
                <p:nvSpPr>
                  <p:cNvPr id="1676" name="Google Shape;5641;p47">
                    <a:extLst>
                      <a:ext uri="{FF2B5EF4-FFF2-40B4-BE49-F238E27FC236}">
                        <a16:creationId xmlns:a16="http://schemas.microsoft.com/office/drawing/2014/main" id="{C351D4B7-F724-34AA-EE05-93313F48E09A}"/>
                      </a:ext>
                    </a:extLst>
                  </p:cNvPr>
                  <p:cNvSpPr/>
                  <p:nvPr/>
                </p:nvSpPr>
                <p:spPr>
                  <a:xfrm>
                    <a:off x="7329673" y="-4912773"/>
                    <a:ext cx="3528453" cy="2031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8" h="7230" extrusionOk="0">
                        <a:moveTo>
                          <a:pt x="6226" y="390"/>
                        </a:moveTo>
                        <a:lnTo>
                          <a:pt x="11814" y="3615"/>
                        </a:lnTo>
                        <a:lnTo>
                          <a:pt x="6226" y="6852"/>
                        </a:lnTo>
                        <a:lnTo>
                          <a:pt x="650" y="3627"/>
                        </a:lnTo>
                        <a:lnTo>
                          <a:pt x="6226" y="390"/>
                        </a:lnTo>
                        <a:close/>
                        <a:moveTo>
                          <a:pt x="6261" y="0"/>
                        </a:moveTo>
                        <a:lnTo>
                          <a:pt x="6084" y="95"/>
                        </a:lnTo>
                        <a:lnTo>
                          <a:pt x="5824" y="248"/>
                        </a:lnTo>
                        <a:lnTo>
                          <a:pt x="5588" y="378"/>
                        </a:lnTo>
                        <a:lnTo>
                          <a:pt x="5340" y="532"/>
                        </a:lnTo>
                        <a:lnTo>
                          <a:pt x="4997" y="721"/>
                        </a:lnTo>
                        <a:lnTo>
                          <a:pt x="4749" y="863"/>
                        </a:lnTo>
                        <a:lnTo>
                          <a:pt x="4289" y="1134"/>
                        </a:lnTo>
                        <a:lnTo>
                          <a:pt x="4040" y="1276"/>
                        </a:lnTo>
                        <a:lnTo>
                          <a:pt x="3603" y="1536"/>
                        </a:lnTo>
                        <a:lnTo>
                          <a:pt x="3344" y="1678"/>
                        </a:lnTo>
                        <a:lnTo>
                          <a:pt x="3095" y="1831"/>
                        </a:lnTo>
                        <a:lnTo>
                          <a:pt x="2836" y="1973"/>
                        </a:lnTo>
                        <a:lnTo>
                          <a:pt x="2068" y="2422"/>
                        </a:lnTo>
                        <a:lnTo>
                          <a:pt x="1808" y="2564"/>
                        </a:lnTo>
                        <a:lnTo>
                          <a:pt x="1548" y="2717"/>
                        </a:lnTo>
                        <a:lnTo>
                          <a:pt x="1276" y="2859"/>
                        </a:lnTo>
                        <a:lnTo>
                          <a:pt x="426" y="3343"/>
                        </a:lnTo>
                        <a:lnTo>
                          <a:pt x="178" y="3497"/>
                        </a:lnTo>
                        <a:lnTo>
                          <a:pt x="0" y="3603"/>
                        </a:lnTo>
                        <a:lnTo>
                          <a:pt x="733" y="4029"/>
                        </a:lnTo>
                        <a:lnTo>
                          <a:pt x="981" y="4170"/>
                        </a:lnTo>
                        <a:lnTo>
                          <a:pt x="1607" y="4525"/>
                        </a:lnTo>
                        <a:lnTo>
                          <a:pt x="1855" y="4678"/>
                        </a:lnTo>
                        <a:lnTo>
                          <a:pt x="2576" y="5092"/>
                        </a:lnTo>
                        <a:lnTo>
                          <a:pt x="2836" y="5234"/>
                        </a:lnTo>
                        <a:lnTo>
                          <a:pt x="3403" y="5564"/>
                        </a:lnTo>
                        <a:lnTo>
                          <a:pt x="3662" y="5706"/>
                        </a:lnTo>
                        <a:lnTo>
                          <a:pt x="5316" y="6675"/>
                        </a:lnTo>
                        <a:lnTo>
                          <a:pt x="5564" y="6816"/>
                        </a:lnTo>
                        <a:lnTo>
                          <a:pt x="6273" y="7230"/>
                        </a:lnTo>
                        <a:lnTo>
                          <a:pt x="6616" y="7041"/>
                        </a:lnTo>
                        <a:lnTo>
                          <a:pt x="6876" y="6887"/>
                        </a:lnTo>
                        <a:lnTo>
                          <a:pt x="7714" y="6403"/>
                        </a:lnTo>
                        <a:lnTo>
                          <a:pt x="7974" y="6261"/>
                        </a:lnTo>
                        <a:lnTo>
                          <a:pt x="8423" y="5990"/>
                        </a:lnTo>
                        <a:lnTo>
                          <a:pt x="8683" y="5848"/>
                        </a:lnTo>
                        <a:lnTo>
                          <a:pt x="9061" y="5623"/>
                        </a:lnTo>
                        <a:lnTo>
                          <a:pt x="9309" y="5470"/>
                        </a:lnTo>
                        <a:lnTo>
                          <a:pt x="9581" y="5328"/>
                        </a:lnTo>
                        <a:lnTo>
                          <a:pt x="9829" y="5174"/>
                        </a:lnTo>
                        <a:lnTo>
                          <a:pt x="10821" y="4607"/>
                        </a:lnTo>
                        <a:lnTo>
                          <a:pt x="11069" y="4454"/>
                        </a:lnTo>
                        <a:lnTo>
                          <a:pt x="11542" y="4170"/>
                        </a:lnTo>
                        <a:lnTo>
                          <a:pt x="11814" y="4029"/>
                        </a:lnTo>
                        <a:lnTo>
                          <a:pt x="12558" y="3603"/>
                        </a:lnTo>
                        <a:lnTo>
                          <a:pt x="12180" y="3426"/>
                        </a:lnTo>
                        <a:lnTo>
                          <a:pt x="11932" y="3273"/>
                        </a:lnTo>
                        <a:lnTo>
                          <a:pt x="8707" y="1418"/>
                        </a:lnTo>
                        <a:lnTo>
                          <a:pt x="8459" y="1264"/>
                        </a:lnTo>
                        <a:lnTo>
                          <a:pt x="8270" y="1146"/>
                        </a:lnTo>
                        <a:lnTo>
                          <a:pt x="8010" y="1004"/>
                        </a:lnTo>
                        <a:lnTo>
                          <a:pt x="7443" y="674"/>
                        </a:lnTo>
                        <a:lnTo>
                          <a:pt x="7183" y="532"/>
                        </a:lnTo>
                        <a:lnTo>
                          <a:pt x="626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7" name="Google Shape;5642;p47">
                    <a:extLst>
                      <a:ext uri="{FF2B5EF4-FFF2-40B4-BE49-F238E27FC236}">
                        <a16:creationId xmlns:a16="http://schemas.microsoft.com/office/drawing/2014/main" id="{AD7725C2-59D3-BD6D-F806-B7D23240689E}"/>
                      </a:ext>
                    </a:extLst>
                  </p:cNvPr>
                  <p:cNvSpPr/>
                  <p:nvPr/>
                </p:nvSpPr>
                <p:spPr>
                  <a:xfrm>
                    <a:off x="6768572" y="-4554254"/>
                    <a:ext cx="1145525" cy="375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77" h="1335" extrusionOk="0">
                        <a:moveTo>
                          <a:pt x="367" y="0"/>
                        </a:moveTo>
                        <a:lnTo>
                          <a:pt x="1" y="213"/>
                        </a:lnTo>
                        <a:lnTo>
                          <a:pt x="1879" y="213"/>
                        </a:lnTo>
                        <a:lnTo>
                          <a:pt x="3805" y="1335"/>
                        </a:lnTo>
                        <a:lnTo>
                          <a:pt x="4077" y="1181"/>
                        </a:lnTo>
                        <a:lnTo>
                          <a:pt x="202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8" name="Google Shape;5643;p47">
                    <a:extLst>
                      <a:ext uri="{FF2B5EF4-FFF2-40B4-BE49-F238E27FC236}">
                        <a16:creationId xmlns:a16="http://schemas.microsoft.com/office/drawing/2014/main" id="{82F6C8D3-1A02-E2C3-8EC7-49434C89B729}"/>
                      </a:ext>
                    </a:extLst>
                  </p:cNvPr>
                  <p:cNvSpPr/>
                  <p:nvPr/>
                </p:nvSpPr>
                <p:spPr>
                  <a:xfrm>
                    <a:off x="7190311" y="-4796732"/>
                    <a:ext cx="1022459" cy="458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9" h="1631" extrusionOk="0">
                        <a:moveTo>
                          <a:pt x="378" y="1"/>
                        </a:moveTo>
                        <a:lnTo>
                          <a:pt x="0" y="202"/>
                        </a:lnTo>
                        <a:lnTo>
                          <a:pt x="922" y="202"/>
                        </a:lnTo>
                        <a:lnTo>
                          <a:pt x="3391" y="1631"/>
                        </a:lnTo>
                        <a:lnTo>
                          <a:pt x="3639" y="1477"/>
                        </a:lnTo>
                        <a:lnTo>
                          <a:pt x="106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9" name="Google Shape;5644;p47">
                    <a:extLst>
                      <a:ext uri="{FF2B5EF4-FFF2-40B4-BE49-F238E27FC236}">
                        <a16:creationId xmlns:a16="http://schemas.microsoft.com/office/drawing/2014/main" id="{218DCE7A-B9E9-4391-79D4-3D9B44AE96AC}"/>
                      </a:ext>
                    </a:extLst>
                  </p:cNvPr>
                  <p:cNvSpPr/>
                  <p:nvPr/>
                </p:nvSpPr>
                <p:spPr>
                  <a:xfrm>
                    <a:off x="7369571" y="-4902939"/>
                    <a:ext cx="996048" cy="48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5" h="1738" extrusionOk="0">
                        <a:moveTo>
                          <a:pt x="355" y="1"/>
                        </a:moveTo>
                        <a:lnTo>
                          <a:pt x="0" y="225"/>
                        </a:lnTo>
                        <a:lnTo>
                          <a:pt x="662" y="225"/>
                        </a:lnTo>
                        <a:lnTo>
                          <a:pt x="3284" y="1737"/>
                        </a:lnTo>
                        <a:lnTo>
                          <a:pt x="3544" y="1584"/>
                        </a:lnTo>
                        <a:lnTo>
                          <a:pt x="815" y="13"/>
                        </a:lnTo>
                        <a:lnTo>
                          <a:pt x="35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0" name="Google Shape;5645;p47">
                    <a:extLst>
                      <a:ext uri="{FF2B5EF4-FFF2-40B4-BE49-F238E27FC236}">
                        <a16:creationId xmlns:a16="http://schemas.microsoft.com/office/drawing/2014/main" id="{1B3DFF09-8EBD-5857-D4C6-06D0AB0B0193}"/>
                      </a:ext>
                    </a:extLst>
                  </p:cNvPr>
                  <p:cNvSpPr/>
                  <p:nvPr/>
                </p:nvSpPr>
                <p:spPr>
                  <a:xfrm>
                    <a:off x="7966918" y="-5224932"/>
                    <a:ext cx="601000" cy="700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494" extrusionOk="0">
                        <a:moveTo>
                          <a:pt x="249" y="1"/>
                        </a:moveTo>
                        <a:lnTo>
                          <a:pt x="1" y="143"/>
                        </a:lnTo>
                        <a:lnTo>
                          <a:pt x="272" y="296"/>
                        </a:lnTo>
                        <a:lnTo>
                          <a:pt x="272" y="1548"/>
                        </a:lnTo>
                        <a:lnTo>
                          <a:pt x="1879" y="2493"/>
                        </a:lnTo>
                        <a:lnTo>
                          <a:pt x="2139" y="2352"/>
                        </a:lnTo>
                        <a:lnTo>
                          <a:pt x="627" y="1477"/>
                        </a:lnTo>
                        <a:lnTo>
                          <a:pt x="627" y="202"/>
                        </a:lnTo>
                        <a:lnTo>
                          <a:pt x="24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1" name="Google Shape;5646;p47">
                    <a:extLst>
                      <a:ext uri="{FF2B5EF4-FFF2-40B4-BE49-F238E27FC236}">
                        <a16:creationId xmlns:a16="http://schemas.microsoft.com/office/drawing/2014/main" id="{302B84B5-982F-96C0-54F9-9B9AA2593B41}"/>
                      </a:ext>
                    </a:extLst>
                  </p:cNvPr>
                  <p:cNvSpPr/>
                  <p:nvPr/>
                </p:nvSpPr>
                <p:spPr>
                  <a:xfrm>
                    <a:off x="8166128" y="-5344345"/>
                    <a:ext cx="601000" cy="7038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505" extrusionOk="0">
                        <a:moveTo>
                          <a:pt x="272" y="1"/>
                        </a:moveTo>
                        <a:lnTo>
                          <a:pt x="0" y="142"/>
                        </a:lnTo>
                        <a:lnTo>
                          <a:pt x="272" y="308"/>
                        </a:lnTo>
                        <a:lnTo>
                          <a:pt x="272" y="1560"/>
                        </a:lnTo>
                        <a:lnTo>
                          <a:pt x="1890" y="2505"/>
                        </a:lnTo>
                        <a:lnTo>
                          <a:pt x="2139" y="2363"/>
                        </a:lnTo>
                        <a:lnTo>
                          <a:pt x="638" y="1477"/>
                        </a:lnTo>
                        <a:lnTo>
                          <a:pt x="638" y="213"/>
                        </a:lnTo>
                        <a:lnTo>
                          <a:pt x="27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2" name="Google Shape;5647;p47">
                    <a:extLst>
                      <a:ext uri="{FF2B5EF4-FFF2-40B4-BE49-F238E27FC236}">
                        <a16:creationId xmlns:a16="http://schemas.microsoft.com/office/drawing/2014/main" id="{253A3F9B-8888-0C21-ED7F-C8AB5CB57ED2}"/>
                      </a:ext>
                    </a:extLst>
                  </p:cNvPr>
                  <p:cNvSpPr/>
                  <p:nvPr/>
                </p:nvSpPr>
                <p:spPr>
                  <a:xfrm>
                    <a:off x="8418441" y="-5825649"/>
                    <a:ext cx="690630" cy="1085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8" h="3864" extrusionOk="0">
                        <a:moveTo>
                          <a:pt x="2351" y="1"/>
                        </a:moveTo>
                        <a:lnTo>
                          <a:pt x="2103" y="142"/>
                        </a:lnTo>
                        <a:lnTo>
                          <a:pt x="2103" y="426"/>
                        </a:lnTo>
                        <a:lnTo>
                          <a:pt x="0" y="1631"/>
                        </a:lnTo>
                        <a:lnTo>
                          <a:pt x="0" y="2954"/>
                        </a:lnTo>
                        <a:lnTo>
                          <a:pt x="1595" y="3864"/>
                        </a:lnTo>
                        <a:lnTo>
                          <a:pt x="1855" y="3722"/>
                        </a:lnTo>
                        <a:lnTo>
                          <a:pt x="378" y="2859"/>
                        </a:lnTo>
                        <a:lnTo>
                          <a:pt x="378" y="1725"/>
                        </a:lnTo>
                        <a:lnTo>
                          <a:pt x="2457" y="509"/>
                        </a:lnTo>
                        <a:lnTo>
                          <a:pt x="2457" y="60"/>
                        </a:lnTo>
                        <a:lnTo>
                          <a:pt x="23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3" name="Google Shape;5648;p47">
                    <a:extLst>
                      <a:ext uri="{FF2B5EF4-FFF2-40B4-BE49-F238E27FC236}">
                        <a16:creationId xmlns:a16="http://schemas.microsoft.com/office/drawing/2014/main" id="{0D11E78A-1CE9-E2CA-824F-152D465854CA}"/>
                      </a:ext>
                    </a:extLst>
                  </p:cNvPr>
                  <p:cNvSpPr/>
                  <p:nvPr/>
                </p:nvSpPr>
                <p:spPr>
                  <a:xfrm>
                    <a:off x="8577752" y="-5672801"/>
                    <a:ext cx="846570" cy="85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3" h="3037" extrusionOk="0">
                        <a:moveTo>
                          <a:pt x="2741" y="0"/>
                        </a:moveTo>
                        <a:lnTo>
                          <a:pt x="0" y="1571"/>
                        </a:lnTo>
                        <a:lnTo>
                          <a:pt x="0" y="2150"/>
                        </a:lnTo>
                        <a:lnTo>
                          <a:pt x="1524" y="3036"/>
                        </a:lnTo>
                        <a:lnTo>
                          <a:pt x="1784" y="2894"/>
                        </a:lnTo>
                        <a:lnTo>
                          <a:pt x="366" y="2067"/>
                        </a:lnTo>
                        <a:lnTo>
                          <a:pt x="366" y="1666"/>
                        </a:lnTo>
                        <a:lnTo>
                          <a:pt x="3013" y="142"/>
                        </a:lnTo>
                        <a:lnTo>
                          <a:pt x="274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4" name="Google Shape;5649;p47">
                    <a:extLst>
                      <a:ext uri="{FF2B5EF4-FFF2-40B4-BE49-F238E27FC236}">
                        <a16:creationId xmlns:a16="http://schemas.microsoft.com/office/drawing/2014/main" id="{1FC035C1-BD50-CDA8-C3D5-F6BD878C26EF}"/>
                      </a:ext>
                    </a:extLst>
                  </p:cNvPr>
                  <p:cNvSpPr/>
                  <p:nvPr/>
                </p:nvSpPr>
                <p:spPr>
                  <a:xfrm>
                    <a:off x="9799138" y="-3402552"/>
                    <a:ext cx="727157" cy="66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" h="2375" extrusionOk="0">
                        <a:moveTo>
                          <a:pt x="260" y="0"/>
                        </a:moveTo>
                        <a:lnTo>
                          <a:pt x="0" y="142"/>
                        </a:lnTo>
                        <a:lnTo>
                          <a:pt x="2221" y="1430"/>
                        </a:lnTo>
                        <a:lnTo>
                          <a:pt x="2221" y="2375"/>
                        </a:lnTo>
                        <a:lnTo>
                          <a:pt x="2588" y="2162"/>
                        </a:lnTo>
                        <a:lnTo>
                          <a:pt x="2588" y="1335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5" name="Google Shape;5650;p47">
                    <a:extLst>
                      <a:ext uri="{FF2B5EF4-FFF2-40B4-BE49-F238E27FC236}">
                        <a16:creationId xmlns:a16="http://schemas.microsoft.com/office/drawing/2014/main" id="{B688CDE2-39DD-12AB-EEBC-FEF27715AEFD}"/>
                      </a:ext>
                    </a:extLst>
                  </p:cNvPr>
                  <p:cNvSpPr/>
                  <p:nvPr/>
                </p:nvSpPr>
                <p:spPr>
                  <a:xfrm>
                    <a:off x="9945244" y="-3492182"/>
                    <a:ext cx="796838" cy="630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245" extrusionOk="0">
                        <a:moveTo>
                          <a:pt x="272" y="0"/>
                        </a:moveTo>
                        <a:lnTo>
                          <a:pt x="0" y="154"/>
                        </a:lnTo>
                        <a:lnTo>
                          <a:pt x="2469" y="1583"/>
                        </a:lnTo>
                        <a:lnTo>
                          <a:pt x="2469" y="2245"/>
                        </a:lnTo>
                        <a:lnTo>
                          <a:pt x="2835" y="2044"/>
                        </a:lnTo>
                        <a:lnTo>
                          <a:pt x="2835" y="1501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6" name="Google Shape;5651;p47">
                    <a:extLst>
                      <a:ext uri="{FF2B5EF4-FFF2-40B4-BE49-F238E27FC236}">
                        <a16:creationId xmlns:a16="http://schemas.microsoft.com/office/drawing/2014/main" id="{413C25D8-AF47-2C1B-4DA1-886F0922A197}"/>
                      </a:ext>
                    </a:extLst>
                  </p:cNvPr>
                  <p:cNvSpPr/>
                  <p:nvPr/>
                </p:nvSpPr>
                <p:spPr>
                  <a:xfrm>
                    <a:off x="9606672" y="-3312922"/>
                    <a:ext cx="634155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" h="2588" extrusionOk="0">
                        <a:moveTo>
                          <a:pt x="248" y="0"/>
                        </a:moveTo>
                        <a:lnTo>
                          <a:pt x="0" y="166"/>
                        </a:lnTo>
                        <a:lnTo>
                          <a:pt x="1501" y="1040"/>
                        </a:lnTo>
                        <a:lnTo>
                          <a:pt x="1501" y="2292"/>
                        </a:lnTo>
                        <a:lnTo>
                          <a:pt x="2008" y="2587"/>
                        </a:lnTo>
                        <a:lnTo>
                          <a:pt x="2257" y="2434"/>
                        </a:lnTo>
                        <a:lnTo>
                          <a:pt x="1867" y="2197"/>
                        </a:lnTo>
                        <a:lnTo>
                          <a:pt x="1867" y="945"/>
                        </a:lnTo>
                        <a:lnTo>
                          <a:pt x="24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7" name="Google Shape;5652;p47">
                    <a:extLst>
                      <a:ext uri="{FF2B5EF4-FFF2-40B4-BE49-F238E27FC236}">
                        <a16:creationId xmlns:a16="http://schemas.microsoft.com/office/drawing/2014/main" id="{DFC7E506-FA91-DE4A-C414-19692849B500}"/>
                      </a:ext>
                    </a:extLst>
                  </p:cNvPr>
                  <p:cNvSpPr/>
                  <p:nvPr/>
                </p:nvSpPr>
                <p:spPr>
                  <a:xfrm>
                    <a:off x="9404091" y="-3193509"/>
                    <a:ext cx="637527" cy="723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576" extrusionOk="0">
                        <a:moveTo>
                          <a:pt x="249" y="0"/>
                        </a:moveTo>
                        <a:lnTo>
                          <a:pt x="1" y="154"/>
                        </a:lnTo>
                        <a:lnTo>
                          <a:pt x="1501" y="1028"/>
                        </a:lnTo>
                        <a:lnTo>
                          <a:pt x="1501" y="2280"/>
                        </a:lnTo>
                        <a:lnTo>
                          <a:pt x="1997" y="2576"/>
                        </a:lnTo>
                        <a:lnTo>
                          <a:pt x="2269" y="2422"/>
                        </a:lnTo>
                        <a:lnTo>
                          <a:pt x="1867" y="2186"/>
                        </a:lnTo>
                        <a:lnTo>
                          <a:pt x="1867" y="934"/>
                        </a:lnTo>
                        <a:lnTo>
                          <a:pt x="24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8" name="Google Shape;5653;p47">
                    <a:extLst>
                      <a:ext uri="{FF2B5EF4-FFF2-40B4-BE49-F238E27FC236}">
                        <a16:creationId xmlns:a16="http://schemas.microsoft.com/office/drawing/2014/main" id="{CCBDF1F3-A220-44A7-FA5F-12876D71C6C9}"/>
                      </a:ext>
                    </a:extLst>
                  </p:cNvPr>
                  <p:cNvSpPr/>
                  <p:nvPr/>
                </p:nvSpPr>
                <p:spPr>
                  <a:xfrm>
                    <a:off x="8717114" y="-3017621"/>
                    <a:ext cx="876353" cy="876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9" h="3120" extrusionOk="0">
                        <a:moveTo>
                          <a:pt x="1595" y="1"/>
                        </a:moveTo>
                        <a:lnTo>
                          <a:pt x="1347" y="142"/>
                        </a:lnTo>
                        <a:lnTo>
                          <a:pt x="1631" y="320"/>
                        </a:lnTo>
                        <a:lnTo>
                          <a:pt x="2765" y="969"/>
                        </a:lnTo>
                        <a:lnTo>
                          <a:pt x="2765" y="1371"/>
                        </a:lnTo>
                        <a:lnTo>
                          <a:pt x="0" y="2954"/>
                        </a:lnTo>
                        <a:lnTo>
                          <a:pt x="272" y="3119"/>
                        </a:lnTo>
                        <a:lnTo>
                          <a:pt x="3119" y="1465"/>
                        </a:lnTo>
                        <a:lnTo>
                          <a:pt x="3119" y="887"/>
                        </a:lnTo>
                        <a:lnTo>
                          <a:pt x="1890" y="166"/>
                        </a:lnTo>
                        <a:lnTo>
                          <a:pt x="159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9" name="Google Shape;5654;p47">
                    <a:extLst>
                      <a:ext uri="{FF2B5EF4-FFF2-40B4-BE49-F238E27FC236}">
                        <a16:creationId xmlns:a16="http://schemas.microsoft.com/office/drawing/2014/main" id="{01550473-A013-9B28-8C6E-66918185B1E2}"/>
                      </a:ext>
                    </a:extLst>
                  </p:cNvPr>
                  <p:cNvSpPr/>
                  <p:nvPr/>
                </p:nvSpPr>
                <p:spPr>
                  <a:xfrm>
                    <a:off x="9257986" y="-5367666"/>
                    <a:ext cx="697374" cy="690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2" h="2459" extrusionOk="0">
                        <a:moveTo>
                          <a:pt x="2210" y="1"/>
                        </a:moveTo>
                        <a:lnTo>
                          <a:pt x="1383" y="473"/>
                        </a:lnTo>
                        <a:lnTo>
                          <a:pt x="1383" y="1501"/>
                        </a:lnTo>
                        <a:lnTo>
                          <a:pt x="1" y="2304"/>
                        </a:lnTo>
                        <a:lnTo>
                          <a:pt x="261" y="2458"/>
                        </a:lnTo>
                        <a:lnTo>
                          <a:pt x="1761" y="1584"/>
                        </a:lnTo>
                        <a:lnTo>
                          <a:pt x="1761" y="568"/>
                        </a:lnTo>
                        <a:lnTo>
                          <a:pt x="2482" y="154"/>
                        </a:lnTo>
                        <a:lnTo>
                          <a:pt x="2210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0" name="Google Shape;5655;p47">
                    <a:extLst>
                      <a:ext uri="{FF2B5EF4-FFF2-40B4-BE49-F238E27FC236}">
                        <a16:creationId xmlns:a16="http://schemas.microsoft.com/office/drawing/2014/main" id="{94CF4564-D6B5-1E20-CEDF-D5FD39DEDA69}"/>
                      </a:ext>
                    </a:extLst>
                  </p:cNvPr>
                  <p:cNvSpPr/>
                  <p:nvPr/>
                </p:nvSpPr>
                <p:spPr>
                  <a:xfrm>
                    <a:off x="9520414" y="-5284498"/>
                    <a:ext cx="694002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0" h="2588" extrusionOk="0">
                        <a:moveTo>
                          <a:pt x="2209" y="0"/>
                        </a:moveTo>
                        <a:lnTo>
                          <a:pt x="1382" y="485"/>
                        </a:lnTo>
                        <a:lnTo>
                          <a:pt x="1382" y="1630"/>
                        </a:lnTo>
                        <a:lnTo>
                          <a:pt x="0" y="2422"/>
                        </a:lnTo>
                        <a:lnTo>
                          <a:pt x="260" y="2587"/>
                        </a:lnTo>
                        <a:lnTo>
                          <a:pt x="1748" y="1713"/>
                        </a:lnTo>
                        <a:lnTo>
                          <a:pt x="1748" y="579"/>
                        </a:lnTo>
                        <a:lnTo>
                          <a:pt x="2469" y="154"/>
                        </a:lnTo>
                        <a:lnTo>
                          <a:pt x="22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1" name="Google Shape;5656;p47">
                    <a:extLst>
                      <a:ext uri="{FF2B5EF4-FFF2-40B4-BE49-F238E27FC236}">
                        <a16:creationId xmlns:a16="http://schemas.microsoft.com/office/drawing/2014/main" id="{C3DA86A8-8F9F-DBE2-6F0F-C76162E5C7CB}"/>
                      </a:ext>
                    </a:extLst>
                  </p:cNvPr>
                  <p:cNvSpPr/>
                  <p:nvPr/>
                </p:nvSpPr>
                <p:spPr>
                  <a:xfrm>
                    <a:off x="9835665" y="-4843092"/>
                    <a:ext cx="1019368" cy="4017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8" h="1430" extrusionOk="0">
                        <a:moveTo>
                          <a:pt x="3379" y="0"/>
                        </a:moveTo>
                        <a:lnTo>
                          <a:pt x="2552" y="473"/>
                        </a:lnTo>
                        <a:lnTo>
                          <a:pt x="1418" y="473"/>
                        </a:lnTo>
                        <a:lnTo>
                          <a:pt x="0" y="1288"/>
                        </a:lnTo>
                        <a:lnTo>
                          <a:pt x="248" y="1430"/>
                        </a:lnTo>
                        <a:lnTo>
                          <a:pt x="1560" y="674"/>
                        </a:lnTo>
                        <a:lnTo>
                          <a:pt x="2694" y="674"/>
                        </a:lnTo>
                        <a:lnTo>
                          <a:pt x="3627" y="142"/>
                        </a:lnTo>
                        <a:lnTo>
                          <a:pt x="337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2" name="Google Shape;5657;p47">
                    <a:extLst>
                      <a:ext uri="{FF2B5EF4-FFF2-40B4-BE49-F238E27FC236}">
                        <a16:creationId xmlns:a16="http://schemas.microsoft.com/office/drawing/2014/main" id="{171602A0-3CF6-53FB-E921-A9A65146E0D1}"/>
                      </a:ext>
                    </a:extLst>
                  </p:cNvPr>
                  <p:cNvSpPr/>
                  <p:nvPr/>
                </p:nvSpPr>
                <p:spPr>
                  <a:xfrm>
                    <a:off x="9653033" y="-5018980"/>
                    <a:ext cx="913161" cy="53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0" h="1891" extrusionOk="0">
                        <a:moveTo>
                          <a:pt x="2978" y="0"/>
                        </a:moveTo>
                        <a:lnTo>
                          <a:pt x="1" y="1737"/>
                        </a:lnTo>
                        <a:lnTo>
                          <a:pt x="249" y="1890"/>
                        </a:lnTo>
                        <a:lnTo>
                          <a:pt x="3249" y="154"/>
                        </a:lnTo>
                        <a:lnTo>
                          <a:pt x="297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3" name="Google Shape;5658;p47">
                    <a:extLst>
                      <a:ext uri="{FF2B5EF4-FFF2-40B4-BE49-F238E27FC236}">
                        <a16:creationId xmlns:a16="http://schemas.microsoft.com/office/drawing/2014/main" id="{6849C99A-8664-7C8C-BCB9-39DA5C59F629}"/>
                      </a:ext>
                    </a:extLst>
                  </p:cNvPr>
                  <p:cNvSpPr/>
                  <p:nvPr/>
                </p:nvSpPr>
                <p:spPr>
                  <a:xfrm>
                    <a:off x="10061285" y="-4713564"/>
                    <a:ext cx="102274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0" h="1442" extrusionOk="0">
                        <a:moveTo>
                          <a:pt x="3367" y="0"/>
                        </a:moveTo>
                        <a:lnTo>
                          <a:pt x="2481" y="508"/>
                        </a:lnTo>
                        <a:lnTo>
                          <a:pt x="1347" y="508"/>
                        </a:lnTo>
                        <a:lnTo>
                          <a:pt x="1" y="1276"/>
                        </a:lnTo>
                        <a:lnTo>
                          <a:pt x="249" y="1441"/>
                        </a:lnTo>
                        <a:lnTo>
                          <a:pt x="1501" y="721"/>
                        </a:lnTo>
                        <a:lnTo>
                          <a:pt x="2635" y="721"/>
                        </a:lnTo>
                        <a:lnTo>
                          <a:pt x="3639" y="142"/>
                        </a:lnTo>
                        <a:lnTo>
                          <a:pt x="3367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4" name="Google Shape;5659;p47">
                    <a:extLst>
                      <a:ext uri="{FF2B5EF4-FFF2-40B4-BE49-F238E27FC236}">
                        <a16:creationId xmlns:a16="http://schemas.microsoft.com/office/drawing/2014/main" id="{55DE64E1-37ED-A36A-421F-50022A3C5BDE}"/>
                      </a:ext>
                    </a:extLst>
                  </p:cNvPr>
                  <p:cNvSpPr/>
                  <p:nvPr/>
                </p:nvSpPr>
                <p:spPr>
                  <a:xfrm>
                    <a:off x="10270329" y="-4547791"/>
                    <a:ext cx="1099164" cy="35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2" h="1277" extrusionOk="0">
                        <a:moveTo>
                          <a:pt x="3651" y="1"/>
                        </a:moveTo>
                        <a:lnTo>
                          <a:pt x="3084" y="320"/>
                        </a:lnTo>
                        <a:lnTo>
                          <a:pt x="1407" y="320"/>
                        </a:lnTo>
                        <a:lnTo>
                          <a:pt x="1" y="1135"/>
                        </a:lnTo>
                        <a:lnTo>
                          <a:pt x="261" y="1277"/>
                        </a:lnTo>
                        <a:lnTo>
                          <a:pt x="1548" y="544"/>
                        </a:lnTo>
                        <a:lnTo>
                          <a:pt x="3238" y="544"/>
                        </a:lnTo>
                        <a:lnTo>
                          <a:pt x="3911" y="142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5" name="Google Shape;5660;p47">
                    <a:extLst>
                      <a:ext uri="{FF2B5EF4-FFF2-40B4-BE49-F238E27FC236}">
                        <a16:creationId xmlns:a16="http://schemas.microsoft.com/office/drawing/2014/main" id="{AC4F203C-0066-A3FA-3D0E-ABFD5364B804}"/>
                      </a:ext>
                    </a:extLst>
                  </p:cNvPr>
                  <p:cNvSpPr/>
                  <p:nvPr/>
                </p:nvSpPr>
                <p:spPr>
                  <a:xfrm>
                    <a:off x="10482744" y="-4348583"/>
                    <a:ext cx="1832503" cy="558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2" h="1986" extrusionOk="0">
                        <a:moveTo>
                          <a:pt x="1478" y="1"/>
                        </a:moveTo>
                        <a:lnTo>
                          <a:pt x="1" y="851"/>
                        </a:lnTo>
                        <a:lnTo>
                          <a:pt x="249" y="1005"/>
                        </a:lnTo>
                        <a:lnTo>
                          <a:pt x="1619" y="201"/>
                        </a:lnTo>
                        <a:lnTo>
                          <a:pt x="3191" y="201"/>
                        </a:lnTo>
                        <a:lnTo>
                          <a:pt x="6274" y="1985"/>
                        </a:lnTo>
                        <a:lnTo>
                          <a:pt x="6522" y="1843"/>
                        </a:lnTo>
                        <a:lnTo>
                          <a:pt x="333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6" name="Google Shape;5661;p47">
                    <a:extLst>
                      <a:ext uri="{FF2B5EF4-FFF2-40B4-BE49-F238E27FC236}">
                        <a16:creationId xmlns:a16="http://schemas.microsoft.com/office/drawing/2014/main" id="{5733645C-1444-ED6A-50A5-57C37CAE9821}"/>
                      </a:ext>
                    </a:extLst>
                  </p:cNvPr>
                  <p:cNvSpPr/>
                  <p:nvPr/>
                </p:nvSpPr>
                <p:spPr>
                  <a:xfrm>
                    <a:off x="10652170" y="-4209221"/>
                    <a:ext cx="1523714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3" h="1785" extrusionOk="0">
                        <a:moveTo>
                          <a:pt x="1394" y="1"/>
                        </a:moveTo>
                        <a:lnTo>
                          <a:pt x="0" y="816"/>
                        </a:lnTo>
                        <a:lnTo>
                          <a:pt x="260" y="958"/>
                        </a:lnTo>
                        <a:lnTo>
                          <a:pt x="1560" y="213"/>
                        </a:lnTo>
                        <a:lnTo>
                          <a:pt x="2446" y="213"/>
                        </a:lnTo>
                        <a:lnTo>
                          <a:pt x="5163" y="1784"/>
                        </a:lnTo>
                        <a:lnTo>
                          <a:pt x="5423" y="1631"/>
                        </a:lnTo>
                        <a:lnTo>
                          <a:pt x="259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7" name="Google Shape;5662;p47">
                    <a:extLst>
                      <a:ext uri="{FF2B5EF4-FFF2-40B4-BE49-F238E27FC236}">
                        <a16:creationId xmlns:a16="http://schemas.microsoft.com/office/drawing/2014/main" id="{24B1B5DC-11F7-1803-7CA4-48893AAA0720}"/>
                      </a:ext>
                    </a:extLst>
                  </p:cNvPr>
                  <p:cNvSpPr/>
                  <p:nvPr/>
                </p:nvSpPr>
                <p:spPr>
                  <a:xfrm>
                    <a:off x="10303764" y="-3691391"/>
                    <a:ext cx="1151987" cy="39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0" h="1419" extrusionOk="0">
                        <a:moveTo>
                          <a:pt x="248" y="1"/>
                        </a:moveTo>
                        <a:lnTo>
                          <a:pt x="0" y="154"/>
                        </a:lnTo>
                        <a:lnTo>
                          <a:pt x="1240" y="875"/>
                        </a:lnTo>
                        <a:lnTo>
                          <a:pt x="2906" y="875"/>
                        </a:lnTo>
                        <a:lnTo>
                          <a:pt x="3839" y="1418"/>
                        </a:lnTo>
                        <a:lnTo>
                          <a:pt x="4099" y="1276"/>
                        </a:lnTo>
                        <a:lnTo>
                          <a:pt x="3060" y="674"/>
                        </a:lnTo>
                        <a:lnTo>
                          <a:pt x="1406" y="674"/>
                        </a:lnTo>
                        <a:lnTo>
                          <a:pt x="248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8" name="Google Shape;5663;p47">
                    <a:extLst>
                      <a:ext uri="{FF2B5EF4-FFF2-40B4-BE49-F238E27FC236}">
                        <a16:creationId xmlns:a16="http://schemas.microsoft.com/office/drawing/2014/main" id="{F2B8B7CC-8F1E-0959-0E2D-6B2EA1850E9A}"/>
                      </a:ext>
                    </a:extLst>
                  </p:cNvPr>
                  <p:cNvSpPr/>
                  <p:nvPr/>
                </p:nvSpPr>
                <p:spPr>
                  <a:xfrm>
                    <a:off x="10486115" y="-3817547"/>
                    <a:ext cx="117868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5" h="1442" extrusionOk="0">
                        <a:moveTo>
                          <a:pt x="261" y="1"/>
                        </a:moveTo>
                        <a:lnTo>
                          <a:pt x="1" y="142"/>
                        </a:lnTo>
                        <a:lnTo>
                          <a:pt x="1253" y="851"/>
                        </a:lnTo>
                        <a:lnTo>
                          <a:pt x="2919" y="851"/>
                        </a:lnTo>
                        <a:lnTo>
                          <a:pt x="3923" y="1442"/>
                        </a:lnTo>
                        <a:lnTo>
                          <a:pt x="4194" y="1300"/>
                        </a:lnTo>
                        <a:lnTo>
                          <a:pt x="3072" y="650"/>
                        </a:lnTo>
                        <a:lnTo>
                          <a:pt x="1395" y="650"/>
                        </a:lnTo>
                        <a:lnTo>
                          <a:pt x="26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9" name="Google Shape;5664;p47">
                    <a:extLst>
                      <a:ext uri="{FF2B5EF4-FFF2-40B4-BE49-F238E27FC236}">
                        <a16:creationId xmlns:a16="http://schemas.microsoft.com/office/drawing/2014/main" id="{43271C7A-8EA3-C044-7E92-DFD8B77DC948}"/>
                      </a:ext>
                    </a:extLst>
                  </p:cNvPr>
                  <p:cNvSpPr/>
                  <p:nvPr/>
                </p:nvSpPr>
                <p:spPr>
                  <a:xfrm>
                    <a:off x="7747760" y="-3362654"/>
                    <a:ext cx="637527" cy="65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340" extrusionOk="0">
                        <a:moveTo>
                          <a:pt x="2009" y="0"/>
                        </a:moveTo>
                        <a:lnTo>
                          <a:pt x="1879" y="71"/>
                        </a:lnTo>
                        <a:lnTo>
                          <a:pt x="521" y="862"/>
                        </a:lnTo>
                        <a:lnTo>
                          <a:pt x="521" y="1878"/>
                        </a:lnTo>
                        <a:lnTo>
                          <a:pt x="1" y="2185"/>
                        </a:lnTo>
                        <a:lnTo>
                          <a:pt x="249" y="2339"/>
                        </a:lnTo>
                        <a:lnTo>
                          <a:pt x="887" y="1961"/>
                        </a:lnTo>
                        <a:lnTo>
                          <a:pt x="887" y="945"/>
                        </a:lnTo>
                        <a:lnTo>
                          <a:pt x="2127" y="224"/>
                        </a:lnTo>
                        <a:lnTo>
                          <a:pt x="2269" y="154"/>
                        </a:lnTo>
                        <a:lnTo>
                          <a:pt x="20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0" name="Google Shape;5665;p47">
                    <a:extLst>
                      <a:ext uri="{FF2B5EF4-FFF2-40B4-BE49-F238E27FC236}">
                        <a16:creationId xmlns:a16="http://schemas.microsoft.com/office/drawing/2014/main" id="{B99D60B2-AEFB-828B-7D69-FDCDC0414E55}"/>
                      </a:ext>
                    </a:extLst>
                  </p:cNvPr>
                  <p:cNvSpPr/>
                  <p:nvPr/>
                </p:nvSpPr>
                <p:spPr>
                  <a:xfrm>
                    <a:off x="7538717" y="-3498925"/>
                    <a:ext cx="611115" cy="67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5" h="2411" extrusionOk="0">
                        <a:moveTo>
                          <a:pt x="1926" y="1"/>
                        </a:moveTo>
                        <a:lnTo>
                          <a:pt x="1773" y="83"/>
                        </a:lnTo>
                        <a:lnTo>
                          <a:pt x="438" y="875"/>
                        </a:lnTo>
                        <a:lnTo>
                          <a:pt x="438" y="2009"/>
                        </a:lnTo>
                        <a:lnTo>
                          <a:pt x="1" y="2245"/>
                        </a:lnTo>
                        <a:lnTo>
                          <a:pt x="272" y="2411"/>
                        </a:lnTo>
                        <a:lnTo>
                          <a:pt x="804" y="2092"/>
                        </a:lnTo>
                        <a:lnTo>
                          <a:pt x="804" y="958"/>
                        </a:lnTo>
                        <a:lnTo>
                          <a:pt x="2044" y="237"/>
                        </a:lnTo>
                        <a:lnTo>
                          <a:pt x="2174" y="142"/>
                        </a:lnTo>
                        <a:lnTo>
                          <a:pt x="192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1" name="Google Shape;5666;p47">
                    <a:extLst>
                      <a:ext uri="{FF2B5EF4-FFF2-40B4-BE49-F238E27FC236}">
                        <a16:creationId xmlns:a16="http://schemas.microsoft.com/office/drawing/2014/main" id="{D84A3056-9157-0A88-AB07-EE231CDEA614}"/>
                      </a:ext>
                    </a:extLst>
                  </p:cNvPr>
                  <p:cNvSpPr/>
                  <p:nvPr/>
                </p:nvSpPr>
                <p:spPr>
                  <a:xfrm>
                    <a:off x="7870545" y="-3037570"/>
                    <a:ext cx="1026112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" h="1442" extrusionOk="0">
                        <a:moveTo>
                          <a:pt x="3403" y="1"/>
                        </a:moveTo>
                        <a:lnTo>
                          <a:pt x="3344" y="24"/>
                        </a:lnTo>
                        <a:lnTo>
                          <a:pt x="2092" y="745"/>
                        </a:lnTo>
                        <a:lnTo>
                          <a:pt x="946" y="745"/>
                        </a:lnTo>
                        <a:lnTo>
                          <a:pt x="1" y="1288"/>
                        </a:lnTo>
                        <a:lnTo>
                          <a:pt x="273" y="1442"/>
                        </a:lnTo>
                        <a:lnTo>
                          <a:pt x="1100" y="958"/>
                        </a:lnTo>
                        <a:lnTo>
                          <a:pt x="2234" y="958"/>
                        </a:lnTo>
                        <a:lnTo>
                          <a:pt x="3592" y="178"/>
                        </a:lnTo>
                        <a:lnTo>
                          <a:pt x="3651" y="142"/>
                        </a:lnTo>
                        <a:lnTo>
                          <a:pt x="340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2" name="Google Shape;5667;p47">
                    <a:extLst>
                      <a:ext uri="{FF2B5EF4-FFF2-40B4-BE49-F238E27FC236}">
                        <a16:creationId xmlns:a16="http://schemas.microsoft.com/office/drawing/2014/main" id="{C8FDADEF-4836-4A42-2152-8A412B20CF52}"/>
                      </a:ext>
                    </a:extLst>
                  </p:cNvPr>
                  <p:cNvSpPr/>
                  <p:nvPr/>
                </p:nvSpPr>
                <p:spPr>
                  <a:xfrm>
                    <a:off x="6751994" y="-3661608"/>
                    <a:ext cx="1128948" cy="38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" h="1360" extrusionOk="0">
                        <a:moveTo>
                          <a:pt x="3746" y="1"/>
                        </a:moveTo>
                        <a:lnTo>
                          <a:pt x="3604" y="95"/>
                        </a:lnTo>
                        <a:lnTo>
                          <a:pt x="2470" y="757"/>
                        </a:lnTo>
                        <a:lnTo>
                          <a:pt x="781" y="757"/>
                        </a:lnTo>
                        <a:lnTo>
                          <a:pt x="1" y="1194"/>
                        </a:lnTo>
                        <a:lnTo>
                          <a:pt x="249" y="1359"/>
                        </a:lnTo>
                        <a:lnTo>
                          <a:pt x="934" y="958"/>
                        </a:lnTo>
                        <a:lnTo>
                          <a:pt x="2612" y="958"/>
                        </a:lnTo>
                        <a:lnTo>
                          <a:pt x="3852" y="237"/>
                        </a:lnTo>
                        <a:lnTo>
                          <a:pt x="4017" y="154"/>
                        </a:lnTo>
                        <a:lnTo>
                          <a:pt x="374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675" name="Google Shape;5668;p47">
                  <a:extLst>
                    <a:ext uri="{FF2B5EF4-FFF2-40B4-BE49-F238E27FC236}">
                      <a16:creationId xmlns:a16="http://schemas.microsoft.com/office/drawing/2014/main" id="{156D8E72-21AC-ABD3-0BE1-831416793BFC}"/>
                    </a:ext>
                  </a:extLst>
                </p:cNvPr>
                <p:cNvSpPr/>
                <p:nvPr/>
              </p:nvSpPr>
              <p:spPr>
                <a:xfrm>
                  <a:off x="6598965" y="-3776740"/>
                  <a:ext cx="1021412" cy="282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7" h="1182" extrusionOk="0">
                      <a:moveTo>
                        <a:pt x="4017" y="0"/>
                      </a:moveTo>
                      <a:lnTo>
                        <a:pt x="3887" y="71"/>
                      </a:lnTo>
                      <a:lnTo>
                        <a:pt x="2516" y="875"/>
                      </a:lnTo>
                      <a:lnTo>
                        <a:pt x="284" y="875"/>
                      </a:lnTo>
                      <a:lnTo>
                        <a:pt x="0" y="1028"/>
                      </a:lnTo>
                      <a:lnTo>
                        <a:pt x="272" y="1182"/>
                      </a:lnTo>
                      <a:lnTo>
                        <a:pt x="437" y="1075"/>
                      </a:lnTo>
                      <a:lnTo>
                        <a:pt x="2658" y="1075"/>
                      </a:lnTo>
                      <a:lnTo>
                        <a:pt x="4135" y="225"/>
                      </a:lnTo>
                      <a:lnTo>
                        <a:pt x="4277" y="142"/>
                      </a:lnTo>
                      <a:lnTo>
                        <a:pt x="401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304" name="Google Shape;5669;p47">
                <a:extLst>
                  <a:ext uri="{FF2B5EF4-FFF2-40B4-BE49-F238E27FC236}">
                    <a16:creationId xmlns:a16="http://schemas.microsoft.com/office/drawing/2014/main" id="{250CD6C5-E78D-F16D-8E69-9747B572A825}"/>
                  </a:ext>
                </a:extLst>
              </p:cNvPr>
              <p:cNvSpPr/>
              <p:nvPr/>
            </p:nvSpPr>
            <p:spPr>
              <a:xfrm flipH="1">
                <a:off x="9817982" y="7218955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5" name="Google Shape;5670;p47">
                <a:extLst>
                  <a:ext uri="{FF2B5EF4-FFF2-40B4-BE49-F238E27FC236}">
                    <a16:creationId xmlns:a16="http://schemas.microsoft.com/office/drawing/2014/main" id="{9D410818-6888-F531-50AE-2F2FA6A1B858}"/>
                  </a:ext>
                </a:extLst>
              </p:cNvPr>
              <p:cNvSpPr/>
              <p:nvPr/>
            </p:nvSpPr>
            <p:spPr>
              <a:xfrm flipH="1">
                <a:off x="11341013" y="7218966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6" name="Google Shape;5671;p47">
                <a:extLst>
                  <a:ext uri="{FF2B5EF4-FFF2-40B4-BE49-F238E27FC236}">
                    <a16:creationId xmlns:a16="http://schemas.microsoft.com/office/drawing/2014/main" id="{4D238EF8-E5E3-D4BD-FF8E-744A83B618E9}"/>
                  </a:ext>
                </a:extLst>
              </p:cNvPr>
              <p:cNvSpPr/>
              <p:nvPr/>
            </p:nvSpPr>
            <p:spPr>
              <a:xfrm flipH="1">
                <a:off x="9812585" y="7218966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7" name="Google Shape;5672;p47">
                <a:extLst>
                  <a:ext uri="{FF2B5EF4-FFF2-40B4-BE49-F238E27FC236}">
                    <a16:creationId xmlns:a16="http://schemas.microsoft.com/office/drawing/2014/main" id="{26B76C83-555F-D180-1D94-A549E02B18B2}"/>
                  </a:ext>
                </a:extLst>
              </p:cNvPr>
              <p:cNvGrpSpPr/>
              <p:nvPr/>
            </p:nvGrpSpPr>
            <p:grpSpPr>
              <a:xfrm>
                <a:off x="10884983" y="6879817"/>
                <a:ext cx="922893" cy="599206"/>
                <a:chOff x="-4004340" y="2465518"/>
                <a:chExt cx="1791330" cy="1162830"/>
              </a:xfrm>
            </p:grpSpPr>
            <p:sp>
              <p:nvSpPr>
                <p:cNvPr id="1308" name="Google Shape;5673;p47">
                  <a:extLst>
                    <a:ext uri="{FF2B5EF4-FFF2-40B4-BE49-F238E27FC236}">
                      <a16:creationId xmlns:a16="http://schemas.microsoft.com/office/drawing/2014/main" id="{E5812A44-8ED7-C598-6C7B-8923DC295FF5}"/>
                    </a:ext>
                  </a:extLst>
                </p:cNvPr>
                <p:cNvSpPr/>
                <p:nvPr/>
              </p:nvSpPr>
              <p:spPr>
                <a:xfrm>
                  <a:off x="-3238869" y="3540443"/>
                  <a:ext cx="296388" cy="7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86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2671" y="68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09" name="Google Shape;5674;p47">
                  <a:extLst>
                    <a:ext uri="{FF2B5EF4-FFF2-40B4-BE49-F238E27FC236}">
                      <a16:creationId xmlns:a16="http://schemas.microsoft.com/office/drawing/2014/main" id="{FBED748E-1F5F-E29A-671C-AFE223DF22D7}"/>
                    </a:ext>
                  </a:extLst>
                </p:cNvPr>
                <p:cNvSpPr/>
                <p:nvPr/>
              </p:nvSpPr>
              <p:spPr>
                <a:xfrm>
                  <a:off x="-2741963" y="2725067"/>
                  <a:ext cx="14536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31" extrusionOk="0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30" y="130"/>
                      </a:lnTo>
                      <a:lnTo>
                        <a:pt x="130" y="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0" name="Google Shape;5675;p47">
                  <a:extLst>
                    <a:ext uri="{FF2B5EF4-FFF2-40B4-BE49-F238E27FC236}">
                      <a16:creationId xmlns:a16="http://schemas.microsoft.com/office/drawing/2014/main" id="{10480F64-5331-7239-54E0-2DCF3EABCC43}"/>
                    </a:ext>
                  </a:extLst>
                </p:cNvPr>
                <p:cNvSpPr/>
                <p:nvPr/>
              </p:nvSpPr>
              <p:spPr>
                <a:xfrm>
                  <a:off x="-3461689" y="2727730"/>
                  <a:ext cx="14536" cy="1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42" extrusionOk="0">
                      <a:moveTo>
                        <a:pt x="131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31" y="4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1" name="Google Shape;5676;p47">
                  <a:extLst>
                    <a:ext uri="{FF2B5EF4-FFF2-40B4-BE49-F238E27FC236}">
                      <a16:creationId xmlns:a16="http://schemas.microsoft.com/office/drawing/2014/main" id="{521FFD51-043C-44E1-51DC-6A324F022FE1}"/>
                    </a:ext>
                  </a:extLst>
                </p:cNvPr>
                <p:cNvSpPr/>
                <p:nvPr/>
              </p:nvSpPr>
              <p:spPr>
                <a:xfrm>
                  <a:off x="-2942590" y="3124876"/>
                  <a:ext cx="714504" cy="491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431" extrusionOk="0">
                      <a:moveTo>
                        <a:pt x="6439" y="0"/>
                      </a:moveTo>
                      <a:lnTo>
                        <a:pt x="1" y="3745"/>
                      </a:lnTo>
                      <a:lnTo>
                        <a:pt x="1" y="4430"/>
                      </a:lnTo>
                      <a:lnTo>
                        <a:pt x="6439" y="697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2" name="Google Shape;5677;p47">
                  <a:extLst>
                    <a:ext uri="{FF2B5EF4-FFF2-40B4-BE49-F238E27FC236}">
                      <a16:creationId xmlns:a16="http://schemas.microsoft.com/office/drawing/2014/main" id="{32DFA1A1-37B0-59A9-0537-A6F077F1493B}"/>
                    </a:ext>
                  </a:extLst>
                </p:cNvPr>
                <p:cNvSpPr/>
                <p:nvPr/>
              </p:nvSpPr>
              <p:spPr>
                <a:xfrm>
                  <a:off x="-3958484" y="3126208"/>
                  <a:ext cx="719719" cy="49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419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6486" y="4418"/>
                      </a:lnTo>
                      <a:lnTo>
                        <a:pt x="6486" y="37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3" name="Google Shape;5678;p47">
                  <a:extLst>
                    <a:ext uri="{FF2B5EF4-FFF2-40B4-BE49-F238E27FC236}">
                      <a16:creationId xmlns:a16="http://schemas.microsoft.com/office/drawing/2014/main" id="{495EA5A6-7539-4F50-9498-A6B1658774B7}"/>
                    </a:ext>
                  </a:extLst>
                </p:cNvPr>
                <p:cNvSpPr/>
                <p:nvPr/>
              </p:nvSpPr>
              <p:spPr>
                <a:xfrm>
                  <a:off x="-3958484" y="2537645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4"/>
                      </a:lnTo>
                      <a:lnTo>
                        <a:pt x="6486" y="9037"/>
                      </a:lnTo>
                      <a:lnTo>
                        <a:pt x="9156" y="9037"/>
                      </a:lnTo>
                      <a:lnTo>
                        <a:pt x="15594" y="5292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4" name="Google Shape;5679;p47">
                  <a:extLst>
                    <a:ext uri="{FF2B5EF4-FFF2-40B4-BE49-F238E27FC236}">
                      <a16:creationId xmlns:a16="http://schemas.microsoft.com/office/drawing/2014/main" id="{E1500912-2413-0C10-DEED-F92643E828E4}"/>
                    </a:ext>
                  </a:extLst>
                </p:cNvPr>
                <p:cNvSpPr/>
                <p:nvPr/>
              </p:nvSpPr>
              <p:spPr>
                <a:xfrm>
                  <a:off x="-2709228" y="2744708"/>
                  <a:ext cx="15868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31" extrusionOk="0">
                      <a:moveTo>
                        <a:pt x="1" y="1"/>
                      </a:moveTo>
                      <a:lnTo>
                        <a:pt x="12" y="60"/>
                      </a:lnTo>
                      <a:lnTo>
                        <a:pt x="142" y="131"/>
                      </a:lnTo>
                      <a:lnTo>
                        <a:pt x="142" y="8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5" name="Google Shape;5680;p47">
                  <a:extLst>
                    <a:ext uri="{FF2B5EF4-FFF2-40B4-BE49-F238E27FC236}">
                      <a16:creationId xmlns:a16="http://schemas.microsoft.com/office/drawing/2014/main" id="{290622C3-77B5-F6B2-B32C-C35826A5E3FC}"/>
                    </a:ext>
                  </a:extLst>
                </p:cNvPr>
                <p:cNvSpPr/>
                <p:nvPr/>
              </p:nvSpPr>
              <p:spPr>
                <a:xfrm>
                  <a:off x="-2709228" y="2725067"/>
                  <a:ext cx="48603" cy="28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1" extrusionOk="0">
                      <a:moveTo>
                        <a:pt x="308" y="0"/>
                      </a:moveTo>
                      <a:lnTo>
                        <a:pt x="1" y="178"/>
                      </a:lnTo>
                      <a:lnTo>
                        <a:pt x="142" y="260"/>
                      </a:lnTo>
                      <a:lnTo>
                        <a:pt x="438" y="83"/>
                      </a:lnTo>
                      <a:lnTo>
                        <a:pt x="3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6" name="Google Shape;5681;p47">
                  <a:extLst>
                    <a:ext uri="{FF2B5EF4-FFF2-40B4-BE49-F238E27FC236}">
                      <a16:creationId xmlns:a16="http://schemas.microsoft.com/office/drawing/2014/main" id="{063794B6-3380-CB84-18D4-FBBBF193202F}"/>
                    </a:ext>
                  </a:extLst>
                </p:cNvPr>
                <p:cNvSpPr/>
                <p:nvPr/>
              </p:nvSpPr>
              <p:spPr>
                <a:xfrm>
                  <a:off x="-3495755" y="2747371"/>
                  <a:ext cx="15868" cy="1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43" extrusionOk="0">
                      <a:moveTo>
                        <a:pt x="142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42" y="4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7" name="Google Shape;5682;p47">
                  <a:extLst>
                    <a:ext uri="{FF2B5EF4-FFF2-40B4-BE49-F238E27FC236}">
                      <a16:creationId xmlns:a16="http://schemas.microsoft.com/office/drawing/2014/main" id="{8A2DD044-1BFC-82ED-DF2D-ADC7AF9DF37A}"/>
                    </a:ext>
                  </a:extLst>
                </p:cNvPr>
                <p:cNvSpPr/>
                <p:nvPr/>
              </p:nvSpPr>
              <p:spPr>
                <a:xfrm>
                  <a:off x="-3528490" y="2727730"/>
                  <a:ext cx="48603" cy="2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0" extrusionOk="0">
                      <a:moveTo>
                        <a:pt x="130" y="0"/>
                      </a:moveTo>
                      <a:lnTo>
                        <a:pt x="0" y="83"/>
                      </a:lnTo>
                      <a:lnTo>
                        <a:pt x="296" y="260"/>
                      </a:lnTo>
                      <a:lnTo>
                        <a:pt x="437" y="177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8" name="Google Shape;5683;p47">
                  <a:extLst>
                    <a:ext uri="{FF2B5EF4-FFF2-40B4-BE49-F238E27FC236}">
                      <a16:creationId xmlns:a16="http://schemas.microsoft.com/office/drawing/2014/main" id="{A5468A37-AEA4-CEB3-AD43-F0F0E785297A}"/>
                    </a:ext>
                  </a:extLst>
                </p:cNvPr>
                <p:cNvSpPr/>
                <p:nvPr/>
              </p:nvSpPr>
              <p:spPr>
                <a:xfrm>
                  <a:off x="-2942590" y="3054080"/>
                  <a:ext cx="714504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171" extrusionOk="0">
                      <a:moveTo>
                        <a:pt x="6439" y="1"/>
                      </a:moveTo>
                      <a:lnTo>
                        <a:pt x="1" y="3734"/>
                      </a:lnTo>
                      <a:lnTo>
                        <a:pt x="1" y="4171"/>
                      </a:lnTo>
                      <a:lnTo>
                        <a:pt x="6439" y="414"/>
                      </a:lnTo>
                      <a:lnTo>
                        <a:pt x="6439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9" name="Google Shape;5684;p47">
                  <a:extLst>
                    <a:ext uri="{FF2B5EF4-FFF2-40B4-BE49-F238E27FC236}">
                      <a16:creationId xmlns:a16="http://schemas.microsoft.com/office/drawing/2014/main" id="{D5FCDEDA-BFFA-8E7A-46DD-4C5318B8FD1F}"/>
                    </a:ext>
                  </a:extLst>
                </p:cNvPr>
                <p:cNvSpPr/>
                <p:nvPr/>
              </p:nvSpPr>
              <p:spPr>
                <a:xfrm>
                  <a:off x="-3958484" y="3054080"/>
                  <a:ext cx="719719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171" extrusionOk="0">
                      <a:moveTo>
                        <a:pt x="1" y="1"/>
                      </a:moveTo>
                      <a:lnTo>
                        <a:pt x="1" y="414"/>
                      </a:lnTo>
                      <a:lnTo>
                        <a:pt x="6486" y="4171"/>
                      </a:lnTo>
                      <a:lnTo>
                        <a:pt x="6486" y="373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0" name="Google Shape;5685;p47">
                  <a:extLst>
                    <a:ext uri="{FF2B5EF4-FFF2-40B4-BE49-F238E27FC236}">
                      <a16:creationId xmlns:a16="http://schemas.microsoft.com/office/drawing/2014/main" id="{9696E911-C2C9-1700-BAB2-D761E6B3B5D1}"/>
                    </a:ext>
                  </a:extLst>
                </p:cNvPr>
                <p:cNvSpPr/>
                <p:nvPr/>
              </p:nvSpPr>
              <p:spPr>
                <a:xfrm>
                  <a:off x="-3238869" y="3468316"/>
                  <a:ext cx="296388" cy="48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438" extrusionOk="0">
                      <a:moveTo>
                        <a:pt x="1" y="1"/>
                      </a:moveTo>
                      <a:lnTo>
                        <a:pt x="1" y="438"/>
                      </a:lnTo>
                      <a:lnTo>
                        <a:pt x="2671" y="438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1" name="Google Shape;5686;p47">
                  <a:extLst>
                    <a:ext uri="{FF2B5EF4-FFF2-40B4-BE49-F238E27FC236}">
                      <a16:creationId xmlns:a16="http://schemas.microsoft.com/office/drawing/2014/main" id="{D39F7F10-CC67-506C-6000-A2E0BAC9E151}"/>
                    </a:ext>
                  </a:extLst>
                </p:cNvPr>
                <p:cNvSpPr/>
                <p:nvPr/>
              </p:nvSpPr>
              <p:spPr>
                <a:xfrm>
                  <a:off x="-3958484" y="2465518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5"/>
                      </a:lnTo>
                      <a:lnTo>
                        <a:pt x="6486" y="9038"/>
                      </a:lnTo>
                      <a:lnTo>
                        <a:pt x="9156" y="9038"/>
                      </a:lnTo>
                      <a:lnTo>
                        <a:pt x="15594" y="5305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2" name="Google Shape;5687;p47">
                  <a:extLst>
                    <a:ext uri="{FF2B5EF4-FFF2-40B4-BE49-F238E27FC236}">
                      <a16:creationId xmlns:a16="http://schemas.microsoft.com/office/drawing/2014/main" id="{F10121A1-DA5C-E0C7-E422-DE8B5125C110}"/>
                    </a:ext>
                  </a:extLst>
                </p:cNvPr>
                <p:cNvSpPr/>
                <p:nvPr/>
              </p:nvSpPr>
              <p:spPr>
                <a:xfrm>
                  <a:off x="-3904776" y="2516673"/>
                  <a:ext cx="1625637" cy="89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0" h="8105" extrusionOk="0">
                      <a:moveTo>
                        <a:pt x="8412" y="402"/>
                      </a:moveTo>
                      <a:lnTo>
                        <a:pt x="14271" y="3769"/>
                      </a:lnTo>
                      <a:lnTo>
                        <a:pt x="14271" y="4347"/>
                      </a:lnTo>
                      <a:lnTo>
                        <a:pt x="8447" y="7726"/>
                      </a:lnTo>
                      <a:lnTo>
                        <a:pt x="6226" y="7726"/>
                      </a:lnTo>
                      <a:lnTo>
                        <a:pt x="355" y="4347"/>
                      </a:lnTo>
                      <a:lnTo>
                        <a:pt x="355" y="3780"/>
                      </a:lnTo>
                      <a:lnTo>
                        <a:pt x="6179" y="402"/>
                      </a:lnTo>
                      <a:close/>
                      <a:moveTo>
                        <a:pt x="6085" y="0"/>
                      </a:moveTo>
                      <a:lnTo>
                        <a:pt x="1" y="3544"/>
                      </a:lnTo>
                      <a:lnTo>
                        <a:pt x="1" y="4560"/>
                      </a:lnTo>
                      <a:lnTo>
                        <a:pt x="6132" y="8104"/>
                      </a:lnTo>
                      <a:lnTo>
                        <a:pt x="8565" y="8104"/>
                      </a:lnTo>
                      <a:lnTo>
                        <a:pt x="14649" y="4560"/>
                      </a:lnTo>
                      <a:lnTo>
                        <a:pt x="14649" y="3544"/>
                      </a:lnTo>
                      <a:lnTo>
                        <a:pt x="8518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3" name="Google Shape;5688;p47">
                  <a:extLst>
                    <a:ext uri="{FF2B5EF4-FFF2-40B4-BE49-F238E27FC236}">
                      <a16:creationId xmlns:a16="http://schemas.microsoft.com/office/drawing/2014/main" id="{19A98CE0-5BA7-64B4-DBB3-4AB2F58941E2}"/>
                    </a:ext>
                  </a:extLst>
                </p:cNvPr>
                <p:cNvSpPr/>
                <p:nvPr/>
              </p:nvSpPr>
              <p:spPr>
                <a:xfrm>
                  <a:off x="-3722570" y="2675243"/>
                  <a:ext cx="668675" cy="385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6" h="3474" extrusionOk="0">
                      <a:moveTo>
                        <a:pt x="4502" y="1"/>
                      </a:moveTo>
                      <a:lnTo>
                        <a:pt x="1" y="2599"/>
                      </a:lnTo>
                      <a:lnTo>
                        <a:pt x="1525" y="3474"/>
                      </a:lnTo>
                      <a:lnTo>
                        <a:pt x="6026" y="875"/>
                      </a:lnTo>
                      <a:lnTo>
                        <a:pt x="4502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4" name="Google Shape;5689;p47">
                  <a:extLst>
                    <a:ext uri="{FF2B5EF4-FFF2-40B4-BE49-F238E27FC236}">
                      <a16:creationId xmlns:a16="http://schemas.microsoft.com/office/drawing/2014/main" id="{6C1BC427-C18C-DDF2-4DF8-37AFE490B44D}"/>
                    </a:ext>
                  </a:extLst>
                </p:cNvPr>
                <p:cNvSpPr/>
                <p:nvPr/>
              </p:nvSpPr>
              <p:spPr>
                <a:xfrm>
                  <a:off x="-3537701" y="2688337"/>
                  <a:ext cx="778752" cy="449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4053" extrusionOk="0">
                      <a:moveTo>
                        <a:pt x="5966" y="1"/>
                      </a:moveTo>
                      <a:lnTo>
                        <a:pt x="1" y="3450"/>
                      </a:lnTo>
                      <a:lnTo>
                        <a:pt x="1052" y="4053"/>
                      </a:lnTo>
                      <a:lnTo>
                        <a:pt x="7018" y="615"/>
                      </a:lnTo>
                      <a:lnTo>
                        <a:pt x="5966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5" name="Google Shape;5690;p47">
                  <a:extLst>
                    <a:ext uri="{FF2B5EF4-FFF2-40B4-BE49-F238E27FC236}">
                      <a16:creationId xmlns:a16="http://schemas.microsoft.com/office/drawing/2014/main" id="{F4AE7967-36B9-50F0-F6A0-12D038E47C51}"/>
                    </a:ext>
                  </a:extLst>
                </p:cNvPr>
                <p:cNvSpPr/>
                <p:nvPr/>
              </p:nvSpPr>
              <p:spPr>
                <a:xfrm>
                  <a:off x="-3402655" y="2832593"/>
                  <a:ext cx="624067" cy="3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" h="3249" extrusionOk="0">
                      <a:moveTo>
                        <a:pt x="4915" y="0"/>
                      </a:moveTo>
                      <a:lnTo>
                        <a:pt x="0" y="2859"/>
                      </a:lnTo>
                      <a:lnTo>
                        <a:pt x="709" y="3249"/>
                      </a:lnTo>
                      <a:lnTo>
                        <a:pt x="5623" y="414"/>
                      </a:lnTo>
                      <a:lnTo>
                        <a:pt x="491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6" name="Google Shape;5691;p47">
                  <a:extLst>
                    <a:ext uri="{FF2B5EF4-FFF2-40B4-BE49-F238E27FC236}">
                      <a16:creationId xmlns:a16="http://schemas.microsoft.com/office/drawing/2014/main" id="{470E4F31-9D79-A482-AA6C-75022F9A0205}"/>
                    </a:ext>
                  </a:extLst>
                </p:cNvPr>
                <p:cNvSpPr/>
                <p:nvPr/>
              </p:nvSpPr>
              <p:spPr>
                <a:xfrm>
                  <a:off x="-3210018" y="2946554"/>
                  <a:ext cx="626730" cy="36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8" h="3250" extrusionOk="0">
                      <a:moveTo>
                        <a:pt x="4939" y="1"/>
                      </a:moveTo>
                      <a:lnTo>
                        <a:pt x="1" y="2836"/>
                      </a:lnTo>
                      <a:lnTo>
                        <a:pt x="733" y="3250"/>
                      </a:lnTo>
                      <a:lnTo>
                        <a:pt x="5648" y="391"/>
                      </a:lnTo>
                      <a:lnTo>
                        <a:pt x="4939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7" name="Google Shape;5692;p47">
                  <a:extLst>
                    <a:ext uri="{FF2B5EF4-FFF2-40B4-BE49-F238E27FC236}">
                      <a16:creationId xmlns:a16="http://schemas.microsoft.com/office/drawing/2014/main" id="{AEFB49E4-BFBB-0DF2-01AC-5E53A87B60BD}"/>
                    </a:ext>
                  </a:extLst>
                </p:cNvPr>
                <p:cNvSpPr/>
                <p:nvPr/>
              </p:nvSpPr>
              <p:spPr>
                <a:xfrm>
                  <a:off x="-3305671" y="3060627"/>
                  <a:ext cx="329122" cy="18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702" extrusionOk="0">
                      <a:moveTo>
                        <a:pt x="2257" y="1"/>
                      </a:moveTo>
                      <a:lnTo>
                        <a:pt x="0" y="1300"/>
                      </a:lnTo>
                      <a:lnTo>
                        <a:pt x="709" y="1702"/>
                      </a:lnTo>
                      <a:lnTo>
                        <a:pt x="2966" y="402"/>
                      </a:lnTo>
                      <a:lnTo>
                        <a:pt x="2257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8" name="Google Shape;5693;p47">
                  <a:extLst>
                    <a:ext uri="{FF2B5EF4-FFF2-40B4-BE49-F238E27FC236}">
                      <a16:creationId xmlns:a16="http://schemas.microsoft.com/office/drawing/2014/main" id="{AFC07D23-FCCE-1A60-1721-4C387B854146}"/>
                    </a:ext>
                  </a:extLst>
                </p:cNvPr>
                <p:cNvSpPr/>
                <p:nvPr/>
              </p:nvSpPr>
              <p:spPr>
                <a:xfrm>
                  <a:off x="-3009391" y="2888963"/>
                  <a:ext cx="327791" cy="19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" h="1714" extrusionOk="0">
                      <a:moveTo>
                        <a:pt x="2245" y="0"/>
                      </a:moveTo>
                      <a:lnTo>
                        <a:pt x="0" y="1300"/>
                      </a:lnTo>
                      <a:lnTo>
                        <a:pt x="709" y="1713"/>
                      </a:lnTo>
                      <a:lnTo>
                        <a:pt x="2954" y="414"/>
                      </a:lnTo>
                      <a:lnTo>
                        <a:pt x="224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329" name="Google Shape;5694;p47">
                  <a:extLst>
                    <a:ext uri="{FF2B5EF4-FFF2-40B4-BE49-F238E27FC236}">
                      <a16:creationId xmlns:a16="http://schemas.microsoft.com/office/drawing/2014/main" id="{F3E82789-6F01-68AC-D7CD-831C34D1F0FB}"/>
                    </a:ext>
                  </a:extLst>
                </p:cNvPr>
                <p:cNvGrpSpPr/>
                <p:nvPr/>
              </p:nvGrpSpPr>
              <p:grpSpPr>
                <a:xfrm>
                  <a:off x="-4004340" y="3104789"/>
                  <a:ext cx="1791330" cy="523558"/>
                  <a:chOff x="-4004340" y="3104789"/>
                  <a:chExt cx="1791330" cy="523558"/>
                </a:xfrm>
              </p:grpSpPr>
              <p:grpSp>
                <p:nvGrpSpPr>
                  <p:cNvPr id="1330" name="Google Shape;5695;p47">
                    <a:extLst>
                      <a:ext uri="{FF2B5EF4-FFF2-40B4-BE49-F238E27FC236}">
                        <a16:creationId xmlns:a16="http://schemas.microsoft.com/office/drawing/2014/main" id="{74A5A86E-1CE9-544E-0B87-E94BA81764B3}"/>
                      </a:ext>
                    </a:extLst>
                  </p:cNvPr>
                  <p:cNvGrpSpPr/>
                  <p:nvPr/>
                </p:nvGrpSpPr>
                <p:grpSpPr>
                  <a:xfrm>
                    <a:off x="-2940565" y="3136014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502" name="Google Shape;5696;p47">
                      <a:extLst>
                        <a:ext uri="{FF2B5EF4-FFF2-40B4-BE49-F238E27FC236}">
                          <a16:creationId xmlns:a16="http://schemas.microsoft.com/office/drawing/2014/main" id="{BF960222-7E7E-8ADE-15E9-E0EF50591E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63" name="Google Shape;5697;p47">
                        <a:extLst>
                          <a:ext uri="{FF2B5EF4-FFF2-40B4-BE49-F238E27FC236}">
                            <a16:creationId xmlns:a16="http://schemas.microsoft.com/office/drawing/2014/main" id="{1F42C948-2DD3-A74A-7ABD-AD3DD45F6B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4" name="Google Shape;5698;p47">
                        <a:extLst>
                          <a:ext uri="{FF2B5EF4-FFF2-40B4-BE49-F238E27FC236}">
                            <a16:creationId xmlns:a16="http://schemas.microsoft.com/office/drawing/2014/main" id="{A14FCF86-3816-A3F0-7C44-C5B5EF04E9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5" name="Google Shape;5699;p47">
                        <a:extLst>
                          <a:ext uri="{FF2B5EF4-FFF2-40B4-BE49-F238E27FC236}">
                            <a16:creationId xmlns:a16="http://schemas.microsoft.com/office/drawing/2014/main" id="{9E75AF79-4F97-0903-D767-BA92136444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6" name="Google Shape;5700;p47">
                        <a:extLst>
                          <a:ext uri="{FF2B5EF4-FFF2-40B4-BE49-F238E27FC236}">
                            <a16:creationId xmlns:a16="http://schemas.microsoft.com/office/drawing/2014/main" id="{5EF34E14-94E1-033F-7FEA-60D243DA08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7" name="Google Shape;5701;p47">
                        <a:extLst>
                          <a:ext uri="{FF2B5EF4-FFF2-40B4-BE49-F238E27FC236}">
                            <a16:creationId xmlns:a16="http://schemas.microsoft.com/office/drawing/2014/main" id="{DED59CA7-83C6-AFFE-4A1B-AE0F0FAE8B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8" name="Google Shape;5702;p47">
                        <a:extLst>
                          <a:ext uri="{FF2B5EF4-FFF2-40B4-BE49-F238E27FC236}">
                            <a16:creationId xmlns:a16="http://schemas.microsoft.com/office/drawing/2014/main" id="{F10EFE37-8D0D-348D-8607-C8C9D1E5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9" name="Google Shape;5703;p47">
                        <a:extLst>
                          <a:ext uri="{FF2B5EF4-FFF2-40B4-BE49-F238E27FC236}">
                            <a16:creationId xmlns:a16="http://schemas.microsoft.com/office/drawing/2014/main" id="{6B10BC65-79D6-BD6D-EB26-C666B9E86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0" name="Google Shape;5704;p47">
                        <a:extLst>
                          <a:ext uri="{FF2B5EF4-FFF2-40B4-BE49-F238E27FC236}">
                            <a16:creationId xmlns:a16="http://schemas.microsoft.com/office/drawing/2014/main" id="{E9E3B532-DCE0-D96E-0B3B-1D27AEB47C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1" name="Google Shape;5705;p47">
                        <a:extLst>
                          <a:ext uri="{FF2B5EF4-FFF2-40B4-BE49-F238E27FC236}">
                            <a16:creationId xmlns:a16="http://schemas.microsoft.com/office/drawing/2014/main" id="{C1437191-D801-B908-33F2-EF82A3EB60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3" name="Google Shape;5706;p47">
                      <a:extLst>
                        <a:ext uri="{FF2B5EF4-FFF2-40B4-BE49-F238E27FC236}">
                          <a16:creationId xmlns:a16="http://schemas.microsoft.com/office/drawing/2014/main" id="{D22869C0-C956-F913-3036-E7250BF77E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54" name="Google Shape;5707;p47">
                        <a:extLst>
                          <a:ext uri="{FF2B5EF4-FFF2-40B4-BE49-F238E27FC236}">
                            <a16:creationId xmlns:a16="http://schemas.microsoft.com/office/drawing/2014/main" id="{E6F96325-FF80-B09C-A11B-ADFC4FE60A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5" name="Google Shape;5708;p47">
                        <a:extLst>
                          <a:ext uri="{FF2B5EF4-FFF2-40B4-BE49-F238E27FC236}">
                            <a16:creationId xmlns:a16="http://schemas.microsoft.com/office/drawing/2014/main" id="{41EFF904-79E5-8388-C8DA-C5F6B82DB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6" name="Google Shape;5709;p47">
                        <a:extLst>
                          <a:ext uri="{FF2B5EF4-FFF2-40B4-BE49-F238E27FC236}">
                            <a16:creationId xmlns:a16="http://schemas.microsoft.com/office/drawing/2014/main" id="{72585B13-118B-30E7-8C18-2001855BF7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7" name="Google Shape;5710;p47">
                        <a:extLst>
                          <a:ext uri="{FF2B5EF4-FFF2-40B4-BE49-F238E27FC236}">
                            <a16:creationId xmlns:a16="http://schemas.microsoft.com/office/drawing/2014/main" id="{23D324D4-6F40-3C9D-8A1C-710F9FEA04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8" name="Google Shape;5711;p47">
                        <a:extLst>
                          <a:ext uri="{FF2B5EF4-FFF2-40B4-BE49-F238E27FC236}">
                            <a16:creationId xmlns:a16="http://schemas.microsoft.com/office/drawing/2014/main" id="{B7D3BDAB-B266-6AAE-3CFB-1EF2ED080C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9" name="Google Shape;5712;p47">
                        <a:extLst>
                          <a:ext uri="{FF2B5EF4-FFF2-40B4-BE49-F238E27FC236}">
                            <a16:creationId xmlns:a16="http://schemas.microsoft.com/office/drawing/2014/main" id="{ABB61ADF-4535-AC88-0354-A4B9D0061A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0" name="Google Shape;5713;p47">
                        <a:extLst>
                          <a:ext uri="{FF2B5EF4-FFF2-40B4-BE49-F238E27FC236}">
                            <a16:creationId xmlns:a16="http://schemas.microsoft.com/office/drawing/2014/main" id="{4A5DD798-1DB2-78E9-982F-06833E3793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1" name="Google Shape;5714;p47">
                        <a:extLst>
                          <a:ext uri="{FF2B5EF4-FFF2-40B4-BE49-F238E27FC236}">
                            <a16:creationId xmlns:a16="http://schemas.microsoft.com/office/drawing/2014/main" id="{41423CCB-806C-D8C7-9A75-D0855F265E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2" name="Google Shape;5715;p47">
                        <a:extLst>
                          <a:ext uri="{FF2B5EF4-FFF2-40B4-BE49-F238E27FC236}">
                            <a16:creationId xmlns:a16="http://schemas.microsoft.com/office/drawing/2014/main" id="{546DAE90-D768-824B-38FF-905AEA2A91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4" name="Google Shape;5716;p47">
                      <a:extLst>
                        <a:ext uri="{FF2B5EF4-FFF2-40B4-BE49-F238E27FC236}">
                          <a16:creationId xmlns:a16="http://schemas.microsoft.com/office/drawing/2014/main" id="{6A56C100-A58C-E577-9BF0-2A17C5E5F2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45" name="Google Shape;5717;p47">
                        <a:extLst>
                          <a:ext uri="{FF2B5EF4-FFF2-40B4-BE49-F238E27FC236}">
                            <a16:creationId xmlns:a16="http://schemas.microsoft.com/office/drawing/2014/main" id="{8D4BC388-2AF2-4F80-6A35-94A5000083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6" name="Google Shape;5718;p47">
                        <a:extLst>
                          <a:ext uri="{FF2B5EF4-FFF2-40B4-BE49-F238E27FC236}">
                            <a16:creationId xmlns:a16="http://schemas.microsoft.com/office/drawing/2014/main" id="{C02E5A30-34A0-8B52-30A0-27B9EB3B9D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7" name="Google Shape;5719;p47">
                        <a:extLst>
                          <a:ext uri="{FF2B5EF4-FFF2-40B4-BE49-F238E27FC236}">
                            <a16:creationId xmlns:a16="http://schemas.microsoft.com/office/drawing/2014/main" id="{E2025363-305C-57D8-8EA0-A8CE7CCA2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8" name="Google Shape;5720;p47">
                        <a:extLst>
                          <a:ext uri="{FF2B5EF4-FFF2-40B4-BE49-F238E27FC236}">
                            <a16:creationId xmlns:a16="http://schemas.microsoft.com/office/drawing/2014/main" id="{7DE16BA8-4270-3143-3D88-006A26AC4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9" name="Google Shape;5721;p47">
                        <a:extLst>
                          <a:ext uri="{FF2B5EF4-FFF2-40B4-BE49-F238E27FC236}">
                            <a16:creationId xmlns:a16="http://schemas.microsoft.com/office/drawing/2014/main" id="{998BC761-416A-2013-94EA-2088E40752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0" name="Google Shape;5722;p47">
                        <a:extLst>
                          <a:ext uri="{FF2B5EF4-FFF2-40B4-BE49-F238E27FC236}">
                            <a16:creationId xmlns:a16="http://schemas.microsoft.com/office/drawing/2014/main" id="{FF8194A6-BA00-4C35-C9DC-5D3DE4D17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1" name="Google Shape;5723;p47">
                        <a:extLst>
                          <a:ext uri="{FF2B5EF4-FFF2-40B4-BE49-F238E27FC236}">
                            <a16:creationId xmlns:a16="http://schemas.microsoft.com/office/drawing/2014/main" id="{868BC630-C823-DA2A-BF18-F267B16A55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2" name="Google Shape;5724;p47">
                        <a:extLst>
                          <a:ext uri="{FF2B5EF4-FFF2-40B4-BE49-F238E27FC236}">
                            <a16:creationId xmlns:a16="http://schemas.microsoft.com/office/drawing/2014/main" id="{C659595B-FF18-7FE6-B8F0-4DC875A3F5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3" name="Google Shape;5725;p47">
                        <a:extLst>
                          <a:ext uri="{FF2B5EF4-FFF2-40B4-BE49-F238E27FC236}">
                            <a16:creationId xmlns:a16="http://schemas.microsoft.com/office/drawing/2014/main" id="{F6B5C808-DBA2-18A9-340E-B6C6C38F3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5" name="Google Shape;5726;p47">
                      <a:extLst>
                        <a:ext uri="{FF2B5EF4-FFF2-40B4-BE49-F238E27FC236}">
                          <a16:creationId xmlns:a16="http://schemas.microsoft.com/office/drawing/2014/main" id="{78CD43D5-CCFD-6FAD-D776-20A2DA2813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36" name="Google Shape;5727;p47">
                        <a:extLst>
                          <a:ext uri="{FF2B5EF4-FFF2-40B4-BE49-F238E27FC236}">
                            <a16:creationId xmlns:a16="http://schemas.microsoft.com/office/drawing/2014/main" id="{5470E78F-5023-3F2E-F26D-57A60C464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7" name="Google Shape;5728;p47">
                        <a:extLst>
                          <a:ext uri="{FF2B5EF4-FFF2-40B4-BE49-F238E27FC236}">
                            <a16:creationId xmlns:a16="http://schemas.microsoft.com/office/drawing/2014/main" id="{BEFF5191-0C97-A4C9-E6A6-A987A3F2CD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8" name="Google Shape;5729;p47">
                        <a:extLst>
                          <a:ext uri="{FF2B5EF4-FFF2-40B4-BE49-F238E27FC236}">
                            <a16:creationId xmlns:a16="http://schemas.microsoft.com/office/drawing/2014/main" id="{0AE8058D-8F6F-F672-E1D7-07E7922E51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9" name="Google Shape;5730;p47">
                        <a:extLst>
                          <a:ext uri="{FF2B5EF4-FFF2-40B4-BE49-F238E27FC236}">
                            <a16:creationId xmlns:a16="http://schemas.microsoft.com/office/drawing/2014/main" id="{C674CB95-EB6B-C954-8872-7D3E3E9DED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0" name="Google Shape;5731;p47">
                        <a:extLst>
                          <a:ext uri="{FF2B5EF4-FFF2-40B4-BE49-F238E27FC236}">
                            <a16:creationId xmlns:a16="http://schemas.microsoft.com/office/drawing/2014/main" id="{F56F3E26-EF27-5F54-840B-5719ED470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1" name="Google Shape;5732;p47">
                        <a:extLst>
                          <a:ext uri="{FF2B5EF4-FFF2-40B4-BE49-F238E27FC236}">
                            <a16:creationId xmlns:a16="http://schemas.microsoft.com/office/drawing/2014/main" id="{BDFC7989-02CC-4A7E-25C7-2BEB3F6FD9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2" name="Google Shape;5733;p47">
                        <a:extLst>
                          <a:ext uri="{FF2B5EF4-FFF2-40B4-BE49-F238E27FC236}">
                            <a16:creationId xmlns:a16="http://schemas.microsoft.com/office/drawing/2014/main" id="{5C4EE358-1E21-3A39-4DD4-27D65A9A86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3" name="Google Shape;5734;p47">
                        <a:extLst>
                          <a:ext uri="{FF2B5EF4-FFF2-40B4-BE49-F238E27FC236}">
                            <a16:creationId xmlns:a16="http://schemas.microsoft.com/office/drawing/2014/main" id="{8FA72FB5-5AF3-F5BC-3D96-923BBB5D4E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4" name="Google Shape;5735;p47">
                        <a:extLst>
                          <a:ext uri="{FF2B5EF4-FFF2-40B4-BE49-F238E27FC236}">
                            <a16:creationId xmlns:a16="http://schemas.microsoft.com/office/drawing/2014/main" id="{E2508A75-4669-950A-9380-E710789278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6" name="Google Shape;5736;p47">
                      <a:extLst>
                        <a:ext uri="{FF2B5EF4-FFF2-40B4-BE49-F238E27FC236}">
                          <a16:creationId xmlns:a16="http://schemas.microsoft.com/office/drawing/2014/main" id="{D60FB157-4CC7-95DE-8A9B-AE04F4B08C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27" name="Google Shape;5737;p47">
                        <a:extLst>
                          <a:ext uri="{FF2B5EF4-FFF2-40B4-BE49-F238E27FC236}">
                            <a16:creationId xmlns:a16="http://schemas.microsoft.com/office/drawing/2014/main" id="{35F852F1-C552-4E59-2D53-1F40870D24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8" name="Google Shape;5738;p47">
                        <a:extLst>
                          <a:ext uri="{FF2B5EF4-FFF2-40B4-BE49-F238E27FC236}">
                            <a16:creationId xmlns:a16="http://schemas.microsoft.com/office/drawing/2014/main" id="{7B2205A6-FDF1-C8F6-599D-3629FEA5A8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9" name="Google Shape;5739;p47">
                        <a:extLst>
                          <a:ext uri="{FF2B5EF4-FFF2-40B4-BE49-F238E27FC236}">
                            <a16:creationId xmlns:a16="http://schemas.microsoft.com/office/drawing/2014/main" id="{1E62F3C7-C8A2-56C5-F677-AA0E01E74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0" name="Google Shape;5740;p47">
                        <a:extLst>
                          <a:ext uri="{FF2B5EF4-FFF2-40B4-BE49-F238E27FC236}">
                            <a16:creationId xmlns:a16="http://schemas.microsoft.com/office/drawing/2014/main" id="{2032B1A2-A666-CEB1-B210-CD47C09F0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1" name="Google Shape;5741;p47">
                        <a:extLst>
                          <a:ext uri="{FF2B5EF4-FFF2-40B4-BE49-F238E27FC236}">
                            <a16:creationId xmlns:a16="http://schemas.microsoft.com/office/drawing/2014/main" id="{80368B56-954F-9C42-BA6D-3F7CD192B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2" name="Google Shape;5742;p47">
                        <a:extLst>
                          <a:ext uri="{FF2B5EF4-FFF2-40B4-BE49-F238E27FC236}">
                            <a16:creationId xmlns:a16="http://schemas.microsoft.com/office/drawing/2014/main" id="{96F34A9B-D1F4-E71C-76C7-C62C745C19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3" name="Google Shape;5743;p47">
                        <a:extLst>
                          <a:ext uri="{FF2B5EF4-FFF2-40B4-BE49-F238E27FC236}">
                            <a16:creationId xmlns:a16="http://schemas.microsoft.com/office/drawing/2014/main" id="{B8A12194-A32A-B9B2-0D79-0B023465CC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4" name="Google Shape;5744;p47">
                        <a:extLst>
                          <a:ext uri="{FF2B5EF4-FFF2-40B4-BE49-F238E27FC236}">
                            <a16:creationId xmlns:a16="http://schemas.microsoft.com/office/drawing/2014/main" id="{B59941D4-21B5-7E36-0A23-0CD5D09D1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5" name="Google Shape;5745;p47">
                        <a:extLst>
                          <a:ext uri="{FF2B5EF4-FFF2-40B4-BE49-F238E27FC236}">
                            <a16:creationId xmlns:a16="http://schemas.microsoft.com/office/drawing/2014/main" id="{DEC2941A-1E24-E285-904B-6AF1261DAB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7" name="Google Shape;5746;p47">
                      <a:extLst>
                        <a:ext uri="{FF2B5EF4-FFF2-40B4-BE49-F238E27FC236}">
                          <a16:creationId xmlns:a16="http://schemas.microsoft.com/office/drawing/2014/main" id="{7A509240-552E-478D-7E56-2BD4FED911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18" name="Google Shape;5747;p47">
                        <a:extLst>
                          <a:ext uri="{FF2B5EF4-FFF2-40B4-BE49-F238E27FC236}">
                            <a16:creationId xmlns:a16="http://schemas.microsoft.com/office/drawing/2014/main" id="{FDDF3884-3A47-15A2-9C69-7A0FF5A6CE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9" name="Google Shape;5748;p47">
                        <a:extLst>
                          <a:ext uri="{FF2B5EF4-FFF2-40B4-BE49-F238E27FC236}">
                            <a16:creationId xmlns:a16="http://schemas.microsoft.com/office/drawing/2014/main" id="{6B2525AF-132C-D451-B091-3991FC85E3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0" name="Google Shape;5749;p47">
                        <a:extLst>
                          <a:ext uri="{FF2B5EF4-FFF2-40B4-BE49-F238E27FC236}">
                            <a16:creationId xmlns:a16="http://schemas.microsoft.com/office/drawing/2014/main" id="{6BC66D9A-4873-2BB8-5333-1CA01FBAAA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1" name="Google Shape;5750;p47">
                        <a:extLst>
                          <a:ext uri="{FF2B5EF4-FFF2-40B4-BE49-F238E27FC236}">
                            <a16:creationId xmlns:a16="http://schemas.microsoft.com/office/drawing/2014/main" id="{2F982C1E-3F2D-8E74-FECD-2FFA7EB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2" name="Google Shape;5751;p47">
                        <a:extLst>
                          <a:ext uri="{FF2B5EF4-FFF2-40B4-BE49-F238E27FC236}">
                            <a16:creationId xmlns:a16="http://schemas.microsoft.com/office/drawing/2014/main" id="{3615DC29-9616-2AB0-46F9-ECFC7FE1BA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3" name="Google Shape;5752;p47">
                        <a:extLst>
                          <a:ext uri="{FF2B5EF4-FFF2-40B4-BE49-F238E27FC236}">
                            <a16:creationId xmlns:a16="http://schemas.microsoft.com/office/drawing/2014/main" id="{10687B23-49C7-ED88-E17C-BF4EEB95DE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4" name="Google Shape;5753;p47">
                        <a:extLst>
                          <a:ext uri="{FF2B5EF4-FFF2-40B4-BE49-F238E27FC236}">
                            <a16:creationId xmlns:a16="http://schemas.microsoft.com/office/drawing/2014/main" id="{5170D3FA-963E-F4CF-BF53-57C4EE9C43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5" name="Google Shape;5754;p47">
                        <a:extLst>
                          <a:ext uri="{FF2B5EF4-FFF2-40B4-BE49-F238E27FC236}">
                            <a16:creationId xmlns:a16="http://schemas.microsoft.com/office/drawing/2014/main" id="{F080A9FA-2C4C-89DF-24F8-1FCF5158AE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6" name="Google Shape;5755;p47">
                        <a:extLst>
                          <a:ext uri="{FF2B5EF4-FFF2-40B4-BE49-F238E27FC236}">
                            <a16:creationId xmlns:a16="http://schemas.microsoft.com/office/drawing/2014/main" id="{94189620-632E-B9B7-EE08-8866BD7748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8" name="Google Shape;5756;p47">
                      <a:extLst>
                        <a:ext uri="{FF2B5EF4-FFF2-40B4-BE49-F238E27FC236}">
                          <a16:creationId xmlns:a16="http://schemas.microsoft.com/office/drawing/2014/main" id="{00DF413E-22F7-CB9F-6C30-5A5D3129B4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9" name="Google Shape;5757;p47">
                        <a:extLst>
                          <a:ext uri="{FF2B5EF4-FFF2-40B4-BE49-F238E27FC236}">
                            <a16:creationId xmlns:a16="http://schemas.microsoft.com/office/drawing/2014/main" id="{B02A2C37-249B-358D-07E2-4176EC1F0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0" name="Google Shape;5758;p47">
                        <a:extLst>
                          <a:ext uri="{FF2B5EF4-FFF2-40B4-BE49-F238E27FC236}">
                            <a16:creationId xmlns:a16="http://schemas.microsoft.com/office/drawing/2014/main" id="{5C50B213-628D-F0B8-77CF-3272E0D944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1" name="Google Shape;5759;p47">
                        <a:extLst>
                          <a:ext uri="{FF2B5EF4-FFF2-40B4-BE49-F238E27FC236}">
                            <a16:creationId xmlns:a16="http://schemas.microsoft.com/office/drawing/2014/main" id="{0FBFA57D-10EB-EA72-2E69-92042FDE28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2" name="Google Shape;5760;p47">
                        <a:extLst>
                          <a:ext uri="{FF2B5EF4-FFF2-40B4-BE49-F238E27FC236}">
                            <a16:creationId xmlns:a16="http://schemas.microsoft.com/office/drawing/2014/main" id="{93CE4EB3-7541-0F29-F9D6-5658FA6C2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3" name="Google Shape;5761;p47">
                        <a:extLst>
                          <a:ext uri="{FF2B5EF4-FFF2-40B4-BE49-F238E27FC236}">
                            <a16:creationId xmlns:a16="http://schemas.microsoft.com/office/drawing/2014/main" id="{B8BA8C00-31FE-5953-8B50-C1CEB61CB8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4" name="Google Shape;5762;p47">
                        <a:extLst>
                          <a:ext uri="{FF2B5EF4-FFF2-40B4-BE49-F238E27FC236}">
                            <a16:creationId xmlns:a16="http://schemas.microsoft.com/office/drawing/2014/main" id="{41D13389-D748-25C8-181E-A4B0B41173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5" name="Google Shape;5763;p47">
                        <a:extLst>
                          <a:ext uri="{FF2B5EF4-FFF2-40B4-BE49-F238E27FC236}">
                            <a16:creationId xmlns:a16="http://schemas.microsoft.com/office/drawing/2014/main" id="{A74C3DFA-9A62-8390-BEA6-7D8EC5F90E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6" name="Google Shape;5764;p47">
                        <a:extLst>
                          <a:ext uri="{FF2B5EF4-FFF2-40B4-BE49-F238E27FC236}">
                            <a16:creationId xmlns:a16="http://schemas.microsoft.com/office/drawing/2014/main" id="{BB2EF226-F11D-6881-0147-449CF3A62F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7" name="Google Shape;5765;p47">
                        <a:extLst>
                          <a:ext uri="{FF2B5EF4-FFF2-40B4-BE49-F238E27FC236}">
                            <a16:creationId xmlns:a16="http://schemas.microsoft.com/office/drawing/2014/main" id="{45E40A56-27DE-34DD-5126-44C271943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9" name="Google Shape;5766;p47">
                      <a:extLst>
                        <a:ext uri="{FF2B5EF4-FFF2-40B4-BE49-F238E27FC236}">
                          <a16:creationId xmlns:a16="http://schemas.microsoft.com/office/drawing/2014/main" id="{39C6A04B-6AA9-54EA-585F-233F4E7345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0" name="Google Shape;5767;p47">
                        <a:extLst>
                          <a:ext uri="{FF2B5EF4-FFF2-40B4-BE49-F238E27FC236}">
                            <a16:creationId xmlns:a16="http://schemas.microsoft.com/office/drawing/2014/main" id="{78F97867-846F-A9BC-88A3-B65788305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1" name="Google Shape;5768;p47">
                        <a:extLst>
                          <a:ext uri="{FF2B5EF4-FFF2-40B4-BE49-F238E27FC236}">
                            <a16:creationId xmlns:a16="http://schemas.microsoft.com/office/drawing/2014/main" id="{4CB26702-722C-7571-C510-E758F850BC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2" name="Google Shape;5769;p47">
                        <a:extLst>
                          <a:ext uri="{FF2B5EF4-FFF2-40B4-BE49-F238E27FC236}">
                            <a16:creationId xmlns:a16="http://schemas.microsoft.com/office/drawing/2014/main" id="{47D4F77F-0685-5A84-2976-67BE2C743F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3" name="Google Shape;5770;p47">
                        <a:extLst>
                          <a:ext uri="{FF2B5EF4-FFF2-40B4-BE49-F238E27FC236}">
                            <a16:creationId xmlns:a16="http://schemas.microsoft.com/office/drawing/2014/main" id="{5ECCE8C6-AA66-5BE3-1E83-0DD8261C2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4" name="Google Shape;5771;p47">
                        <a:extLst>
                          <a:ext uri="{FF2B5EF4-FFF2-40B4-BE49-F238E27FC236}">
                            <a16:creationId xmlns:a16="http://schemas.microsoft.com/office/drawing/2014/main" id="{D6D2C7A3-A128-293B-1B8D-33A889D15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5" name="Google Shape;5772;p47">
                        <a:extLst>
                          <a:ext uri="{FF2B5EF4-FFF2-40B4-BE49-F238E27FC236}">
                            <a16:creationId xmlns:a16="http://schemas.microsoft.com/office/drawing/2014/main" id="{476363CB-B927-F601-C531-598E0F1F10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6" name="Google Shape;5773;p47">
                        <a:extLst>
                          <a:ext uri="{FF2B5EF4-FFF2-40B4-BE49-F238E27FC236}">
                            <a16:creationId xmlns:a16="http://schemas.microsoft.com/office/drawing/2014/main" id="{5757E2AF-D8A2-91E5-0ACE-15EEADA6F5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7" name="Google Shape;5774;p47">
                        <a:extLst>
                          <a:ext uri="{FF2B5EF4-FFF2-40B4-BE49-F238E27FC236}">
                            <a16:creationId xmlns:a16="http://schemas.microsoft.com/office/drawing/2014/main" id="{4215E1F6-1CBF-326A-8EF1-EFAB45BBF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8" name="Google Shape;5775;p47">
                        <a:extLst>
                          <a:ext uri="{FF2B5EF4-FFF2-40B4-BE49-F238E27FC236}">
                            <a16:creationId xmlns:a16="http://schemas.microsoft.com/office/drawing/2014/main" id="{6CF17544-6C11-971D-EEDD-3FCDCC9A5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0" name="Google Shape;5776;p47">
                      <a:extLst>
                        <a:ext uri="{FF2B5EF4-FFF2-40B4-BE49-F238E27FC236}">
                          <a16:creationId xmlns:a16="http://schemas.microsoft.com/office/drawing/2014/main" id="{C8DA0430-3B95-A1B3-F176-26D897EDBF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91" name="Google Shape;5777;p47">
                        <a:extLst>
                          <a:ext uri="{FF2B5EF4-FFF2-40B4-BE49-F238E27FC236}">
                            <a16:creationId xmlns:a16="http://schemas.microsoft.com/office/drawing/2014/main" id="{2A525C9B-FDB7-2BFD-6595-A5C69307F9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2" name="Google Shape;5778;p47">
                        <a:extLst>
                          <a:ext uri="{FF2B5EF4-FFF2-40B4-BE49-F238E27FC236}">
                            <a16:creationId xmlns:a16="http://schemas.microsoft.com/office/drawing/2014/main" id="{5C3877D1-BFD4-0135-CE30-13AF52CEEA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3" name="Google Shape;5779;p47">
                        <a:extLst>
                          <a:ext uri="{FF2B5EF4-FFF2-40B4-BE49-F238E27FC236}">
                            <a16:creationId xmlns:a16="http://schemas.microsoft.com/office/drawing/2014/main" id="{15FE9656-4B40-D792-8C0C-C616E50351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4" name="Google Shape;5780;p47">
                        <a:extLst>
                          <a:ext uri="{FF2B5EF4-FFF2-40B4-BE49-F238E27FC236}">
                            <a16:creationId xmlns:a16="http://schemas.microsoft.com/office/drawing/2014/main" id="{F8F84602-99E2-EF7E-E8F3-C98883311E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5" name="Google Shape;5781;p47">
                        <a:extLst>
                          <a:ext uri="{FF2B5EF4-FFF2-40B4-BE49-F238E27FC236}">
                            <a16:creationId xmlns:a16="http://schemas.microsoft.com/office/drawing/2014/main" id="{2BCEF2AA-F5F1-7B28-9901-9FCFDCE7C1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6" name="Google Shape;5782;p47">
                        <a:extLst>
                          <a:ext uri="{FF2B5EF4-FFF2-40B4-BE49-F238E27FC236}">
                            <a16:creationId xmlns:a16="http://schemas.microsoft.com/office/drawing/2014/main" id="{B11E66E6-72C4-1FF2-B2EB-FB705BD719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7" name="Google Shape;5783;p47">
                        <a:extLst>
                          <a:ext uri="{FF2B5EF4-FFF2-40B4-BE49-F238E27FC236}">
                            <a16:creationId xmlns:a16="http://schemas.microsoft.com/office/drawing/2014/main" id="{64D01E5D-7356-2A1D-D8D4-E6F3C51DB6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8" name="Google Shape;5784;p47">
                        <a:extLst>
                          <a:ext uri="{FF2B5EF4-FFF2-40B4-BE49-F238E27FC236}">
                            <a16:creationId xmlns:a16="http://schemas.microsoft.com/office/drawing/2014/main" id="{72AEDE46-7576-FF73-F347-7BF7E2FC38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9" name="Google Shape;5785;p47">
                        <a:extLst>
                          <a:ext uri="{FF2B5EF4-FFF2-40B4-BE49-F238E27FC236}">
                            <a16:creationId xmlns:a16="http://schemas.microsoft.com/office/drawing/2014/main" id="{5F43861D-9608-33F8-B87C-F36A53A70F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1" name="Google Shape;5786;p47">
                      <a:extLst>
                        <a:ext uri="{FF2B5EF4-FFF2-40B4-BE49-F238E27FC236}">
                          <a16:creationId xmlns:a16="http://schemas.microsoft.com/office/drawing/2014/main" id="{E5C7B4B1-8CDD-BDFF-E1B9-2469E24E9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82" name="Google Shape;5787;p47">
                        <a:extLst>
                          <a:ext uri="{FF2B5EF4-FFF2-40B4-BE49-F238E27FC236}">
                            <a16:creationId xmlns:a16="http://schemas.microsoft.com/office/drawing/2014/main" id="{853B26D7-9850-AB52-494A-488D5DBAE4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3" name="Google Shape;5788;p47">
                        <a:extLst>
                          <a:ext uri="{FF2B5EF4-FFF2-40B4-BE49-F238E27FC236}">
                            <a16:creationId xmlns:a16="http://schemas.microsoft.com/office/drawing/2014/main" id="{4924103A-D337-F391-B556-D290E1C22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4" name="Google Shape;5789;p47">
                        <a:extLst>
                          <a:ext uri="{FF2B5EF4-FFF2-40B4-BE49-F238E27FC236}">
                            <a16:creationId xmlns:a16="http://schemas.microsoft.com/office/drawing/2014/main" id="{464BE71A-B5FC-7A88-49BE-63CE12F3F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5" name="Google Shape;5790;p47">
                        <a:extLst>
                          <a:ext uri="{FF2B5EF4-FFF2-40B4-BE49-F238E27FC236}">
                            <a16:creationId xmlns:a16="http://schemas.microsoft.com/office/drawing/2014/main" id="{D1754CF6-3F31-B105-9498-3D17A459D9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6" name="Google Shape;5791;p47">
                        <a:extLst>
                          <a:ext uri="{FF2B5EF4-FFF2-40B4-BE49-F238E27FC236}">
                            <a16:creationId xmlns:a16="http://schemas.microsoft.com/office/drawing/2014/main" id="{704D2D14-1900-6BD6-BBC2-2CD09C9C9C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7" name="Google Shape;5792;p47">
                        <a:extLst>
                          <a:ext uri="{FF2B5EF4-FFF2-40B4-BE49-F238E27FC236}">
                            <a16:creationId xmlns:a16="http://schemas.microsoft.com/office/drawing/2014/main" id="{9ED5D2FC-7D73-2F47-01DA-21B984F169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8" name="Google Shape;5793;p47">
                        <a:extLst>
                          <a:ext uri="{FF2B5EF4-FFF2-40B4-BE49-F238E27FC236}">
                            <a16:creationId xmlns:a16="http://schemas.microsoft.com/office/drawing/2014/main" id="{CA3144EE-3237-B7BD-4463-B79ADAAD39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9" name="Google Shape;5794;p47">
                        <a:extLst>
                          <a:ext uri="{FF2B5EF4-FFF2-40B4-BE49-F238E27FC236}">
                            <a16:creationId xmlns:a16="http://schemas.microsoft.com/office/drawing/2014/main" id="{A73FB281-EECD-DCBF-2F8A-C3FF0CD99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0" name="Google Shape;5795;p47">
                        <a:extLst>
                          <a:ext uri="{FF2B5EF4-FFF2-40B4-BE49-F238E27FC236}">
                            <a16:creationId xmlns:a16="http://schemas.microsoft.com/office/drawing/2014/main" id="{E4742489-15EE-A2D2-94EB-BB3CAFD2A2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2" name="Google Shape;5796;p47">
                      <a:extLst>
                        <a:ext uri="{FF2B5EF4-FFF2-40B4-BE49-F238E27FC236}">
                          <a16:creationId xmlns:a16="http://schemas.microsoft.com/office/drawing/2014/main" id="{57BF0F4A-7A01-622C-14F5-06A1E6B460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73" name="Google Shape;5797;p47">
                        <a:extLst>
                          <a:ext uri="{FF2B5EF4-FFF2-40B4-BE49-F238E27FC236}">
                            <a16:creationId xmlns:a16="http://schemas.microsoft.com/office/drawing/2014/main" id="{D583DE51-4B12-A761-4066-263E2BCDAE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4" name="Google Shape;5798;p47">
                        <a:extLst>
                          <a:ext uri="{FF2B5EF4-FFF2-40B4-BE49-F238E27FC236}">
                            <a16:creationId xmlns:a16="http://schemas.microsoft.com/office/drawing/2014/main" id="{3D96C8BA-5C34-0EB6-101E-D197F5F310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5" name="Google Shape;5799;p47">
                        <a:extLst>
                          <a:ext uri="{FF2B5EF4-FFF2-40B4-BE49-F238E27FC236}">
                            <a16:creationId xmlns:a16="http://schemas.microsoft.com/office/drawing/2014/main" id="{1C7F19AE-47A6-AFBC-846E-8C9DC17F0F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6" name="Google Shape;5800;p47">
                        <a:extLst>
                          <a:ext uri="{FF2B5EF4-FFF2-40B4-BE49-F238E27FC236}">
                            <a16:creationId xmlns:a16="http://schemas.microsoft.com/office/drawing/2014/main" id="{C9733BBB-FF7C-3CC3-6087-C24E0BFC96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7" name="Google Shape;5801;p47">
                        <a:extLst>
                          <a:ext uri="{FF2B5EF4-FFF2-40B4-BE49-F238E27FC236}">
                            <a16:creationId xmlns:a16="http://schemas.microsoft.com/office/drawing/2014/main" id="{9821EF0B-E727-F474-57C0-BF664944A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8" name="Google Shape;5802;p47">
                        <a:extLst>
                          <a:ext uri="{FF2B5EF4-FFF2-40B4-BE49-F238E27FC236}">
                            <a16:creationId xmlns:a16="http://schemas.microsoft.com/office/drawing/2014/main" id="{B69BED6A-43ED-B589-4935-C5646E79BF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9" name="Google Shape;5803;p47">
                        <a:extLst>
                          <a:ext uri="{FF2B5EF4-FFF2-40B4-BE49-F238E27FC236}">
                            <a16:creationId xmlns:a16="http://schemas.microsoft.com/office/drawing/2014/main" id="{251A31D5-A5F2-1E86-164A-6E6A76707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0" name="Google Shape;5804;p47">
                        <a:extLst>
                          <a:ext uri="{FF2B5EF4-FFF2-40B4-BE49-F238E27FC236}">
                            <a16:creationId xmlns:a16="http://schemas.microsoft.com/office/drawing/2014/main" id="{895A771C-6A86-5C26-93F1-ED61E0D13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1" name="Google Shape;5805;p47">
                        <a:extLst>
                          <a:ext uri="{FF2B5EF4-FFF2-40B4-BE49-F238E27FC236}">
                            <a16:creationId xmlns:a16="http://schemas.microsoft.com/office/drawing/2014/main" id="{F07BA1C0-B52A-7E9A-AFDC-E562AD5BA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3" name="Google Shape;5806;p47">
                      <a:extLst>
                        <a:ext uri="{FF2B5EF4-FFF2-40B4-BE49-F238E27FC236}">
                          <a16:creationId xmlns:a16="http://schemas.microsoft.com/office/drawing/2014/main" id="{65D12DE8-945C-5F7E-099D-E3109A8278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64" name="Google Shape;5807;p47">
                        <a:extLst>
                          <a:ext uri="{FF2B5EF4-FFF2-40B4-BE49-F238E27FC236}">
                            <a16:creationId xmlns:a16="http://schemas.microsoft.com/office/drawing/2014/main" id="{696042E0-23B3-05CD-0C66-207F305946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5" name="Google Shape;5808;p47">
                        <a:extLst>
                          <a:ext uri="{FF2B5EF4-FFF2-40B4-BE49-F238E27FC236}">
                            <a16:creationId xmlns:a16="http://schemas.microsoft.com/office/drawing/2014/main" id="{7C3AEC59-E791-46D3-6E18-7C664615A7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6" name="Google Shape;5809;p47">
                        <a:extLst>
                          <a:ext uri="{FF2B5EF4-FFF2-40B4-BE49-F238E27FC236}">
                            <a16:creationId xmlns:a16="http://schemas.microsoft.com/office/drawing/2014/main" id="{5EA2C94E-1C05-E619-1033-B04E4F414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7" name="Google Shape;5810;p47">
                        <a:extLst>
                          <a:ext uri="{FF2B5EF4-FFF2-40B4-BE49-F238E27FC236}">
                            <a16:creationId xmlns:a16="http://schemas.microsoft.com/office/drawing/2014/main" id="{DB30AC17-6981-5A49-DD86-2EA7930DB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8" name="Google Shape;5811;p47">
                        <a:extLst>
                          <a:ext uri="{FF2B5EF4-FFF2-40B4-BE49-F238E27FC236}">
                            <a16:creationId xmlns:a16="http://schemas.microsoft.com/office/drawing/2014/main" id="{B1282C84-9E90-A2A8-4C72-79135B28E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9" name="Google Shape;5812;p47">
                        <a:extLst>
                          <a:ext uri="{FF2B5EF4-FFF2-40B4-BE49-F238E27FC236}">
                            <a16:creationId xmlns:a16="http://schemas.microsoft.com/office/drawing/2014/main" id="{6F6BB581-C81B-2A01-393D-9B6FD11860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0" name="Google Shape;5813;p47">
                        <a:extLst>
                          <a:ext uri="{FF2B5EF4-FFF2-40B4-BE49-F238E27FC236}">
                            <a16:creationId xmlns:a16="http://schemas.microsoft.com/office/drawing/2014/main" id="{97F883B5-8290-F2F3-205B-6D400A050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1" name="Google Shape;5814;p47">
                        <a:extLst>
                          <a:ext uri="{FF2B5EF4-FFF2-40B4-BE49-F238E27FC236}">
                            <a16:creationId xmlns:a16="http://schemas.microsoft.com/office/drawing/2014/main" id="{FAEB30EE-D4DB-BCEC-5F56-C5D492CEB3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2" name="Google Shape;5815;p47">
                        <a:extLst>
                          <a:ext uri="{FF2B5EF4-FFF2-40B4-BE49-F238E27FC236}">
                            <a16:creationId xmlns:a16="http://schemas.microsoft.com/office/drawing/2014/main" id="{3BB42DC4-6F96-FFD7-674A-71CBCECA5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4" name="Google Shape;5816;p47">
                      <a:extLst>
                        <a:ext uri="{FF2B5EF4-FFF2-40B4-BE49-F238E27FC236}">
                          <a16:creationId xmlns:a16="http://schemas.microsoft.com/office/drawing/2014/main" id="{8C4482D5-E4FD-A733-B297-CDE699C30D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55" name="Google Shape;5817;p47">
                        <a:extLst>
                          <a:ext uri="{FF2B5EF4-FFF2-40B4-BE49-F238E27FC236}">
                            <a16:creationId xmlns:a16="http://schemas.microsoft.com/office/drawing/2014/main" id="{D43FDAFD-040B-11C8-8088-21FC47567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6" name="Google Shape;5818;p47">
                        <a:extLst>
                          <a:ext uri="{FF2B5EF4-FFF2-40B4-BE49-F238E27FC236}">
                            <a16:creationId xmlns:a16="http://schemas.microsoft.com/office/drawing/2014/main" id="{0F88A988-6896-C481-E32F-AFA26B603B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7" name="Google Shape;5819;p47">
                        <a:extLst>
                          <a:ext uri="{FF2B5EF4-FFF2-40B4-BE49-F238E27FC236}">
                            <a16:creationId xmlns:a16="http://schemas.microsoft.com/office/drawing/2014/main" id="{311563EE-A30B-C8E2-8E93-4220C6139D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8" name="Google Shape;5820;p47">
                        <a:extLst>
                          <a:ext uri="{FF2B5EF4-FFF2-40B4-BE49-F238E27FC236}">
                            <a16:creationId xmlns:a16="http://schemas.microsoft.com/office/drawing/2014/main" id="{A6E30969-0160-D344-91C3-CFE69F3CC9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9" name="Google Shape;5821;p47">
                        <a:extLst>
                          <a:ext uri="{FF2B5EF4-FFF2-40B4-BE49-F238E27FC236}">
                            <a16:creationId xmlns:a16="http://schemas.microsoft.com/office/drawing/2014/main" id="{D97D8B10-41D1-66C5-C823-E72CBA730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0" name="Google Shape;5822;p47">
                        <a:extLst>
                          <a:ext uri="{FF2B5EF4-FFF2-40B4-BE49-F238E27FC236}">
                            <a16:creationId xmlns:a16="http://schemas.microsoft.com/office/drawing/2014/main" id="{CF00A3C2-80C5-B8B0-25C4-5A29FFC172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1" name="Google Shape;5823;p47">
                        <a:extLst>
                          <a:ext uri="{FF2B5EF4-FFF2-40B4-BE49-F238E27FC236}">
                            <a16:creationId xmlns:a16="http://schemas.microsoft.com/office/drawing/2014/main" id="{641B4E44-D2C6-7F94-7865-F176DE21D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2" name="Google Shape;5824;p47">
                        <a:extLst>
                          <a:ext uri="{FF2B5EF4-FFF2-40B4-BE49-F238E27FC236}">
                            <a16:creationId xmlns:a16="http://schemas.microsoft.com/office/drawing/2014/main" id="{B65E6C9F-8350-71E7-79FE-E146E1DA33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3" name="Google Shape;5825;p47">
                        <a:extLst>
                          <a:ext uri="{FF2B5EF4-FFF2-40B4-BE49-F238E27FC236}">
                            <a16:creationId xmlns:a16="http://schemas.microsoft.com/office/drawing/2014/main" id="{1717E040-E1DD-3003-7FF7-15313F3BC4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5" name="Google Shape;5826;p47">
                      <a:extLst>
                        <a:ext uri="{FF2B5EF4-FFF2-40B4-BE49-F238E27FC236}">
                          <a16:creationId xmlns:a16="http://schemas.microsoft.com/office/drawing/2014/main" id="{64CF76D4-B37F-23C0-FCFC-9848D718CF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46" name="Google Shape;5827;p47">
                        <a:extLst>
                          <a:ext uri="{FF2B5EF4-FFF2-40B4-BE49-F238E27FC236}">
                            <a16:creationId xmlns:a16="http://schemas.microsoft.com/office/drawing/2014/main" id="{426C6305-F53D-F464-29BF-749DD65143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7" name="Google Shape;5828;p47">
                        <a:extLst>
                          <a:ext uri="{FF2B5EF4-FFF2-40B4-BE49-F238E27FC236}">
                            <a16:creationId xmlns:a16="http://schemas.microsoft.com/office/drawing/2014/main" id="{58A83C0F-18A5-3277-52E9-B0F9B9EACA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8" name="Google Shape;5829;p47">
                        <a:extLst>
                          <a:ext uri="{FF2B5EF4-FFF2-40B4-BE49-F238E27FC236}">
                            <a16:creationId xmlns:a16="http://schemas.microsoft.com/office/drawing/2014/main" id="{FA5F2E53-6584-E068-3967-DDDBB6EB4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9" name="Google Shape;5830;p47">
                        <a:extLst>
                          <a:ext uri="{FF2B5EF4-FFF2-40B4-BE49-F238E27FC236}">
                            <a16:creationId xmlns:a16="http://schemas.microsoft.com/office/drawing/2014/main" id="{3F8BDA1B-6486-1E13-D721-8898659F99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0" name="Google Shape;5831;p47">
                        <a:extLst>
                          <a:ext uri="{FF2B5EF4-FFF2-40B4-BE49-F238E27FC236}">
                            <a16:creationId xmlns:a16="http://schemas.microsoft.com/office/drawing/2014/main" id="{E0486475-9452-669C-AE2A-C2123475B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1" name="Google Shape;5832;p47">
                        <a:extLst>
                          <a:ext uri="{FF2B5EF4-FFF2-40B4-BE49-F238E27FC236}">
                            <a16:creationId xmlns:a16="http://schemas.microsoft.com/office/drawing/2014/main" id="{9E3FF91F-DC3E-E9A0-0CEC-35D637649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2" name="Google Shape;5833;p47">
                        <a:extLst>
                          <a:ext uri="{FF2B5EF4-FFF2-40B4-BE49-F238E27FC236}">
                            <a16:creationId xmlns:a16="http://schemas.microsoft.com/office/drawing/2014/main" id="{30568525-0395-0E88-A601-F0784915C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3" name="Google Shape;5834;p47">
                        <a:extLst>
                          <a:ext uri="{FF2B5EF4-FFF2-40B4-BE49-F238E27FC236}">
                            <a16:creationId xmlns:a16="http://schemas.microsoft.com/office/drawing/2014/main" id="{DE3588E1-CAD5-8AF1-CCBA-A47D6F184C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4" name="Google Shape;5835;p47">
                        <a:extLst>
                          <a:ext uri="{FF2B5EF4-FFF2-40B4-BE49-F238E27FC236}">
                            <a16:creationId xmlns:a16="http://schemas.microsoft.com/office/drawing/2014/main" id="{24312163-E18F-67F6-90CB-2959530305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6" name="Google Shape;5836;p47">
                      <a:extLst>
                        <a:ext uri="{FF2B5EF4-FFF2-40B4-BE49-F238E27FC236}">
                          <a16:creationId xmlns:a16="http://schemas.microsoft.com/office/drawing/2014/main" id="{C13ABBE1-38B2-837B-4E11-5570D9058E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37" name="Google Shape;5837;p47">
                        <a:extLst>
                          <a:ext uri="{FF2B5EF4-FFF2-40B4-BE49-F238E27FC236}">
                            <a16:creationId xmlns:a16="http://schemas.microsoft.com/office/drawing/2014/main" id="{75FE666C-B9F7-4C27-D086-04A9C11A17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8" name="Google Shape;5838;p47">
                        <a:extLst>
                          <a:ext uri="{FF2B5EF4-FFF2-40B4-BE49-F238E27FC236}">
                            <a16:creationId xmlns:a16="http://schemas.microsoft.com/office/drawing/2014/main" id="{2A5DE2B6-3BDE-BF18-F9A2-CA35AA154E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9" name="Google Shape;5839;p47">
                        <a:extLst>
                          <a:ext uri="{FF2B5EF4-FFF2-40B4-BE49-F238E27FC236}">
                            <a16:creationId xmlns:a16="http://schemas.microsoft.com/office/drawing/2014/main" id="{4237E791-E393-01EB-FF67-E911CD504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0" name="Google Shape;5840;p47">
                        <a:extLst>
                          <a:ext uri="{FF2B5EF4-FFF2-40B4-BE49-F238E27FC236}">
                            <a16:creationId xmlns:a16="http://schemas.microsoft.com/office/drawing/2014/main" id="{1AAE74EB-E974-E1D5-0E3C-49F1C9C4B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1" name="Google Shape;5841;p47">
                        <a:extLst>
                          <a:ext uri="{FF2B5EF4-FFF2-40B4-BE49-F238E27FC236}">
                            <a16:creationId xmlns:a16="http://schemas.microsoft.com/office/drawing/2014/main" id="{889E2E4A-0506-9806-C745-4A6C5ADA7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2" name="Google Shape;5842;p47">
                        <a:extLst>
                          <a:ext uri="{FF2B5EF4-FFF2-40B4-BE49-F238E27FC236}">
                            <a16:creationId xmlns:a16="http://schemas.microsoft.com/office/drawing/2014/main" id="{F9DFB033-55A1-1319-B1EC-254A6173AD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3" name="Google Shape;5843;p47">
                        <a:extLst>
                          <a:ext uri="{FF2B5EF4-FFF2-40B4-BE49-F238E27FC236}">
                            <a16:creationId xmlns:a16="http://schemas.microsoft.com/office/drawing/2014/main" id="{41F51D1C-308D-6E72-7FE9-D602D540AB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4" name="Google Shape;5844;p47">
                        <a:extLst>
                          <a:ext uri="{FF2B5EF4-FFF2-40B4-BE49-F238E27FC236}">
                            <a16:creationId xmlns:a16="http://schemas.microsoft.com/office/drawing/2014/main" id="{F25891D5-3A63-25CA-0D23-A51AD04B31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5" name="Google Shape;5845;p47">
                        <a:extLst>
                          <a:ext uri="{FF2B5EF4-FFF2-40B4-BE49-F238E27FC236}">
                            <a16:creationId xmlns:a16="http://schemas.microsoft.com/office/drawing/2014/main" id="{90C050CF-5272-AF76-BB0A-B85008FFCE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7" name="Google Shape;5846;p47">
                      <a:extLst>
                        <a:ext uri="{FF2B5EF4-FFF2-40B4-BE49-F238E27FC236}">
                          <a16:creationId xmlns:a16="http://schemas.microsoft.com/office/drawing/2014/main" id="{71B22169-C326-FB66-4170-754C6FBCBB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28" name="Google Shape;5847;p47">
                        <a:extLst>
                          <a:ext uri="{FF2B5EF4-FFF2-40B4-BE49-F238E27FC236}">
                            <a16:creationId xmlns:a16="http://schemas.microsoft.com/office/drawing/2014/main" id="{3F265A9C-679A-3F2D-2CD1-1B4971906C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9" name="Google Shape;5848;p47">
                        <a:extLst>
                          <a:ext uri="{FF2B5EF4-FFF2-40B4-BE49-F238E27FC236}">
                            <a16:creationId xmlns:a16="http://schemas.microsoft.com/office/drawing/2014/main" id="{022296DC-23A8-AA75-1966-3AC867A567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0" name="Google Shape;5849;p47">
                        <a:extLst>
                          <a:ext uri="{FF2B5EF4-FFF2-40B4-BE49-F238E27FC236}">
                            <a16:creationId xmlns:a16="http://schemas.microsoft.com/office/drawing/2014/main" id="{A1841647-2569-05BC-3E34-4D481CBF89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1" name="Google Shape;5850;p47">
                        <a:extLst>
                          <a:ext uri="{FF2B5EF4-FFF2-40B4-BE49-F238E27FC236}">
                            <a16:creationId xmlns:a16="http://schemas.microsoft.com/office/drawing/2014/main" id="{224A4613-0194-95E3-2B75-0A6525E0B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2" name="Google Shape;5851;p47">
                        <a:extLst>
                          <a:ext uri="{FF2B5EF4-FFF2-40B4-BE49-F238E27FC236}">
                            <a16:creationId xmlns:a16="http://schemas.microsoft.com/office/drawing/2014/main" id="{53EAD0C0-F3F0-366A-D249-47B33A0C1B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3" name="Google Shape;5852;p47">
                        <a:extLst>
                          <a:ext uri="{FF2B5EF4-FFF2-40B4-BE49-F238E27FC236}">
                            <a16:creationId xmlns:a16="http://schemas.microsoft.com/office/drawing/2014/main" id="{04ECC952-C884-9571-1777-C9AF25C312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4" name="Google Shape;5853;p47">
                        <a:extLst>
                          <a:ext uri="{FF2B5EF4-FFF2-40B4-BE49-F238E27FC236}">
                            <a16:creationId xmlns:a16="http://schemas.microsoft.com/office/drawing/2014/main" id="{1D0CE3B7-6879-B004-2ED8-65BBFC332A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5" name="Google Shape;5854;p47">
                        <a:extLst>
                          <a:ext uri="{FF2B5EF4-FFF2-40B4-BE49-F238E27FC236}">
                            <a16:creationId xmlns:a16="http://schemas.microsoft.com/office/drawing/2014/main" id="{EFB599DC-5363-2FE6-2C54-44CB3EE34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6" name="Google Shape;5855;p47">
                        <a:extLst>
                          <a:ext uri="{FF2B5EF4-FFF2-40B4-BE49-F238E27FC236}">
                            <a16:creationId xmlns:a16="http://schemas.microsoft.com/office/drawing/2014/main" id="{89920369-92D4-094B-99FF-A1D6CA1E65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8" name="Google Shape;5856;p47">
                      <a:extLst>
                        <a:ext uri="{FF2B5EF4-FFF2-40B4-BE49-F238E27FC236}">
                          <a16:creationId xmlns:a16="http://schemas.microsoft.com/office/drawing/2014/main" id="{93BD0CB9-A2EB-F913-FA50-769E3A1BEA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19" name="Google Shape;5857;p47">
                        <a:extLst>
                          <a:ext uri="{FF2B5EF4-FFF2-40B4-BE49-F238E27FC236}">
                            <a16:creationId xmlns:a16="http://schemas.microsoft.com/office/drawing/2014/main" id="{5CBECB4C-1824-F8A8-9392-9A5C40B3FE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0" name="Google Shape;5858;p47">
                        <a:extLst>
                          <a:ext uri="{FF2B5EF4-FFF2-40B4-BE49-F238E27FC236}">
                            <a16:creationId xmlns:a16="http://schemas.microsoft.com/office/drawing/2014/main" id="{9486B2F5-DF06-CCAA-6F52-3CA1F55CE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1" name="Google Shape;5859;p47">
                        <a:extLst>
                          <a:ext uri="{FF2B5EF4-FFF2-40B4-BE49-F238E27FC236}">
                            <a16:creationId xmlns:a16="http://schemas.microsoft.com/office/drawing/2014/main" id="{E160458E-35D2-2A52-62E9-CDE468D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2" name="Google Shape;5860;p47">
                        <a:extLst>
                          <a:ext uri="{FF2B5EF4-FFF2-40B4-BE49-F238E27FC236}">
                            <a16:creationId xmlns:a16="http://schemas.microsoft.com/office/drawing/2014/main" id="{FEE56D4A-EEB6-7733-ACE5-DBC78F8BF9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3" name="Google Shape;5861;p47">
                        <a:extLst>
                          <a:ext uri="{FF2B5EF4-FFF2-40B4-BE49-F238E27FC236}">
                            <a16:creationId xmlns:a16="http://schemas.microsoft.com/office/drawing/2014/main" id="{F028216E-3B84-A9E6-14FA-9AF759D0A3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4" name="Google Shape;5862;p47">
                        <a:extLst>
                          <a:ext uri="{FF2B5EF4-FFF2-40B4-BE49-F238E27FC236}">
                            <a16:creationId xmlns:a16="http://schemas.microsoft.com/office/drawing/2014/main" id="{8155F523-6B66-8D43-7350-63E172B31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5" name="Google Shape;5863;p47">
                        <a:extLst>
                          <a:ext uri="{FF2B5EF4-FFF2-40B4-BE49-F238E27FC236}">
                            <a16:creationId xmlns:a16="http://schemas.microsoft.com/office/drawing/2014/main" id="{372BD610-4E03-0D8D-1974-43619144C0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6" name="Google Shape;5864;p47">
                        <a:extLst>
                          <a:ext uri="{FF2B5EF4-FFF2-40B4-BE49-F238E27FC236}">
                            <a16:creationId xmlns:a16="http://schemas.microsoft.com/office/drawing/2014/main" id="{7B8DE774-5473-B4A8-E534-B0C084D2E5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7" name="Google Shape;5865;p47">
                        <a:extLst>
                          <a:ext uri="{FF2B5EF4-FFF2-40B4-BE49-F238E27FC236}">
                            <a16:creationId xmlns:a16="http://schemas.microsoft.com/office/drawing/2014/main" id="{31D91F85-C5BF-821A-4758-29BF17216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grpSp>
                <p:nvGrpSpPr>
                  <p:cNvPr id="1331" name="Google Shape;5866;p47">
                    <a:extLst>
                      <a:ext uri="{FF2B5EF4-FFF2-40B4-BE49-F238E27FC236}">
                        <a16:creationId xmlns:a16="http://schemas.microsoft.com/office/drawing/2014/main" id="{BD737235-322E-44CE-29AD-84416412998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-4004340" y="3104789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332" name="Google Shape;5867;p47">
                      <a:extLst>
                        <a:ext uri="{FF2B5EF4-FFF2-40B4-BE49-F238E27FC236}">
                          <a16:creationId xmlns:a16="http://schemas.microsoft.com/office/drawing/2014/main" id="{CFA67487-A61E-DBE6-FC3D-4CB397EDB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93" name="Google Shape;5868;p47">
                        <a:extLst>
                          <a:ext uri="{FF2B5EF4-FFF2-40B4-BE49-F238E27FC236}">
                            <a16:creationId xmlns:a16="http://schemas.microsoft.com/office/drawing/2014/main" id="{BF38F33E-A150-DF13-0A55-B7D64ECB8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4" name="Google Shape;5869;p47">
                        <a:extLst>
                          <a:ext uri="{FF2B5EF4-FFF2-40B4-BE49-F238E27FC236}">
                            <a16:creationId xmlns:a16="http://schemas.microsoft.com/office/drawing/2014/main" id="{A62526CB-9200-4B4F-6ACA-58BEC93244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5" name="Google Shape;5870;p47">
                        <a:extLst>
                          <a:ext uri="{FF2B5EF4-FFF2-40B4-BE49-F238E27FC236}">
                            <a16:creationId xmlns:a16="http://schemas.microsoft.com/office/drawing/2014/main" id="{0600F668-0772-D627-19A4-A15E726F1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6" name="Google Shape;5871;p47">
                        <a:extLst>
                          <a:ext uri="{FF2B5EF4-FFF2-40B4-BE49-F238E27FC236}">
                            <a16:creationId xmlns:a16="http://schemas.microsoft.com/office/drawing/2014/main" id="{4CD49DFB-8578-7897-707D-600F5B3FC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7" name="Google Shape;5872;p47">
                        <a:extLst>
                          <a:ext uri="{FF2B5EF4-FFF2-40B4-BE49-F238E27FC236}">
                            <a16:creationId xmlns:a16="http://schemas.microsoft.com/office/drawing/2014/main" id="{1906F948-F762-FDB8-E94C-3AA95A7E6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8" name="Google Shape;5873;p47">
                        <a:extLst>
                          <a:ext uri="{FF2B5EF4-FFF2-40B4-BE49-F238E27FC236}">
                            <a16:creationId xmlns:a16="http://schemas.microsoft.com/office/drawing/2014/main" id="{0A81B1AC-A6CE-1A2C-041B-7E79F1BBD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9" name="Google Shape;5874;p47">
                        <a:extLst>
                          <a:ext uri="{FF2B5EF4-FFF2-40B4-BE49-F238E27FC236}">
                            <a16:creationId xmlns:a16="http://schemas.microsoft.com/office/drawing/2014/main" id="{F09C3245-990C-946E-9FF8-14CF3453B2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0" name="Google Shape;5875;p47">
                        <a:extLst>
                          <a:ext uri="{FF2B5EF4-FFF2-40B4-BE49-F238E27FC236}">
                            <a16:creationId xmlns:a16="http://schemas.microsoft.com/office/drawing/2014/main" id="{53E96940-7E46-C902-4498-A7BB3CBB1B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1" name="Google Shape;5876;p47">
                        <a:extLst>
                          <a:ext uri="{FF2B5EF4-FFF2-40B4-BE49-F238E27FC236}">
                            <a16:creationId xmlns:a16="http://schemas.microsoft.com/office/drawing/2014/main" id="{EFDA5AED-2D7E-2221-A92A-6618D066E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3" name="Google Shape;5877;p47">
                      <a:extLst>
                        <a:ext uri="{FF2B5EF4-FFF2-40B4-BE49-F238E27FC236}">
                          <a16:creationId xmlns:a16="http://schemas.microsoft.com/office/drawing/2014/main" id="{80875758-6239-5BAB-1737-955B2EF945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84" name="Google Shape;5878;p47">
                        <a:extLst>
                          <a:ext uri="{FF2B5EF4-FFF2-40B4-BE49-F238E27FC236}">
                            <a16:creationId xmlns:a16="http://schemas.microsoft.com/office/drawing/2014/main" id="{CE492849-A0C2-6720-2386-F170F0BBB8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5" name="Google Shape;5879;p47">
                        <a:extLst>
                          <a:ext uri="{FF2B5EF4-FFF2-40B4-BE49-F238E27FC236}">
                            <a16:creationId xmlns:a16="http://schemas.microsoft.com/office/drawing/2014/main" id="{809D1968-B605-2D08-A022-DA46CACC37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6" name="Google Shape;5880;p47">
                        <a:extLst>
                          <a:ext uri="{FF2B5EF4-FFF2-40B4-BE49-F238E27FC236}">
                            <a16:creationId xmlns:a16="http://schemas.microsoft.com/office/drawing/2014/main" id="{D1D0C24F-89D1-2174-853B-87CF7D093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7" name="Google Shape;5881;p47">
                        <a:extLst>
                          <a:ext uri="{FF2B5EF4-FFF2-40B4-BE49-F238E27FC236}">
                            <a16:creationId xmlns:a16="http://schemas.microsoft.com/office/drawing/2014/main" id="{2B163DD8-EB85-73F8-8511-8D60EB7F9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8" name="Google Shape;5882;p47">
                        <a:extLst>
                          <a:ext uri="{FF2B5EF4-FFF2-40B4-BE49-F238E27FC236}">
                            <a16:creationId xmlns:a16="http://schemas.microsoft.com/office/drawing/2014/main" id="{D282123E-15B1-9F41-8A57-4D0C1CE0A6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9" name="Google Shape;5883;p47">
                        <a:extLst>
                          <a:ext uri="{FF2B5EF4-FFF2-40B4-BE49-F238E27FC236}">
                            <a16:creationId xmlns:a16="http://schemas.microsoft.com/office/drawing/2014/main" id="{78C8C261-106A-02BB-09CA-C201D3377C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0" name="Google Shape;5884;p47">
                        <a:extLst>
                          <a:ext uri="{FF2B5EF4-FFF2-40B4-BE49-F238E27FC236}">
                            <a16:creationId xmlns:a16="http://schemas.microsoft.com/office/drawing/2014/main" id="{9ACE8435-BD6C-8DE9-7831-15768B6D97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1" name="Google Shape;5885;p47">
                        <a:extLst>
                          <a:ext uri="{FF2B5EF4-FFF2-40B4-BE49-F238E27FC236}">
                            <a16:creationId xmlns:a16="http://schemas.microsoft.com/office/drawing/2014/main" id="{5126BBC8-FAA3-EEB1-A4EF-7C24CB8FC7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2" name="Google Shape;5886;p47">
                        <a:extLst>
                          <a:ext uri="{FF2B5EF4-FFF2-40B4-BE49-F238E27FC236}">
                            <a16:creationId xmlns:a16="http://schemas.microsoft.com/office/drawing/2014/main" id="{0FED4A6E-CF2A-7695-33AB-8CA2B79D96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4" name="Google Shape;5887;p47">
                      <a:extLst>
                        <a:ext uri="{FF2B5EF4-FFF2-40B4-BE49-F238E27FC236}">
                          <a16:creationId xmlns:a16="http://schemas.microsoft.com/office/drawing/2014/main" id="{EF615565-AE99-C137-662F-5D1C1FA65A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75" name="Google Shape;5888;p47">
                        <a:extLst>
                          <a:ext uri="{FF2B5EF4-FFF2-40B4-BE49-F238E27FC236}">
                            <a16:creationId xmlns:a16="http://schemas.microsoft.com/office/drawing/2014/main" id="{AD7BCF22-95B6-7CD3-BC00-26D98BF4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6" name="Google Shape;5889;p47">
                        <a:extLst>
                          <a:ext uri="{FF2B5EF4-FFF2-40B4-BE49-F238E27FC236}">
                            <a16:creationId xmlns:a16="http://schemas.microsoft.com/office/drawing/2014/main" id="{4E420FA1-7D3A-C7CA-DB91-75C2BB308A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7" name="Google Shape;5890;p47">
                        <a:extLst>
                          <a:ext uri="{FF2B5EF4-FFF2-40B4-BE49-F238E27FC236}">
                            <a16:creationId xmlns:a16="http://schemas.microsoft.com/office/drawing/2014/main" id="{A7980809-84D5-CB8B-A821-8758E3A0A4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8" name="Google Shape;5891;p47">
                        <a:extLst>
                          <a:ext uri="{FF2B5EF4-FFF2-40B4-BE49-F238E27FC236}">
                            <a16:creationId xmlns:a16="http://schemas.microsoft.com/office/drawing/2014/main" id="{104479B0-37D5-B43E-7B07-9A4EAE205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9" name="Google Shape;5892;p47">
                        <a:extLst>
                          <a:ext uri="{FF2B5EF4-FFF2-40B4-BE49-F238E27FC236}">
                            <a16:creationId xmlns:a16="http://schemas.microsoft.com/office/drawing/2014/main" id="{66CFBBC7-C745-B8B5-E0CE-F482BDFFDB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0" name="Google Shape;5893;p47">
                        <a:extLst>
                          <a:ext uri="{FF2B5EF4-FFF2-40B4-BE49-F238E27FC236}">
                            <a16:creationId xmlns:a16="http://schemas.microsoft.com/office/drawing/2014/main" id="{07B185AE-979C-A810-E2F2-EC28270BE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1" name="Google Shape;5894;p47">
                        <a:extLst>
                          <a:ext uri="{FF2B5EF4-FFF2-40B4-BE49-F238E27FC236}">
                            <a16:creationId xmlns:a16="http://schemas.microsoft.com/office/drawing/2014/main" id="{368D3339-6161-99E4-4806-986A343A9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2" name="Google Shape;5895;p47">
                        <a:extLst>
                          <a:ext uri="{FF2B5EF4-FFF2-40B4-BE49-F238E27FC236}">
                            <a16:creationId xmlns:a16="http://schemas.microsoft.com/office/drawing/2014/main" id="{E7483F44-F2A5-BAE7-8BAD-7B46EBA367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3" name="Google Shape;5896;p47">
                        <a:extLst>
                          <a:ext uri="{FF2B5EF4-FFF2-40B4-BE49-F238E27FC236}">
                            <a16:creationId xmlns:a16="http://schemas.microsoft.com/office/drawing/2014/main" id="{B883D907-7A32-EA80-56D7-349EF7D4A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5" name="Google Shape;5897;p47">
                      <a:extLst>
                        <a:ext uri="{FF2B5EF4-FFF2-40B4-BE49-F238E27FC236}">
                          <a16:creationId xmlns:a16="http://schemas.microsoft.com/office/drawing/2014/main" id="{15581A27-CEC5-31CA-693B-9305E358B9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66" name="Google Shape;5898;p47">
                        <a:extLst>
                          <a:ext uri="{FF2B5EF4-FFF2-40B4-BE49-F238E27FC236}">
                            <a16:creationId xmlns:a16="http://schemas.microsoft.com/office/drawing/2014/main" id="{E4DAFE96-5459-6D05-BD2A-596ED8C5E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7" name="Google Shape;5899;p47">
                        <a:extLst>
                          <a:ext uri="{FF2B5EF4-FFF2-40B4-BE49-F238E27FC236}">
                            <a16:creationId xmlns:a16="http://schemas.microsoft.com/office/drawing/2014/main" id="{4D166E86-5C5C-BA29-EFDA-49D646EE18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8" name="Google Shape;5900;p47">
                        <a:extLst>
                          <a:ext uri="{FF2B5EF4-FFF2-40B4-BE49-F238E27FC236}">
                            <a16:creationId xmlns:a16="http://schemas.microsoft.com/office/drawing/2014/main" id="{BD626496-E082-7C22-5D0A-4605C19073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9" name="Google Shape;5901;p47">
                        <a:extLst>
                          <a:ext uri="{FF2B5EF4-FFF2-40B4-BE49-F238E27FC236}">
                            <a16:creationId xmlns:a16="http://schemas.microsoft.com/office/drawing/2014/main" id="{6F53EA17-F09B-C62E-A3A1-13D699CEA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0" name="Google Shape;5902;p47">
                        <a:extLst>
                          <a:ext uri="{FF2B5EF4-FFF2-40B4-BE49-F238E27FC236}">
                            <a16:creationId xmlns:a16="http://schemas.microsoft.com/office/drawing/2014/main" id="{196345D5-0CCA-BEEB-6FDF-FFEC66F580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1" name="Google Shape;5903;p47">
                        <a:extLst>
                          <a:ext uri="{FF2B5EF4-FFF2-40B4-BE49-F238E27FC236}">
                            <a16:creationId xmlns:a16="http://schemas.microsoft.com/office/drawing/2014/main" id="{1BBFC714-6C61-FC4E-836B-8CC9311C2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2" name="Google Shape;5904;p47">
                        <a:extLst>
                          <a:ext uri="{FF2B5EF4-FFF2-40B4-BE49-F238E27FC236}">
                            <a16:creationId xmlns:a16="http://schemas.microsoft.com/office/drawing/2014/main" id="{84FC0060-699A-D3BA-5F2B-3D77A4B0D4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3" name="Google Shape;5905;p47">
                        <a:extLst>
                          <a:ext uri="{FF2B5EF4-FFF2-40B4-BE49-F238E27FC236}">
                            <a16:creationId xmlns:a16="http://schemas.microsoft.com/office/drawing/2014/main" id="{DE4E9B9D-7F2D-1858-B043-4C336C265D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4" name="Google Shape;5906;p47">
                        <a:extLst>
                          <a:ext uri="{FF2B5EF4-FFF2-40B4-BE49-F238E27FC236}">
                            <a16:creationId xmlns:a16="http://schemas.microsoft.com/office/drawing/2014/main" id="{285E838B-28D4-D538-D0FF-0A41BB9F5B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6" name="Google Shape;5907;p47">
                      <a:extLst>
                        <a:ext uri="{FF2B5EF4-FFF2-40B4-BE49-F238E27FC236}">
                          <a16:creationId xmlns:a16="http://schemas.microsoft.com/office/drawing/2014/main" id="{DBEBDC76-71BE-352B-A984-53492C94D4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57" name="Google Shape;5908;p47">
                        <a:extLst>
                          <a:ext uri="{FF2B5EF4-FFF2-40B4-BE49-F238E27FC236}">
                            <a16:creationId xmlns:a16="http://schemas.microsoft.com/office/drawing/2014/main" id="{D34CFF17-ED1D-8AA6-17D5-243EDAE7F0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8" name="Google Shape;5909;p47">
                        <a:extLst>
                          <a:ext uri="{FF2B5EF4-FFF2-40B4-BE49-F238E27FC236}">
                            <a16:creationId xmlns:a16="http://schemas.microsoft.com/office/drawing/2014/main" id="{AFA51C52-C9B7-568C-1616-523DA1700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9" name="Google Shape;5910;p47">
                        <a:extLst>
                          <a:ext uri="{FF2B5EF4-FFF2-40B4-BE49-F238E27FC236}">
                            <a16:creationId xmlns:a16="http://schemas.microsoft.com/office/drawing/2014/main" id="{5C067428-227E-D3C6-819D-9C6C0C038E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0" name="Google Shape;5911;p47">
                        <a:extLst>
                          <a:ext uri="{FF2B5EF4-FFF2-40B4-BE49-F238E27FC236}">
                            <a16:creationId xmlns:a16="http://schemas.microsoft.com/office/drawing/2014/main" id="{C1F0E2A3-4AF9-21CF-D9CE-E1185BAFC0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1" name="Google Shape;5912;p47">
                        <a:extLst>
                          <a:ext uri="{FF2B5EF4-FFF2-40B4-BE49-F238E27FC236}">
                            <a16:creationId xmlns:a16="http://schemas.microsoft.com/office/drawing/2014/main" id="{E351667A-8BD6-3197-FAB2-9DFA7C68CE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2" name="Google Shape;5913;p47">
                        <a:extLst>
                          <a:ext uri="{FF2B5EF4-FFF2-40B4-BE49-F238E27FC236}">
                            <a16:creationId xmlns:a16="http://schemas.microsoft.com/office/drawing/2014/main" id="{18248B4D-535D-3B64-3C66-46979799F2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3" name="Google Shape;5914;p47">
                        <a:extLst>
                          <a:ext uri="{FF2B5EF4-FFF2-40B4-BE49-F238E27FC236}">
                            <a16:creationId xmlns:a16="http://schemas.microsoft.com/office/drawing/2014/main" id="{9A5A73E7-439D-786A-4FC9-B92D5EA70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4" name="Google Shape;5915;p47">
                        <a:extLst>
                          <a:ext uri="{FF2B5EF4-FFF2-40B4-BE49-F238E27FC236}">
                            <a16:creationId xmlns:a16="http://schemas.microsoft.com/office/drawing/2014/main" id="{EA36A25E-755A-859E-6312-4F484FCDF5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5" name="Google Shape;5916;p47">
                        <a:extLst>
                          <a:ext uri="{FF2B5EF4-FFF2-40B4-BE49-F238E27FC236}">
                            <a16:creationId xmlns:a16="http://schemas.microsoft.com/office/drawing/2014/main" id="{5E4BC48D-4143-600C-453A-9C9224155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7" name="Google Shape;5917;p47">
                      <a:extLst>
                        <a:ext uri="{FF2B5EF4-FFF2-40B4-BE49-F238E27FC236}">
                          <a16:creationId xmlns:a16="http://schemas.microsoft.com/office/drawing/2014/main" id="{9FCDD1A1-7BC0-1F82-85F1-49EB67A4C4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48" name="Google Shape;5918;p47">
                        <a:extLst>
                          <a:ext uri="{FF2B5EF4-FFF2-40B4-BE49-F238E27FC236}">
                            <a16:creationId xmlns:a16="http://schemas.microsoft.com/office/drawing/2014/main" id="{A9D91C83-2EDF-6D98-8F44-5B19A983A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9" name="Google Shape;5919;p47">
                        <a:extLst>
                          <a:ext uri="{FF2B5EF4-FFF2-40B4-BE49-F238E27FC236}">
                            <a16:creationId xmlns:a16="http://schemas.microsoft.com/office/drawing/2014/main" id="{601F43D0-822C-33AA-B243-0CE3A45A89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0" name="Google Shape;5920;p47">
                        <a:extLst>
                          <a:ext uri="{FF2B5EF4-FFF2-40B4-BE49-F238E27FC236}">
                            <a16:creationId xmlns:a16="http://schemas.microsoft.com/office/drawing/2014/main" id="{2DB68444-6F27-6F3F-0581-259D0AEF77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1" name="Google Shape;5921;p47">
                        <a:extLst>
                          <a:ext uri="{FF2B5EF4-FFF2-40B4-BE49-F238E27FC236}">
                            <a16:creationId xmlns:a16="http://schemas.microsoft.com/office/drawing/2014/main" id="{0582F8A5-7E26-3D71-FECC-1EC923AF34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2" name="Google Shape;5922;p47">
                        <a:extLst>
                          <a:ext uri="{FF2B5EF4-FFF2-40B4-BE49-F238E27FC236}">
                            <a16:creationId xmlns:a16="http://schemas.microsoft.com/office/drawing/2014/main" id="{3E9092EB-2389-3710-650C-E9F56963CB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3" name="Google Shape;5923;p47">
                        <a:extLst>
                          <a:ext uri="{FF2B5EF4-FFF2-40B4-BE49-F238E27FC236}">
                            <a16:creationId xmlns:a16="http://schemas.microsoft.com/office/drawing/2014/main" id="{C7C79A61-7D65-55A5-7FBD-0B9A321F00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4" name="Google Shape;5924;p47">
                        <a:extLst>
                          <a:ext uri="{FF2B5EF4-FFF2-40B4-BE49-F238E27FC236}">
                            <a16:creationId xmlns:a16="http://schemas.microsoft.com/office/drawing/2014/main" id="{AE4320B6-2D6E-E815-6E71-41F2173FB5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5" name="Google Shape;5925;p47">
                        <a:extLst>
                          <a:ext uri="{FF2B5EF4-FFF2-40B4-BE49-F238E27FC236}">
                            <a16:creationId xmlns:a16="http://schemas.microsoft.com/office/drawing/2014/main" id="{36C4E22C-6624-5E72-05EB-D54BE779D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6" name="Google Shape;5926;p47">
                        <a:extLst>
                          <a:ext uri="{FF2B5EF4-FFF2-40B4-BE49-F238E27FC236}">
                            <a16:creationId xmlns:a16="http://schemas.microsoft.com/office/drawing/2014/main" id="{05EC9B56-0CFE-9CAC-4393-A8AF7B8C39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8" name="Google Shape;5927;p47">
                      <a:extLst>
                        <a:ext uri="{FF2B5EF4-FFF2-40B4-BE49-F238E27FC236}">
                          <a16:creationId xmlns:a16="http://schemas.microsoft.com/office/drawing/2014/main" id="{F0E3DC6F-B186-EDFC-CD30-D6A0CAFC12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9" name="Google Shape;5928;p47">
                        <a:extLst>
                          <a:ext uri="{FF2B5EF4-FFF2-40B4-BE49-F238E27FC236}">
                            <a16:creationId xmlns:a16="http://schemas.microsoft.com/office/drawing/2014/main" id="{E7D8B06B-A2DC-E38C-AD72-50F908C4D6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0" name="Google Shape;5929;p47">
                        <a:extLst>
                          <a:ext uri="{FF2B5EF4-FFF2-40B4-BE49-F238E27FC236}">
                            <a16:creationId xmlns:a16="http://schemas.microsoft.com/office/drawing/2014/main" id="{7CD2EFBA-02C5-D88F-C246-20BE1A761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1" name="Google Shape;5930;p47">
                        <a:extLst>
                          <a:ext uri="{FF2B5EF4-FFF2-40B4-BE49-F238E27FC236}">
                            <a16:creationId xmlns:a16="http://schemas.microsoft.com/office/drawing/2014/main" id="{D2A886D8-7F2F-9059-A29C-0C4D7EA111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2" name="Google Shape;5931;p47">
                        <a:extLst>
                          <a:ext uri="{FF2B5EF4-FFF2-40B4-BE49-F238E27FC236}">
                            <a16:creationId xmlns:a16="http://schemas.microsoft.com/office/drawing/2014/main" id="{BA75FDB4-444C-CA67-2516-26214681E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3" name="Google Shape;5932;p47">
                        <a:extLst>
                          <a:ext uri="{FF2B5EF4-FFF2-40B4-BE49-F238E27FC236}">
                            <a16:creationId xmlns:a16="http://schemas.microsoft.com/office/drawing/2014/main" id="{72E157BE-9FAF-5EC8-06F8-190FB9C1A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4" name="Google Shape;5933;p47">
                        <a:extLst>
                          <a:ext uri="{FF2B5EF4-FFF2-40B4-BE49-F238E27FC236}">
                            <a16:creationId xmlns:a16="http://schemas.microsoft.com/office/drawing/2014/main" id="{3C984959-0B4E-EF25-9B58-AE9310051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5" name="Google Shape;5934;p47">
                        <a:extLst>
                          <a:ext uri="{FF2B5EF4-FFF2-40B4-BE49-F238E27FC236}">
                            <a16:creationId xmlns:a16="http://schemas.microsoft.com/office/drawing/2014/main" id="{3EB4DC9B-5B1A-7CFA-3C9E-27A1F9F07D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6" name="Google Shape;5935;p47">
                        <a:extLst>
                          <a:ext uri="{FF2B5EF4-FFF2-40B4-BE49-F238E27FC236}">
                            <a16:creationId xmlns:a16="http://schemas.microsoft.com/office/drawing/2014/main" id="{7E89CF25-8853-5015-99EF-0A75F87B1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7" name="Google Shape;5936;p47">
                        <a:extLst>
                          <a:ext uri="{FF2B5EF4-FFF2-40B4-BE49-F238E27FC236}">
                            <a16:creationId xmlns:a16="http://schemas.microsoft.com/office/drawing/2014/main" id="{E9EA3FD8-18F1-8006-D9F8-E4A1E3B16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9" name="Google Shape;5937;p47">
                      <a:extLst>
                        <a:ext uri="{FF2B5EF4-FFF2-40B4-BE49-F238E27FC236}">
                          <a16:creationId xmlns:a16="http://schemas.microsoft.com/office/drawing/2014/main" id="{9C86C891-8F03-8620-D0D6-6D78CCD9A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0" name="Google Shape;5938;p47">
                        <a:extLst>
                          <a:ext uri="{FF2B5EF4-FFF2-40B4-BE49-F238E27FC236}">
                            <a16:creationId xmlns:a16="http://schemas.microsoft.com/office/drawing/2014/main" id="{2260BD21-61B2-E30E-4657-B69B7F921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1" name="Google Shape;5939;p47">
                        <a:extLst>
                          <a:ext uri="{FF2B5EF4-FFF2-40B4-BE49-F238E27FC236}">
                            <a16:creationId xmlns:a16="http://schemas.microsoft.com/office/drawing/2014/main" id="{B65F2BC1-529A-2A53-EDDB-1A3008BDB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2" name="Google Shape;5940;p47">
                        <a:extLst>
                          <a:ext uri="{FF2B5EF4-FFF2-40B4-BE49-F238E27FC236}">
                            <a16:creationId xmlns:a16="http://schemas.microsoft.com/office/drawing/2014/main" id="{B5972752-4292-8CA0-7E1D-94A410FA21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3" name="Google Shape;5941;p47">
                        <a:extLst>
                          <a:ext uri="{FF2B5EF4-FFF2-40B4-BE49-F238E27FC236}">
                            <a16:creationId xmlns:a16="http://schemas.microsoft.com/office/drawing/2014/main" id="{6B095C77-B28F-5710-F03A-F358CB3D75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4" name="Google Shape;5942;p47">
                        <a:extLst>
                          <a:ext uri="{FF2B5EF4-FFF2-40B4-BE49-F238E27FC236}">
                            <a16:creationId xmlns:a16="http://schemas.microsoft.com/office/drawing/2014/main" id="{4974988A-3C25-B4A1-C5E3-122EFC8D85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5" name="Google Shape;5943;p47">
                        <a:extLst>
                          <a:ext uri="{FF2B5EF4-FFF2-40B4-BE49-F238E27FC236}">
                            <a16:creationId xmlns:a16="http://schemas.microsoft.com/office/drawing/2014/main" id="{441FFFAD-ECCB-3109-4A40-84EFDC736A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6" name="Google Shape;5944;p47">
                        <a:extLst>
                          <a:ext uri="{FF2B5EF4-FFF2-40B4-BE49-F238E27FC236}">
                            <a16:creationId xmlns:a16="http://schemas.microsoft.com/office/drawing/2014/main" id="{EADF984D-4893-6607-F676-6FD7178A93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7" name="Google Shape;5945;p47">
                        <a:extLst>
                          <a:ext uri="{FF2B5EF4-FFF2-40B4-BE49-F238E27FC236}">
                            <a16:creationId xmlns:a16="http://schemas.microsoft.com/office/drawing/2014/main" id="{73C2B8C8-0B42-115D-706F-B7D6610695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8" name="Google Shape;5946;p47">
                        <a:extLst>
                          <a:ext uri="{FF2B5EF4-FFF2-40B4-BE49-F238E27FC236}">
                            <a16:creationId xmlns:a16="http://schemas.microsoft.com/office/drawing/2014/main" id="{0D7AB295-D1F5-B7F6-7216-8CF775C4E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0" name="Google Shape;5947;p47">
                      <a:extLst>
                        <a:ext uri="{FF2B5EF4-FFF2-40B4-BE49-F238E27FC236}">
                          <a16:creationId xmlns:a16="http://schemas.microsoft.com/office/drawing/2014/main" id="{B191AB9A-F2F7-A717-6901-1DCD24AADD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21" name="Google Shape;5948;p47">
                        <a:extLst>
                          <a:ext uri="{FF2B5EF4-FFF2-40B4-BE49-F238E27FC236}">
                            <a16:creationId xmlns:a16="http://schemas.microsoft.com/office/drawing/2014/main" id="{A371CB75-4B91-B25B-9F4D-25DE214059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2" name="Google Shape;5949;p47">
                        <a:extLst>
                          <a:ext uri="{FF2B5EF4-FFF2-40B4-BE49-F238E27FC236}">
                            <a16:creationId xmlns:a16="http://schemas.microsoft.com/office/drawing/2014/main" id="{3878C62E-0BAD-9CBD-4EF1-3CA7FA76FF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3" name="Google Shape;5950;p47">
                        <a:extLst>
                          <a:ext uri="{FF2B5EF4-FFF2-40B4-BE49-F238E27FC236}">
                            <a16:creationId xmlns:a16="http://schemas.microsoft.com/office/drawing/2014/main" id="{2304874F-C6BB-D64D-1F8D-7ECCDB5287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4" name="Google Shape;5951;p47">
                        <a:extLst>
                          <a:ext uri="{FF2B5EF4-FFF2-40B4-BE49-F238E27FC236}">
                            <a16:creationId xmlns:a16="http://schemas.microsoft.com/office/drawing/2014/main" id="{0151911F-C3EB-BCF7-507B-C4576BE70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5" name="Google Shape;5952;p47">
                        <a:extLst>
                          <a:ext uri="{FF2B5EF4-FFF2-40B4-BE49-F238E27FC236}">
                            <a16:creationId xmlns:a16="http://schemas.microsoft.com/office/drawing/2014/main" id="{829D3F12-8594-CB90-999F-F470E8E8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6" name="Google Shape;5953;p47">
                        <a:extLst>
                          <a:ext uri="{FF2B5EF4-FFF2-40B4-BE49-F238E27FC236}">
                            <a16:creationId xmlns:a16="http://schemas.microsoft.com/office/drawing/2014/main" id="{526DEE05-44F7-B397-E2C9-F1B069B042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7" name="Google Shape;5954;p47">
                        <a:extLst>
                          <a:ext uri="{FF2B5EF4-FFF2-40B4-BE49-F238E27FC236}">
                            <a16:creationId xmlns:a16="http://schemas.microsoft.com/office/drawing/2014/main" id="{68EF8700-F730-0EC4-91EF-7FD98123B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8" name="Google Shape;5955;p47">
                        <a:extLst>
                          <a:ext uri="{FF2B5EF4-FFF2-40B4-BE49-F238E27FC236}">
                            <a16:creationId xmlns:a16="http://schemas.microsoft.com/office/drawing/2014/main" id="{C8B2292D-D9C6-FC55-467C-8BEC7E2645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9" name="Google Shape;5956;p47">
                        <a:extLst>
                          <a:ext uri="{FF2B5EF4-FFF2-40B4-BE49-F238E27FC236}">
                            <a16:creationId xmlns:a16="http://schemas.microsoft.com/office/drawing/2014/main" id="{0BF9EF64-DBA5-0AB2-69F1-A7339CA2EC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1" name="Google Shape;5957;p47">
                      <a:extLst>
                        <a:ext uri="{FF2B5EF4-FFF2-40B4-BE49-F238E27FC236}">
                          <a16:creationId xmlns:a16="http://schemas.microsoft.com/office/drawing/2014/main" id="{D7A5EEF6-AE0D-AFCA-445E-B256F81E04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12" name="Google Shape;5958;p47">
                        <a:extLst>
                          <a:ext uri="{FF2B5EF4-FFF2-40B4-BE49-F238E27FC236}">
                            <a16:creationId xmlns:a16="http://schemas.microsoft.com/office/drawing/2014/main" id="{3EF3704D-55F6-8678-5C79-A1EF8AA365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3" name="Google Shape;5959;p47">
                        <a:extLst>
                          <a:ext uri="{FF2B5EF4-FFF2-40B4-BE49-F238E27FC236}">
                            <a16:creationId xmlns:a16="http://schemas.microsoft.com/office/drawing/2014/main" id="{99B00FAE-F81B-FB23-8353-AEB7ABE9A7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4" name="Google Shape;5960;p47">
                        <a:extLst>
                          <a:ext uri="{FF2B5EF4-FFF2-40B4-BE49-F238E27FC236}">
                            <a16:creationId xmlns:a16="http://schemas.microsoft.com/office/drawing/2014/main" id="{4A7325DF-8739-8FF5-0756-7056BC3182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5" name="Google Shape;5961;p47">
                        <a:extLst>
                          <a:ext uri="{FF2B5EF4-FFF2-40B4-BE49-F238E27FC236}">
                            <a16:creationId xmlns:a16="http://schemas.microsoft.com/office/drawing/2014/main" id="{2BCDCD30-D2FD-C9C5-2B13-DB6F6DD40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6" name="Google Shape;5962;p47">
                        <a:extLst>
                          <a:ext uri="{FF2B5EF4-FFF2-40B4-BE49-F238E27FC236}">
                            <a16:creationId xmlns:a16="http://schemas.microsoft.com/office/drawing/2014/main" id="{5564448C-E822-76B1-8EE2-8E5850FD5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7" name="Google Shape;5963;p47">
                        <a:extLst>
                          <a:ext uri="{FF2B5EF4-FFF2-40B4-BE49-F238E27FC236}">
                            <a16:creationId xmlns:a16="http://schemas.microsoft.com/office/drawing/2014/main" id="{CCCA2450-4C3B-557F-7A4E-4C288DCAE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8" name="Google Shape;5964;p47">
                        <a:extLst>
                          <a:ext uri="{FF2B5EF4-FFF2-40B4-BE49-F238E27FC236}">
                            <a16:creationId xmlns:a16="http://schemas.microsoft.com/office/drawing/2014/main" id="{B951C14D-CAC7-85EE-EE57-A96E72D64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9" name="Google Shape;5965;p47">
                        <a:extLst>
                          <a:ext uri="{FF2B5EF4-FFF2-40B4-BE49-F238E27FC236}">
                            <a16:creationId xmlns:a16="http://schemas.microsoft.com/office/drawing/2014/main" id="{05BC4368-6373-73B9-6E0E-E396F9974C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0" name="Google Shape;5966;p47">
                        <a:extLst>
                          <a:ext uri="{FF2B5EF4-FFF2-40B4-BE49-F238E27FC236}">
                            <a16:creationId xmlns:a16="http://schemas.microsoft.com/office/drawing/2014/main" id="{07BD6C58-7710-D306-CF99-905931B8C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2" name="Google Shape;5967;p47">
                      <a:extLst>
                        <a:ext uri="{FF2B5EF4-FFF2-40B4-BE49-F238E27FC236}">
                          <a16:creationId xmlns:a16="http://schemas.microsoft.com/office/drawing/2014/main" id="{6B283F54-A1F4-F710-F724-DC126B7FE9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03" name="Google Shape;5968;p47">
                        <a:extLst>
                          <a:ext uri="{FF2B5EF4-FFF2-40B4-BE49-F238E27FC236}">
                            <a16:creationId xmlns:a16="http://schemas.microsoft.com/office/drawing/2014/main" id="{ABC8E999-0D00-774C-D95F-5E18800898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4" name="Google Shape;5969;p47">
                        <a:extLst>
                          <a:ext uri="{FF2B5EF4-FFF2-40B4-BE49-F238E27FC236}">
                            <a16:creationId xmlns:a16="http://schemas.microsoft.com/office/drawing/2014/main" id="{3C303557-6909-BD9D-E9DB-C37A4BD5F1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5" name="Google Shape;5970;p47">
                        <a:extLst>
                          <a:ext uri="{FF2B5EF4-FFF2-40B4-BE49-F238E27FC236}">
                            <a16:creationId xmlns:a16="http://schemas.microsoft.com/office/drawing/2014/main" id="{8CB07D3D-D6B9-8301-744F-78F0D6EE5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6" name="Google Shape;5971;p47">
                        <a:extLst>
                          <a:ext uri="{FF2B5EF4-FFF2-40B4-BE49-F238E27FC236}">
                            <a16:creationId xmlns:a16="http://schemas.microsoft.com/office/drawing/2014/main" id="{925A463D-49B3-9ABC-C2AB-14690C1788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7" name="Google Shape;5972;p47">
                        <a:extLst>
                          <a:ext uri="{FF2B5EF4-FFF2-40B4-BE49-F238E27FC236}">
                            <a16:creationId xmlns:a16="http://schemas.microsoft.com/office/drawing/2014/main" id="{A568C4DC-834A-F40A-3D4C-819E1112A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8" name="Google Shape;5973;p47">
                        <a:extLst>
                          <a:ext uri="{FF2B5EF4-FFF2-40B4-BE49-F238E27FC236}">
                            <a16:creationId xmlns:a16="http://schemas.microsoft.com/office/drawing/2014/main" id="{524BECFA-3860-A483-337A-D3F97F50B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9" name="Google Shape;5974;p47">
                        <a:extLst>
                          <a:ext uri="{FF2B5EF4-FFF2-40B4-BE49-F238E27FC236}">
                            <a16:creationId xmlns:a16="http://schemas.microsoft.com/office/drawing/2014/main" id="{47FE965C-FD0C-3AB8-3BF9-EBCF36F695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0" name="Google Shape;5975;p47">
                        <a:extLst>
                          <a:ext uri="{FF2B5EF4-FFF2-40B4-BE49-F238E27FC236}">
                            <a16:creationId xmlns:a16="http://schemas.microsoft.com/office/drawing/2014/main" id="{D73BDAF1-B7E1-2ADE-E7A7-D72AAC00C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1" name="Google Shape;5976;p47">
                        <a:extLst>
                          <a:ext uri="{FF2B5EF4-FFF2-40B4-BE49-F238E27FC236}">
                            <a16:creationId xmlns:a16="http://schemas.microsoft.com/office/drawing/2014/main" id="{5E798CC4-A0E0-6BC0-F449-F5294E25BC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3" name="Google Shape;5977;p47">
                      <a:extLst>
                        <a:ext uri="{FF2B5EF4-FFF2-40B4-BE49-F238E27FC236}">
                          <a16:creationId xmlns:a16="http://schemas.microsoft.com/office/drawing/2014/main" id="{E333ADEC-2765-C2A4-63CC-4401EB1335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94" name="Google Shape;5978;p47">
                        <a:extLst>
                          <a:ext uri="{FF2B5EF4-FFF2-40B4-BE49-F238E27FC236}">
                            <a16:creationId xmlns:a16="http://schemas.microsoft.com/office/drawing/2014/main" id="{AFB30223-DDC0-222C-93E2-854143417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5" name="Google Shape;5979;p47">
                        <a:extLst>
                          <a:ext uri="{FF2B5EF4-FFF2-40B4-BE49-F238E27FC236}">
                            <a16:creationId xmlns:a16="http://schemas.microsoft.com/office/drawing/2014/main" id="{6EB9CF27-2A35-FBD6-6067-82097E4EC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6" name="Google Shape;5980;p47">
                        <a:extLst>
                          <a:ext uri="{FF2B5EF4-FFF2-40B4-BE49-F238E27FC236}">
                            <a16:creationId xmlns:a16="http://schemas.microsoft.com/office/drawing/2014/main" id="{AD357AEC-0C7E-D403-CECA-6EFF0DECAC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7" name="Google Shape;5981;p47">
                        <a:extLst>
                          <a:ext uri="{FF2B5EF4-FFF2-40B4-BE49-F238E27FC236}">
                            <a16:creationId xmlns:a16="http://schemas.microsoft.com/office/drawing/2014/main" id="{9002A9E7-91ED-C2BC-922A-4AAD63F5D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8" name="Google Shape;5982;p47">
                        <a:extLst>
                          <a:ext uri="{FF2B5EF4-FFF2-40B4-BE49-F238E27FC236}">
                            <a16:creationId xmlns:a16="http://schemas.microsoft.com/office/drawing/2014/main" id="{3F0B42E5-B827-84BB-352F-3DA93F6B7C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9" name="Google Shape;5983;p47">
                        <a:extLst>
                          <a:ext uri="{FF2B5EF4-FFF2-40B4-BE49-F238E27FC236}">
                            <a16:creationId xmlns:a16="http://schemas.microsoft.com/office/drawing/2014/main" id="{D8647522-3DAD-3B0F-65DC-CBD4534C0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0" name="Google Shape;5984;p47">
                        <a:extLst>
                          <a:ext uri="{FF2B5EF4-FFF2-40B4-BE49-F238E27FC236}">
                            <a16:creationId xmlns:a16="http://schemas.microsoft.com/office/drawing/2014/main" id="{157D57BE-3D12-0A2A-EC8D-C3E01528D8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1" name="Google Shape;5985;p47">
                        <a:extLst>
                          <a:ext uri="{FF2B5EF4-FFF2-40B4-BE49-F238E27FC236}">
                            <a16:creationId xmlns:a16="http://schemas.microsoft.com/office/drawing/2014/main" id="{0DF842BB-E674-71E4-2841-A81BC8301F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2" name="Google Shape;5986;p47">
                        <a:extLst>
                          <a:ext uri="{FF2B5EF4-FFF2-40B4-BE49-F238E27FC236}">
                            <a16:creationId xmlns:a16="http://schemas.microsoft.com/office/drawing/2014/main" id="{20489802-B11A-7EC6-0389-8D1CD9B53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4" name="Google Shape;5987;p47">
                      <a:extLst>
                        <a:ext uri="{FF2B5EF4-FFF2-40B4-BE49-F238E27FC236}">
                          <a16:creationId xmlns:a16="http://schemas.microsoft.com/office/drawing/2014/main" id="{C66FE4EF-54E6-2D6F-96DA-7270C9208A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85" name="Google Shape;5988;p47">
                        <a:extLst>
                          <a:ext uri="{FF2B5EF4-FFF2-40B4-BE49-F238E27FC236}">
                            <a16:creationId xmlns:a16="http://schemas.microsoft.com/office/drawing/2014/main" id="{421B20D9-47E7-A738-4637-CA6D62DA97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6" name="Google Shape;5989;p47">
                        <a:extLst>
                          <a:ext uri="{FF2B5EF4-FFF2-40B4-BE49-F238E27FC236}">
                            <a16:creationId xmlns:a16="http://schemas.microsoft.com/office/drawing/2014/main" id="{341839D1-F9FC-4858-88EC-1BC1B94F73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7" name="Google Shape;5990;p47">
                        <a:extLst>
                          <a:ext uri="{FF2B5EF4-FFF2-40B4-BE49-F238E27FC236}">
                            <a16:creationId xmlns:a16="http://schemas.microsoft.com/office/drawing/2014/main" id="{150A5761-4F33-415C-EB92-E50A7779D5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8" name="Google Shape;5991;p47">
                        <a:extLst>
                          <a:ext uri="{FF2B5EF4-FFF2-40B4-BE49-F238E27FC236}">
                            <a16:creationId xmlns:a16="http://schemas.microsoft.com/office/drawing/2014/main" id="{15B02DF5-6F5E-A175-9A44-77DDB4E52A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9" name="Google Shape;5992;p47">
                        <a:extLst>
                          <a:ext uri="{FF2B5EF4-FFF2-40B4-BE49-F238E27FC236}">
                            <a16:creationId xmlns:a16="http://schemas.microsoft.com/office/drawing/2014/main" id="{E3A6D167-9832-CEAD-E1EB-26C97E44F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0" name="Google Shape;5993;p47">
                        <a:extLst>
                          <a:ext uri="{FF2B5EF4-FFF2-40B4-BE49-F238E27FC236}">
                            <a16:creationId xmlns:a16="http://schemas.microsoft.com/office/drawing/2014/main" id="{D17B42DE-F985-7F9C-6F8C-57CF9D16A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1" name="Google Shape;5994;p47">
                        <a:extLst>
                          <a:ext uri="{FF2B5EF4-FFF2-40B4-BE49-F238E27FC236}">
                            <a16:creationId xmlns:a16="http://schemas.microsoft.com/office/drawing/2014/main" id="{F0FB1C17-A0AB-3322-A25D-6040B53FD7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2" name="Google Shape;5995;p47">
                        <a:extLst>
                          <a:ext uri="{FF2B5EF4-FFF2-40B4-BE49-F238E27FC236}">
                            <a16:creationId xmlns:a16="http://schemas.microsoft.com/office/drawing/2014/main" id="{77469DC2-F91E-9B44-3754-040B6CAB5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3" name="Google Shape;5996;p47">
                        <a:extLst>
                          <a:ext uri="{FF2B5EF4-FFF2-40B4-BE49-F238E27FC236}">
                            <a16:creationId xmlns:a16="http://schemas.microsoft.com/office/drawing/2014/main" id="{1C30B6AE-ABF1-6835-EBE6-68FE91A4B0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5" name="Google Shape;5997;p47">
                      <a:extLst>
                        <a:ext uri="{FF2B5EF4-FFF2-40B4-BE49-F238E27FC236}">
                          <a16:creationId xmlns:a16="http://schemas.microsoft.com/office/drawing/2014/main" id="{72CCF47C-DD6A-6887-89C1-A017F02F1B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76" name="Google Shape;5998;p47">
                        <a:extLst>
                          <a:ext uri="{FF2B5EF4-FFF2-40B4-BE49-F238E27FC236}">
                            <a16:creationId xmlns:a16="http://schemas.microsoft.com/office/drawing/2014/main" id="{E8D4ECA8-25DD-DC63-67B6-2167DEF02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7" name="Google Shape;5999;p47">
                        <a:extLst>
                          <a:ext uri="{FF2B5EF4-FFF2-40B4-BE49-F238E27FC236}">
                            <a16:creationId xmlns:a16="http://schemas.microsoft.com/office/drawing/2014/main" id="{FE19C13E-ED4D-AB4C-7DF0-17247397B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8" name="Google Shape;6000;p47">
                        <a:extLst>
                          <a:ext uri="{FF2B5EF4-FFF2-40B4-BE49-F238E27FC236}">
                            <a16:creationId xmlns:a16="http://schemas.microsoft.com/office/drawing/2014/main" id="{DC7A4F38-06FE-ECCB-1042-3A56A0FA6A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9" name="Google Shape;6001;p47">
                        <a:extLst>
                          <a:ext uri="{FF2B5EF4-FFF2-40B4-BE49-F238E27FC236}">
                            <a16:creationId xmlns:a16="http://schemas.microsoft.com/office/drawing/2014/main" id="{83A68F36-4161-C28B-C5EF-527529D63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0" name="Google Shape;6002;p47">
                        <a:extLst>
                          <a:ext uri="{FF2B5EF4-FFF2-40B4-BE49-F238E27FC236}">
                            <a16:creationId xmlns:a16="http://schemas.microsoft.com/office/drawing/2014/main" id="{34A4379E-EA61-FE1F-3476-614560E68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1" name="Google Shape;6003;p47">
                        <a:extLst>
                          <a:ext uri="{FF2B5EF4-FFF2-40B4-BE49-F238E27FC236}">
                            <a16:creationId xmlns:a16="http://schemas.microsoft.com/office/drawing/2014/main" id="{4527EA18-EBCE-AB1A-AAE9-9F2562C53A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2" name="Google Shape;6004;p47">
                        <a:extLst>
                          <a:ext uri="{FF2B5EF4-FFF2-40B4-BE49-F238E27FC236}">
                            <a16:creationId xmlns:a16="http://schemas.microsoft.com/office/drawing/2014/main" id="{1C2517E1-BF96-AD97-26A7-49F1C0C1F0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3" name="Google Shape;6005;p47">
                        <a:extLst>
                          <a:ext uri="{FF2B5EF4-FFF2-40B4-BE49-F238E27FC236}">
                            <a16:creationId xmlns:a16="http://schemas.microsoft.com/office/drawing/2014/main" id="{EAD16EAE-64FD-828A-C379-B4D2024156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4" name="Google Shape;6006;p47">
                        <a:extLst>
                          <a:ext uri="{FF2B5EF4-FFF2-40B4-BE49-F238E27FC236}">
                            <a16:creationId xmlns:a16="http://schemas.microsoft.com/office/drawing/2014/main" id="{E3A4AF6D-ADA3-E954-C342-02EAD54EB3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6" name="Google Shape;6007;p47">
                      <a:extLst>
                        <a:ext uri="{FF2B5EF4-FFF2-40B4-BE49-F238E27FC236}">
                          <a16:creationId xmlns:a16="http://schemas.microsoft.com/office/drawing/2014/main" id="{4425B7FE-57FA-DD02-1277-173AA9C46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67" name="Google Shape;6008;p47">
                        <a:extLst>
                          <a:ext uri="{FF2B5EF4-FFF2-40B4-BE49-F238E27FC236}">
                            <a16:creationId xmlns:a16="http://schemas.microsoft.com/office/drawing/2014/main" id="{62FF712E-6EA0-090F-B9A2-833C98FA56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8" name="Google Shape;6009;p47">
                        <a:extLst>
                          <a:ext uri="{FF2B5EF4-FFF2-40B4-BE49-F238E27FC236}">
                            <a16:creationId xmlns:a16="http://schemas.microsoft.com/office/drawing/2014/main" id="{D82C1DC9-CADD-E454-064D-629D855D2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9" name="Google Shape;6010;p47">
                        <a:extLst>
                          <a:ext uri="{FF2B5EF4-FFF2-40B4-BE49-F238E27FC236}">
                            <a16:creationId xmlns:a16="http://schemas.microsoft.com/office/drawing/2014/main" id="{23FF82B4-7586-643A-2E5E-B7C9387772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0" name="Google Shape;6011;p47">
                        <a:extLst>
                          <a:ext uri="{FF2B5EF4-FFF2-40B4-BE49-F238E27FC236}">
                            <a16:creationId xmlns:a16="http://schemas.microsoft.com/office/drawing/2014/main" id="{05EAACE1-63ED-78FB-F6B9-B6BE2AC15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1" name="Google Shape;6012;p47">
                        <a:extLst>
                          <a:ext uri="{FF2B5EF4-FFF2-40B4-BE49-F238E27FC236}">
                            <a16:creationId xmlns:a16="http://schemas.microsoft.com/office/drawing/2014/main" id="{67051FD4-82EF-38FD-CDA3-0C9F0044DB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2" name="Google Shape;6013;p47">
                        <a:extLst>
                          <a:ext uri="{FF2B5EF4-FFF2-40B4-BE49-F238E27FC236}">
                            <a16:creationId xmlns:a16="http://schemas.microsoft.com/office/drawing/2014/main" id="{6633CB20-0BDA-BBAB-6707-3ED78ED6E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3" name="Google Shape;6014;p47">
                        <a:extLst>
                          <a:ext uri="{FF2B5EF4-FFF2-40B4-BE49-F238E27FC236}">
                            <a16:creationId xmlns:a16="http://schemas.microsoft.com/office/drawing/2014/main" id="{9946DF54-35A0-241B-D512-84B2A984F5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4" name="Google Shape;6015;p47">
                        <a:extLst>
                          <a:ext uri="{FF2B5EF4-FFF2-40B4-BE49-F238E27FC236}">
                            <a16:creationId xmlns:a16="http://schemas.microsoft.com/office/drawing/2014/main" id="{BEB8EA13-71B2-D6DB-2100-8C17462A59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5" name="Google Shape;6016;p47">
                        <a:extLst>
                          <a:ext uri="{FF2B5EF4-FFF2-40B4-BE49-F238E27FC236}">
                            <a16:creationId xmlns:a16="http://schemas.microsoft.com/office/drawing/2014/main" id="{E75884CD-DA10-6ABF-B139-CB023B31D4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7" name="Google Shape;6017;p47">
                      <a:extLst>
                        <a:ext uri="{FF2B5EF4-FFF2-40B4-BE49-F238E27FC236}">
                          <a16:creationId xmlns:a16="http://schemas.microsoft.com/office/drawing/2014/main" id="{E0CDD2FB-073C-2759-BF2A-428BB0DE41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58" name="Google Shape;6018;p47">
                        <a:extLst>
                          <a:ext uri="{FF2B5EF4-FFF2-40B4-BE49-F238E27FC236}">
                            <a16:creationId xmlns:a16="http://schemas.microsoft.com/office/drawing/2014/main" id="{D39D94E2-1E67-046F-9D0E-86B7FCC4ED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9" name="Google Shape;6019;p47">
                        <a:extLst>
                          <a:ext uri="{FF2B5EF4-FFF2-40B4-BE49-F238E27FC236}">
                            <a16:creationId xmlns:a16="http://schemas.microsoft.com/office/drawing/2014/main" id="{4DCF5D86-FB90-868B-1A0B-802A2773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0" name="Google Shape;6020;p47">
                        <a:extLst>
                          <a:ext uri="{FF2B5EF4-FFF2-40B4-BE49-F238E27FC236}">
                            <a16:creationId xmlns:a16="http://schemas.microsoft.com/office/drawing/2014/main" id="{F1A7D0DE-EFC2-DA04-8420-785F5171E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1" name="Google Shape;6021;p47">
                        <a:extLst>
                          <a:ext uri="{FF2B5EF4-FFF2-40B4-BE49-F238E27FC236}">
                            <a16:creationId xmlns:a16="http://schemas.microsoft.com/office/drawing/2014/main" id="{9E10D965-BD2B-321D-2DED-5BD05CA9E4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2" name="Google Shape;6022;p47">
                        <a:extLst>
                          <a:ext uri="{FF2B5EF4-FFF2-40B4-BE49-F238E27FC236}">
                            <a16:creationId xmlns:a16="http://schemas.microsoft.com/office/drawing/2014/main" id="{D2EE68C4-863A-26D9-6DDF-0EC8DF1E45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3" name="Google Shape;6023;p47">
                        <a:extLst>
                          <a:ext uri="{FF2B5EF4-FFF2-40B4-BE49-F238E27FC236}">
                            <a16:creationId xmlns:a16="http://schemas.microsoft.com/office/drawing/2014/main" id="{104C6DDE-D38E-8C54-451D-5D60C266C8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4" name="Google Shape;6024;p47">
                        <a:extLst>
                          <a:ext uri="{FF2B5EF4-FFF2-40B4-BE49-F238E27FC236}">
                            <a16:creationId xmlns:a16="http://schemas.microsoft.com/office/drawing/2014/main" id="{0B752920-2146-9E68-6AD3-0D44B3E164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5" name="Google Shape;6025;p47">
                        <a:extLst>
                          <a:ext uri="{FF2B5EF4-FFF2-40B4-BE49-F238E27FC236}">
                            <a16:creationId xmlns:a16="http://schemas.microsoft.com/office/drawing/2014/main" id="{6107361E-F9AC-5A79-F3B5-702C0F5E7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6" name="Google Shape;6026;p47">
                        <a:extLst>
                          <a:ext uri="{FF2B5EF4-FFF2-40B4-BE49-F238E27FC236}">
                            <a16:creationId xmlns:a16="http://schemas.microsoft.com/office/drawing/2014/main" id="{631D02CD-1013-B374-4155-A41259EE87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8" name="Google Shape;6027;p47">
                      <a:extLst>
                        <a:ext uri="{FF2B5EF4-FFF2-40B4-BE49-F238E27FC236}">
                          <a16:creationId xmlns:a16="http://schemas.microsoft.com/office/drawing/2014/main" id="{75754D72-CE43-884C-C7C1-FA0D14F04E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49" name="Google Shape;6028;p47">
                        <a:extLst>
                          <a:ext uri="{FF2B5EF4-FFF2-40B4-BE49-F238E27FC236}">
                            <a16:creationId xmlns:a16="http://schemas.microsoft.com/office/drawing/2014/main" id="{9B1EEA2B-9BDB-ECE9-6AF4-C3A486CC1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0" name="Google Shape;6029;p47">
                        <a:extLst>
                          <a:ext uri="{FF2B5EF4-FFF2-40B4-BE49-F238E27FC236}">
                            <a16:creationId xmlns:a16="http://schemas.microsoft.com/office/drawing/2014/main" id="{54511B0A-F2E4-70F7-EB00-D911C461B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1" name="Google Shape;6030;p47">
                        <a:extLst>
                          <a:ext uri="{FF2B5EF4-FFF2-40B4-BE49-F238E27FC236}">
                            <a16:creationId xmlns:a16="http://schemas.microsoft.com/office/drawing/2014/main" id="{E02F9058-2A06-7A6A-9D56-A3A6FE425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2" name="Google Shape;6031;p47">
                        <a:extLst>
                          <a:ext uri="{FF2B5EF4-FFF2-40B4-BE49-F238E27FC236}">
                            <a16:creationId xmlns:a16="http://schemas.microsoft.com/office/drawing/2014/main" id="{6183CA13-3126-8A7A-707A-C20E01149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3" name="Google Shape;6032;p47">
                        <a:extLst>
                          <a:ext uri="{FF2B5EF4-FFF2-40B4-BE49-F238E27FC236}">
                            <a16:creationId xmlns:a16="http://schemas.microsoft.com/office/drawing/2014/main" id="{049270C9-2549-CF11-38AD-05529D72D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4" name="Google Shape;6033;p47">
                        <a:extLst>
                          <a:ext uri="{FF2B5EF4-FFF2-40B4-BE49-F238E27FC236}">
                            <a16:creationId xmlns:a16="http://schemas.microsoft.com/office/drawing/2014/main" id="{531A9B98-316F-83D1-7154-77036540E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5" name="Google Shape;6034;p47">
                        <a:extLst>
                          <a:ext uri="{FF2B5EF4-FFF2-40B4-BE49-F238E27FC236}">
                            <a16:creationId xmlns:a16="http://schemas.microsoft.com/office/drawing/2014/main" id="{1074D96E-6A89-C519-BAAC-BC0E5D88E0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6" name="Google Shape;6035;p47">
                        <a:extLst>
                          <a:ext uri="{FF2B5EF4-FFF2-40B4-BE49-F238E27FC236}">
                            <a16:creationId xmlns:a16="http://schemas.microsoft.com/office/drawing/2014/main" id="{F4F66606-38C0-6966-B1F3-FDD530DF38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7" name="Google Shape;6036;p47">
                        <a:extLst>
                          <a:ext uri="{FF2B5EF4-FFF2-40B4-BE49-F238E27FC236}">
                            <a16:creationId xmlns:a16="http://schemas.microsoft.com/office/drawing/2014/main" id="{B7ECBD4D-E997-0167-FD75-B9271A91A7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</p:grpSp>
          </p:grp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45076" y="323759"/>
            <a:ext cx="5679900" cy="572700"/>
          </a:xfrm>
        </p:spPr>
        <p:txBody>
          <a:bodyPr/>
          <a:lstStyle/>
          <a:p>
            <a:r>
              <a:rPr lang="en-US" dirty="0" smtClean="0"/>
              <a:t>3. SƠ ĐỒ GIẢI THUẬT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561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A979DAF7-97F4-542D-476C-FCB27DCF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5198;p47">
            <a:extLst>
              <a:ext uri="{FF2B5EF4-FFF2-40B4-BE49-F238E27FC236}">
                <a16:creationId xmlns:a16="http://schemas.microsoft.com/office/drawing/2014/main" id="{00FF964D-AE46-BBCD-1D7F-86FEE6F44681}"/>
              </a:ext>
            </a:extLst>
          </p:cNvPr>
          <p:cNvGrpSpPr/>
          <p:nvPr/>
        </p:nvGrpSpPr>
        <p:grpSpPr>
          <a:xfrm>
            <a:off x="5586521" y="314875"/>
            <a:ext cx="3503100" cy="4383600"/>
            <a:chOff x="5309625" y="391075"/>
            <a:chExt cx="3503100" cy="4383600"/>
          </a:xfrm>
        </p:grpSpPr>
        <p:grpSp>
          <p:nvGrpSpPr>
            <p:cNvPr id="1294" name="Google Shape;5199;p47">
              <a:extLst>
                <a:ext uri="{FF2B5EF4-FFF2-40B4-BE49-F238E27FC236}">
                  <a16:creationId xmlns:a16="http://schemas.microsoft.com/office/drawing/2014/main" id="{0C99C69C-C050-20F9-5505-DC51354F1C8C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1846" name="Google Shape;5200;p47">
                <a:extLst>
                  <a:ext uri="{FF2B5EF4-FFF2-40B4-BE49-F238E27FC236}">
                    <a16:creationId xmlns:a16="http://schemas.microsoft.com/office/drawing/2014/main" id="{5DE0FA07-7D6C-9087-4760-B85BB0B29DC5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rgbClr val="CDCDCD"/>
              </a:solidFill>
              <a:ln w="9525" cap="flat" cmpd="sng">
                <a:solidFill>
                  <a:srgbClr val="282A2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847" name="Google Shape;5201;p47">
                <a:extLst>
                  <a:ext uri="{FF2B5EF4-FFF2-40B4-BE49-F238E27FC236}">
                    <a16:creationId xmlns:a16="http://schemas.microsoft.com/office/drawing/2014/main" id="{013BA1E2-494E-16E6-863E-06790503C6AF}"/>
                  </a:ext>
                </a:extLst>
              </p:cNvPr>
              <p:cNvGrpSpPr/>
              <p:nvPr/>
            </p:nvGrpSpPr>
            <p:grpSpPr>
              <a:xfrm rot="10800000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1848" name="Google Shape;5202;p47">
                  <a:extLst>
                    <a:ext uri="{FF2B5EF4-FFF2-40B4-BE49-F238E27FC236}">
                      <a16:creationId xmlns:a16="http://schemas.microsoft.com/office/drawing/2014/main" id="{04F53624-98DE-EA13-E0E3-18C35B2A056C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Google Shape;5203;p47">
                  <a:extLst>
                    <a:ext uri="{FF2B5EF4-FFF2-40B4-BE49-F238E27FC236}">
                      <a16:creationId xmlns:a16="http://schemas.microsoft.com/office/drawing/2014/main" id="{12E8E287-621A-DB4E-89B7-69D3E5C3276A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0" name="Google Shape;5204;p47">
                  <a:extLst>
                    <a:ext uri="{FF2B5EF4-FFF2-40B4-BE49-F238E27FC236}">
                      <a16:creationId xmlns:a16="http://schemas.microsoft.com/office/drawing/2014/main" id="{D6619695-9883-554A-90AC-173FCD721594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1" name="Google Shape;5205;p47">
                  <a:extLst>
                    <a:ext uri="{FF2B5EF4-FFF2-40B4-BE49-F238E27FC236}">
                      <a16:creationId xmlns:a16="http://schemas.microsoft.com/office/drawing/2014/main" id="{BF0F63DE-2D1F-49B7-3060-553C70CAACA6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2" name="Google Shape;5206;p47">
                  <a:extLst>
                    <a:ext uri="{FF2B5EF4-FFF2-40B4-BE49-F238E27FC236}">
                      <a16:creationId xmlns:a16="http://schemas.microsoft.com/office/drawing/2014/main" id="{668A1D28-CB3C-243D-C8C0-AB33325B3088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3" name="Google Shape;5207;p47">
                  <a:extLst>
                    <a:ext uri="{FF2B5EF4-FFF2-40B4-BE49-F238E27FC236}">
                      <a16:creationId xmlns:a16="http://schemas.microsoft.com/office/drawing/2014/main" id="{7ADC88B6-4DDE-1A95-5B5B-0BBE189B4A2A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4" name="Google Shape;5208;p47">
                  <a:extLst>
                    <a:ext uri="{FF2B5EF4-FFF2-40B4-BE49-F238E27FC236}">
                      <a16:creationId xmlns:a16="http://schemas.microsoft.com/office/drawing/2014/main" id="{55960C8D-F603-2997-1D7D-5D8B98E72AED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5" name="Google Shape;5209;p47">
                  <a:extLst>
                    <a:ext uri="{FF2B5EF4-FFF2-40B4-BE49-F238E27FC236}">
                      <a16:creationId xmlns:a16="http://schemas.microsoft.com/office/drawing/2014/main" id="{32E07F36-D10E-F75D-5F37-A167DBE74888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6" name="Google Shape;5210;p47">
                  <a:extLst>
                    <a:ext uri="{FF2B5EF4-FFF2-40B4-BE49-F238E27FC236}">
                      <a16:creationId xmlns:a16="http://schemas.microsoft.com/office/drawing/2014/main" id="{2438D04E-C4AD-F7FB-5667-DF550878982D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7" name="Google Shape;5211;p47">
                  <a:extLst>
                    <a:ext uri="{FF2B5EF4-FFF2-40B4-BE49-F238E27FC236}">
                      <a16:creationId xmlns:a16="http://schemas.microsoft.com/office/drawing/2014/main" id="{2A0C1965-51A4-C2A9-7E04-9AD1AF5F72D1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8" name="Google Shape;5212;p47">
                  <a:extLst>
                    <a:ext uri="{FF2B5EF4-FFF2-40B4-BE49-F238E27FC236}">
                      <a16:creationId xmlns:a16="http://schemas.microsoft.com/office/drawing/2014/main" id="{A40E1381-A333-FE96-6FEC-75A7ED9E63F2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9" name="Google Shape;5213;p47">
                  <a:extLst>
                    <a:ext uri="{FF2B5EF4-FFF2-40B4-BE49-F238E27FC236}">
                      <a16:creationId xmlns:a16="http://schemas.microsoft.com/office/drawing/2014/main" id="{E14970D0-D3F1-AF63-94AB-5ACE785984EF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0" name="Google Shape;5214;p47">
                  <a:extLst>
                    <a:ext uri="{FF2B5EF4-FFF2-40B4-BE49-F238E27FC236}">
                      <a16:creationId xmlns:a16="http://schemas.microsoft.com/office/drawing/2014/main" id="{74BEF8B4-B86E-7F7E-8811-F3AEE9253376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1" name="Google Shape;5215;p47">
                  <a:extLst>
                    <a:ext uri="{FF2B5EF4-FFF2-40B4-BE49-F238E27FC236}">
                      <a16:creationId xmlns:a16="http://schemas.microsoft.com/office/drawing/2014/main" id="{BF1CC9FF-6275-9F0F-6522-87016F76109B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2" name="Google Shape;5216;p47">
                  <a:extLst>
                    <a:ext uri="{FF2B5EF4-FFF2-40B4-BE49-F238E27FC236}">
                      <a16:creationId xmlns:a16="http://schemas.microsoft.com/office/drawing/2014/main" id="{38393874-1CE3-D96B-5858-82E3AD504729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3" name="Google Shape;5217;p47">
                  <a:extLst>
                    <a:ext uri="{FF2B5EF4-FFF2-40B4-BE49-F238E27FC236}">
                      <a16:creationId xmlns:a16="http://schemas.microsoft.com/office/drawing/2014/main" id="{3ACE9BBD-3B8C-F9A5-29D8-6DD87F216D89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4" name="Google Shape;5218;p47">
                  <a:extLst>
                    <a:ext uri="{FF2B5EF4-FFF2-40B4-BE49-F238E27FC236}">
                      <a16:creationId xmlns:a16="http://schemas.microsoft.com/office/drawing/2014/main" id="{A91E72FB-BD08-6259-27C7-9B77B976E54B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5" name="Google Shape;5219;p47">
                  <a:extLst>
                    <a:ext uri="{FF2B5EF4-FFF2-40B4-BE49-F238E27FC236}">
                      <a16:creationId xmlns:a16="http://schemas.microsoft.com/office/drawing/2014/main" id="{B3F588E7-74F7-4D7C-3CBA-5733E9BBA054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6" name="Google Shape;5220;p47">
                  <a:extLst>
                    <a:ext uri="{FF2B5EF4-FFF2-40B4-BE49-F238E27FC236}">
                      <a16:creationId xmlns:a16="http://schemas.microsoft.com/office/drawing/2014/main" id="{3A5B48EF-5D1C-079F-30A4-21E979EA8A5A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7" name="Google Shape;5221;p47">
                  <a:extLst>
                    <a:ext uri="{FF2B5EF4-FFF2-40B4-BE49-F238E27FC236}">
                      <a16:creationId xmlns:a16="http://schemas.microsoft.com/office/drawing/2014/main" id="{0E78F893-AD44-53A5-5656-D0F3D86CA2C3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8" name="Google Shape;5222;p47">
                  <a:extLst>
                    <a:ext uri="{FF2B5EF4-FFF2-40B4-BE49-F238E27FC236}">
                      <a16:creationId xmlns:a16="http://schemas.microsoft.com/office/drawing/2014/main" id="{BD59BE97-D9D2-A22B-8C11-DF6E9A177438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9" name="Google Shape;5223;p47">
                  <a:extLst>
                    <a:ext uri="{FF2B5EF4-FFF2-40B4-BE49-F238E27FC236}">
                      <a16:creationId xmlns:a16="http://schemas.microsoft.com/office/drawing/2014/main" id="{0E5C6745-3383-4C63-575B-0184A0FD9EE2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0" name="Google Shape;5224;p47">
                  <a:extLst>
                    <a:ext uri="{FF2B5EF4-FFF2-40B4-BE49-F238E27FC236}">
                      <a16:creationId xmlns:a16="http://schemas.microsoft.com/office/drawing/2014/main" id="{0A4C9917-FB3A-338D-111E-AA8D23974D63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1" name="Google Shape;5225;p47">
                  <a:extLst>
                    <a:ext uri="{FF2B5EF4-FFF2-40B4-BE49-F238E27FC236}">
                      <a16:creationId xmlns:a16="http://schemas.microsoft.com/office/drawing/2014/main" id="{05A5A676-27CB-9886-AB6B-EB4C176137A4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2" name="Google Shape;5226;p47">
                  <a:extLst>
                    <a:ext uri="{FF2B5EF4-FFF2-40B4-BE49-F238E27FC236}">
                      <a16:creationId xmlns:a16="http://schemas.microsoft.com/office/drawing/2014/main" id="{D54F8747-E3E7-75C6-E6D9-84CEEF8C4387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3" name="Google Shape;5227;p47">
                  <a:extLst>
                    <a:ext uri="{FF2B5EF4-FFF2-40B4-BE49-F238E27FC236}">
                      <a16:creationId xmlns:a16="http://schemas.microsoft.com/office/drawing/2014/main" id="{B11F4DA5-6F2F-A429-19F6-D8B67DE47E2C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4" name="Google Shape;5228;p47">
                  <a:extLst>
                    <a:ext uri="{FF2B5EF4-FFF2-40B4-BE49-F238E27FC236}">
                      <a16:creationId xmlns:a16="http://schemas.microsoft.com/office/drawing/2014/main" id="{89828EF5-4AA0-C81C-4593-7428E0BACF4F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5" name="Google Shape;5229;p47">
                  <a:extLst>
                    <a:ext uri="{FF2B5EF4-FFF2-40B4-BE49-F238E27FC236}">
                      <a16:creationId xmlns:a16="http://schemas.microsoft.com/office/drawing/2014/main" id="{F160A730-9627-1F4E-DC2A-DEF37071E2A0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6" name="Google Shape;5230;p47">
                  <a:extLst>
                    <a:ext uri="{FF2B5EF4-FFF2-40B4-BE49-F238E27FC236}">
                      <a16:creationId xmlns:a16="http://schemas.microsoft.com/office/drawing/2014/main" id="{068D7304-5375-821B-E854-BBB78AF045DC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7" name="Google Shape;5231;p47">
                  <a:extLst>
                    <a:ext uri="{FF2B5EF4-FFF2-40B4-BE49-F238E27FC236}">
                      <a16:creationId xmlns:a16="http://schemas.microsoft.com/office/drawing/2014/main" id="{6D23514A-9834-27D6-51EC-BE3B0F01D985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8" name="Google Shape;5232;p47">
                  <a:extLst>
                    <a:ext uri="{FF2B5EF4-FFF2-40B4-BE49-F238E27FC236}">
                      <a16:creationId xmlns:a16="http://schemas.microsoft.com/office/drawing/2014/main" id="{F80D023D-86DD-0865-A3D4-60F12227AD95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9" name="Google Shape;5233;p47">
                  <a:extLst>
                    <a:ext uri="{FF2B5EF4-FFF2-40B4-BE49-F238E27FC236}">
                      <a16:creationId xmlns:a16="http://schemas.microsoft.com/office/drawing/2014/main" id="{8FC69503-4F8A-045E-34E7-5411FA29B734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0" name="Google Shape;5234;p47">
                  <a:extLst>
                    <a:ext uri="{FF2B5EF4-FFF2-40B4-BE49-F238E27FC236}">
                      <a16:creationId xmlns:a16="http://schemas.microsoft.com/office/drawing/2014/main" id="{E473B83B-5678-D039-2D91-FFB5360BC256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1" name="Google Shape;5235;p47">
                  <a:extLst>
                    <a:ext uri="{FF2B5EF4-FFF2-40B4-BE49-F238E27FC236}">
                      <a16:creationId xmlns:a16="http://schemas.microsoft.com/office/drawing/2014/main" id="{5D69CB0E-3B5C-6F84-68C5-425B59B51AE0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2" name="Google Shape;5236;p47">
                  <a:extLst>
                    <a:ext uri="{FF2B5EF4-FFF2-40B4-BE49-F238E27FC236}">
                      <a16:creationId xmlns:a16="http://schemas.microsoft.com/office/drawing/2014/main" id="{F3D36795-035F-79FC-75AA-62F749DF88A4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3" name="Google Shape;5237;p47">
                  <a:extLst>
                    <a:ext uri="{FF2B5EF4-FFF2-40B4-BE49-F238E27FC236}">
                      <a16:creationId xmlns:a16="http://schemas.microsoft.com/office/drawing/2014/main" id="{3369EF87-B05B-EE31-C19C-F0A3756CC18A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4" name="Google Shape;5238;p47">
                  <a:extLst>
                    <a:ext uri="{FF2B5EF4-FFF2-40B4-BE49-F238E27FC236}">
                      <a16:creationId xmlns:a16="http://schemas.microsoft.com/office/drawing/2014/main" id="{556AD10A-3A62-9DF4-B656-3022F3DFD6E6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5" name="Google Shape;5239;p47">
                  <a:extLst>
                    <a:ext uri="{FF2B5EF4-FFF2-40B4-BE49-F238E27FC236}">
                      <a16:creationId xmlns:a16="http://schemas.microsoft.com/office/drawing/2014/main" id="{6F51F7A4-C852-4111-B8BB-90C2CFD6E91D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6" name="Google Shape;5240;p47">
                  <a:extLst>
                    <a:ext uri="{FF2B5EF4-FFF2-40B4-BE49-F238E27FC236}">
                      <a16:creationId xmlns:a16="http://schemas.microsoft.com/office/drawing/2014/main" id="{BB926417-A1B9-31BC-FEDE-D9E263F8334A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7" name="Google Shape;5241;p47">
                  <a:extLst>
                    <a:ext uri="{FF2B5EF4-FFF2-40B4-BE49-F238E27FC236}">
                      <a16:creationId xmlns:a16="http://schemas.microsoft.com/office/drawing/2014/main" id="{D3C6D0C4-04FC-0929-F174-412FE0BFF812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8" name="Google Shape;5242;p47">
                  <a:extLst>
                    <a:ext uri="{FF2B5EF4-FFF2-40B4-BE49-F238E27FC236}">
                      <a16:creationId xmlns:a16="http://schemas.microsoft.com/office/drawing/2014/main" id="{CFAB1949-2A8D-8194-B6CD-8967D1E0E0D7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9" name="Google Shape;5243;p47">
                  <a:extLst>
                    <a:ext uri="{FF2B5EF4-FFF2-40B4-BE49-F238E27FC236}">
                      <a16:creationId xmlns:a16="http://schemas.microsoft.com/office/drawing/2014/main" id="{DBCF8B76-8756-7BEE-3094-262BE28B8268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0" name="Google Shape;5244;p47">
                  <a:extLst>
                    <a:ext uri="{FF2B5EF4-FFF2-40B4-BE49-F238E27FC236}">
                      <a16:creationId xmlns:a16="http://schemas.microsoft.com/office/drawing/2014/main" id="{CB51F99D-716F-BCBA-BDAC-7B5423D31F98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1" name="Google Shape;5245;p47">
                  <a:extLst>
                    <a:ext uri="{FF2B5EF4-FFF2-40B4-BE49-F238E27FC236}">
                      <a16:creationId xmlns:a16="http://schemas.microsoft.com/office/drawing/2014/main" id="{08D8DEAC-2783-A89B-F3E6-E126A09F6208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2" name="Google Shape;5246;p47">
                  <a:extLst>
                    <a:ext uri="{FF2B5EF4-FFF2-40B4-BE49-F238E27FC236}">
                      <a16:creationId xmlns:a16="http://schemas.microsoft.com/office/drawing/2014/main" id="{5324FCC2-1772-6614-2EF9-5AA8EF2D562C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3" name="Google Shape;5247;p47">
                  <a:extLst>
                    <a:ext uri="{FF2B5EF4-FFF2-40B4-BE49-F238E27FC236}">
                      <a16:creationId xmlns:a16="http://schemas.microsoft.com/office/drawing/2014/main" id="{7E44B1A8-7AF7-831C-4260-97AF71ACAF07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4" name="Google Shape;5248;p47">
                  <a:extLst>
                    <a:ext uri="{FF2B5EF4-FFF2-40B4-BE49-F238E27FC236}">
                      <a16:creationId xmlns:a16="http://schemas.microsoft.com/office/drawing/2014/main" id="{4DC2E4CA-2ED4-1B9E-00DE-C46CD5FE691C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5" name="Google Shape;5249;p47">
                  <a:extLst>
                    <a:ext uri="{FF2B5EF4-FFF2-40B4-BE49-F238E27FC236}">
                      <a16:creationId xmlns:a16="http://schemas.microsoft.com/office/drawing/2014/main" id="{73A1CE07-11CA-5B0C-BE33-86DD8D2E4915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6" name="Google Shape;5250;p47">
                  <a:extLst>
                    <a:ext uri="{FF2B5EF4-FFF2-40B4-BE49-F238E27FC236}">
                      <a16:creationId xmlns:a16="http://schemas.microsoft.com/office/drawing/2014/main" id="{A8095B4B-BC6B-B0CC-0B92-221905543242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7" name="Google Shape;5251;p47">
                  <a:extLst>
                    <a:ext uri="{FF2B5EF4-FFF2-40B4-BE49-F238E27FC236}">
                      <a16:creationId xmlns:a16="http://schemas.microsoft.com/office/drawing/2014/main" id="{09F3C2FE-9CC8-700B-7E2D-1EB043634774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8" name="Google Shape;5252;p47">
                  <a:extLst>
                    <a:ext uri="{FF2B5EF4-FFF2-40B4-BE49-F238E27FC236}">
                      <a16:creationId xmlns:a16="http://schemas.microsoft.com/office/drawing/2014/main" id="{85D9210A-58FA-2577-ED84-3A7AC3C8612E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9" name="Google Shape;5253;p47">
                  <a:extLst>
                    <a:ext uri="{FF2B5EF4-FFF2-40B4-BE49-F238E27FC236}">
                      <a16:creationId xmlns:a16="http://schemas.microsoft.com/office/drawing/2014/main" id="{1BC51E82-0343-CA91-25EA-1A3518E83CD3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0" name="Google Shape;5254;p47">
                  <a:extLst>
                    <a:ext uri="{FF2B5EF4-FFF2-40B4-BE49-F238E27FC236}">
                      <a16:creationId xmlns:a16="http://schemas.microsoft.com/office/drawing/2014/main" id="{2844B969-FF7E-86F1-0C7B-EB70C714D82F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1" name="Google Shape;5255;p47">
                  <a:extLst>
                    <a:ext uri="{FF2B5EF4-FFF2-40B4-BE49-F238E27FC236}">
                      <a16:creationId xmlns:a16="http://schemas.microsoft.com/office/drawing/2014/main" id="{4B4870E7-AADD-99ED-8525-BDEAFE8574E3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2" name="Google Shape;5256;p47">
                  <a:extLst>
                    <a:ext uri="{FF2B5EF4-FFF2-40B4-BE49-F238E27FC236}">
                      <a16:creationId xmlns:a16="http://schemas.microsoft.com/office/drawing/2014/main" id="{4CADC430-E929-ED3E-8963-124094428914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3" name="Google Shape;5257;p47">
                  <a:extLst>
                    <a:ext uri="{FF2B5EF4-FFF2-40B4-BE49-F238E27FC236}">
                      <a16:creationId xmlns:a16="http://schemas.microsoft.com/office/drawing/2014/main" id="{8EEB5CD8-BD58-F3D7-BF1B-E7600249466D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4" name="Google Shape;5258;p47">
                  <a:extLst>
                    <a:ext uri="{FF2B5EF4-FFF2-40B4-BE49-F238E27FC236}">
                      <a16:creationId xmlns:a16="http://schemas.microsoft.com/office/drawing/2014/main" id="{1EA715AB-343F-3135-9935-0867112EDD37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5" name="Google Shape;5259;p47">
                  <a:extLst>
                    <a:ext uri="{FF2B5EF4-FFF2-40B4-BE49-F238E27FC236}">
                      <a16:creationId xmlns:a16="http://schemas.microsoft.com/office/drawing/2014/main" id="{6CA64D21-B708-D91C-9CF6-AF96AE1E5E3D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6" name="Google Shape;5260;p47">
                  <a:extLst>
                    <a:ext uri="{FF2B5EF4-FFF2-40B4-BE49-F238E27FC236}">
                      <a16:creationId xmlns:a16="http://schemas.microsoft.com/office/drawing/2014/main" id="{94E51DFF-018A-6F1C-C6D3-A4557DD73A7C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7" name="Google Shape;5261;p47">
                  <a:extLst>
                    <a:ext uri="{FF2B5EF4-FFF2-40B4-BE49-F238E27FC236}">
                      <a16:creationId xmlns:a16="http://schemas.microsoft.com/office/drawing/2014/main" id="{FC33BF30-7DE6-6C84-717C-758C8867EA44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8" name="Google Shape;5262;p47">
                  <a:extLst>
                    <a:ext uri="{FF2B5EF4-FFF2-40B4-BE49-F238E27FC236}">
                      <a16:creationId xmlns:a16="http://schemas.microsoft.com/office/drawing/2014/main" id="{8C27A1F5-E21A-3E4D-DD3B-D0131CF6A07B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9" name="Google Shape;5263;p47">
                  <a:extLst>
                    <a:ext uri="{FF2B5EF4-FFF2-40B4-BE49-F238E27FC236}">
                      <a16:creationId xmlns:a16="http://schemas.microsoft.com/office/drawing/2014/main" id="{2FDB4A8D-07DF-40FF-3823-4A639A4A50D5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0" name="Google Shape;5264;p47">
                  <a:extLst>
                    <a:ext uri="{FF2B5EF4-FFF2-40B4-BE49-F238E27FC236}">
                      <a16:creationId xmlns:a16="http://schemas.microsoft.com/office/drawing/2014/main" id="{5395B157-C10F-2121-C4EB-15AEAA69AB00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1" name="Google Shape;5265;p47">
                  <a:extLst>
                    <a:ext uri="{FF2B5EF4-FFF2-40B4-BE49-F238E27FC236}">
                      <a16:creationId xmlns:a16="http://schemas.microsoft.com/office/drawing/2014/main" id="{053F880A-F529-2FFB-8D9B-B7BB6DE6CB30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2" name="Google Shape;5266;p47">
                  <a:extLst>
                    <a:ext uri="{FF2B5EF4-FFF2-40B4-BE49-F238E27FC236}">
                      <a16:creationId xmlns:a16="http://schemas.microsoft.com/office/drawing/2014/main" id="{466B9476-E44D-A691-B3C5-BAC982B5860D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3" name="Google Shape;5267;p47">
                  <a:extLst>
                    <a:ext uri="{FF2B5EF4-FFF2-40B4-BE49-F238E27FC236}">
                      <a16:creationId xmlns:a16="http://schemas.microsoft.com/office/drawing/2014/main" id="{B96F4D93-7B29-7B7D-EBC7-39D6D23333DD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4" name="Google Shape;5268;p47">
                  <a:extLst>
                    <a:ext uri="{FF2B5EF4-FFF2-40B4-BE49-F238E27FC236}">
                      <a16:creationId xmlns:a16="http://schemas.microsoft.com/office/drawing/2014/main" id="{DEC18618-BBB6-883E-7490-5B409B129A5B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5" name="Google Shape;5269;p47">
                  <a:extLst>
                    <a:ext uri="{FF2B5EF4-FFF2-40B4-BE49-F238E27FC236}">
                      <a16:creationId xmlns:a16="http://schemas.microsoft.com/office/drawing/2014/main" id="{2507763B-0768-EAD2-93B5-0AEEF569FEC0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6" name="Google Shape;5270;p47">
                  <a:extLst>
                    <a:ext uri="{FF2B5EF4-FFF2-40B4-BE49-F238E27FC236}">
                      <a16:creationId xmlns:a16="http://schemas.microsoft.com/office/drawing/2014/main" id="{71F216B0-A1C7-A04D-84C4-926FE24B7398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7" name="Google Shape;5271;p47">
                  <a:extLst>
                    <a:ext uri="{FF2B5EF4-FFF2-40B4-BE49-F238E27FC236}">
                      <a16:creationId xmlns:a16="http://schemas.microsoft.com/office/drawing/2014/main" id="{91427C44-6ABB-BA84-7ADA-BB00C4B39097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8" name="Google Shape;5272;p47">
                  <a:extLst>
                    <a:ext uri="{FF2B5EF4-FFF2-40B4-BE49-F238E27FC236}">
                      <a16:creationId xmlns:a16="http://schemas.microsoft.com/office/drawing/2014/main" id="{35B236F8-1A72-41B0-65B1-BBBBDC3107A9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9" name="Google Shape;5273;p47">
                  <a:extLst>
                    <a:ext uri="{FF2B5EF4-FFF2-40B4-BE49-F238E27FC236}">
                      <a16:creationId xmlns:a16="http://schemas.microsoft.com/office/drawing/2014/main" id="{AB669C0D-7325-FF16-90A1-4FAC4750D6BB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0" name="Google Shape;5274;p47">
                  <a:extLst>
                    <a:ext uri="{FF2B5EF4-FFF2-40B4-BE49-F238E27FC236}">
                      <a16:creationId xmlns:a16="http://schemas.microsoft.com/office/drawing/2014/main" id="{B6EB1C6A-A383-3D1D-3E31-94FFF60205AC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1" name="Google Shape;5275;p47">
                  <a:extLst>
                    <a:ext uri="{FF2B5EF4-FFF2-40B4-BE49-F238E27FC236}">
                      <a16:creationId xmlns:a16="http://schemas.microsoft.com/office/drawing/2014/main" id="{533C78A7-CC04-A863-6109-93039BD7D125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2" name="Google Shape;5276;p47">
                  <a:extLst>
                    <a:ext uri="{FF2B5EF4-FFF2-40B4-BE49-F238E27FC236}">
                      <a16:creationId xmlns:a16="http://schemas.microsoft.com/office/drawing/2014/main" id="{ADEF76FC-C738-F272-21B4-039C8D2D2595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3" name="Google Shape;5277;p47">
                  <a:extLst>
                    <a:ext uri="{FF2B5EF4-FFF2-40B4-BE49-F238E27FC236}">
                      <a16:creationId xmlns:a16="http://schemas.microsoft.com/office/drawing/2014/main" id="{4915D0F2-7786-D3DB-6A3F-4EB29FD0567E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4" name="Google Shape;5278;p47">
                  <a:extLst>
                    <a:ext uri="{FF2B5EF4-FFF2-40B4-BE49-F238E27FC236}">
                      <a16:creationId xmlns:a16="http://schemas.microsoft.com/office/drawing/2014/main" id="{5EEA664A-BE60-680A-FFC3-4F53969E39DB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5" name="Google Shape;5279;p47">
                  <a:extLst>
                    <a:ext uri="{FF2B5EF4-FFF2-40B4-BE49-F238E27FC236}">
                      <a16:creationId xmlns:a16="http://schemas.microsoft.com/office/drawing/2014/main" id="{4E22F564-B5D6-2F2D-67DA-93979C6180B6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6" name="Google Shape;5280;p47">
                  <a:extLst>
                    <a:ext uri="{FF2B5EF4-FFF2-40B4-BE49-F238E27FC236}">
                      <a16:creationId xmlns:a16="http://schemas.microsoft.com/office/drawing/2014/main" id="{107AAAB4-5040-FA6D-9A47-7277C7297E48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7" name="Google Shape;5281;p47">
                  <a:extLst>
                    <a:ext uri="{FF2B5EF4-FFF2-40B4-BE49-F238E27FC236}">
                      <a16:creationId xmlns:a16="http://schemas.microsoft.com/office/drawing/2014/main" id="{2CB12EFD-2FC9-0BB6-AB71-67CBBDC893EE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8" name="Google Shape;5282;p47">
                  <a:extLst>
                    <a:ext uri="{FF2B5EF4-FFF2-40B4-BE49-F238E27FC236}">
                      <a16:creationId xmlns:a16="http://schemas.microsoft.com/office/drawing/2014/main" id="{2134F20A-1291-465D-C1CA-23B08F5F3102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9" name="Google Shape;5283;p47">
                  <a:extLst>
                    <a:ext uri="{FF2B5EF4-FFF2-40B4-BE49-F238E27FC236}">
                      <a16:creationId xmlns:a16="http://schemas.microsoft.com/office/drawing/2014/main" id="{B867BA4E-B23A-534D-F3FB-F3E45EFF28C8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0" name="Google Shape;5284;p47">
                  <a:extLst>
                    <a:ext uri="{FF2B5EF4-FFF2-40B4-BE49-F238E27FC236}">
                      <a16:creationId xmlns:a16="http://schemas.microsoft.com/office/drawing/2014/main" id="{725A310E-3AFD-1D32-894B-E1B5ED6A01DE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1" name="Google Shape;5285;p47">
                  <a:extLst>
                    <a:ext uri="{FF2B5EF4-FFF2-40B4-BE49-F238E27FC236}">
                      <a16:creationId xmlns:a16="http://schemas.microsoft.com/office/drawing/2014/main" id="{551A5713-755F-579A-498C-B5CE578BE473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2" name="Google Shape;5286;p47">
                  <a:extLst>
                    <a:ext uri="{FF2B5EF4-FFF2-40B4-BE49-F238E27FC236}">
                      <a16:creationId xmlns:a16="http://schemas.microsoft.com/office/drawing/2014/main" id="{22B028A2-9061-88BE-1E3D-79846A14C798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3" name="Google Shape;5287;p47">
                  <a:extLst>
                    <a:ext uri="{FF2B5EF4-FFF2-40B4-BE49-F238E27FC236}">
                      <a16:creationId xmlns:a16="http://schemas.microsoft.com/office/drawing/2014/main" id="{2A34AEA2-6722-1B98-880C-BB29B18A918B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4" name="Google Shape;5288;p47">
                  <a:extLst>
                    <a:ext uri="{FF2B5EF4-FFF2-40B4-BE49-F238E27FC236}">
                      <a16:creationId xmlns:a16="http://schemas.microsoft.com/office/drawing/2014/main" id="{5EED71E5-4246-77CE-4FAB-77A234DED15E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5" name="Google Shape;5289;p47">
                  <a:extLst>
                    <a:ext uri="{FF2B5EF4-FFF2-40B4-BE49-F238E27FC236}">
                      <a16:creationId xmlns:a16="http://schemas.microsoft.com/office/drawing/2014/main" id="{FBEAA167-C4F4-7ECF-A42A-D9D5EBD3C271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6" name="Google Shape;5290;p47">
                  <a:extLst>
                    <a:ext uri="{FF2B5EF4-FFF2-40B4-BE49-F238E27FC236}">
                      <a16:creationId xmlns:a16="http://schemas.microsoft.com/office/drawing/2014/main" id="{6A01C306-E3B4-7086-4A89-85997C82B099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7" name="Google Shape;5291;p47">
                  <a:extLst>
                    <a:ext uri="{FF2B5EF4-FFF2-40B4-BE49-F238E27FC236}">
                      <a16:creationId xmlns:a16="http://schemas.microsoft.com/office/drawing/2014/main" id="{C92CCF1E-845E-0D14-9A80-2BDBF89EB11D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8" name="Google Shape;5292;p47">
                  <a:extLst>
                    <a:ext uri="{FF2B5EF4-FFF2-40B4-BE49-F238E27FC236}">
                      <a16:creationId xmlns:a16="http://schemas.microsoft.com/office/drawing/2014/main" id="{9348064E-8CE8-4E13-8BCC-CBC8E759F9C9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9" name="Google Shape;5293;p47">
                  <a:extLst>
                    <a:ext uri="{FF2B5EF4-FFF2-40B4-BE49-F238E27FC236}">
                      <a16:creationId xmlns:a16="http://schemas.microsoft.com/office/drawing/2014/main" id="{C8C29EA2-7447-17CB-6664-AC9FDB95F519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0" name="Google Shape;5294;p47">
                  <a:extLst>
                    <a:ext uri="{FF2B5EF4-FFF2-40B4-BE49-F238E27FC236}">
                      <a16:creationId xmlns:a16="http://schemas.microsoft.com/office/drawing/2014/main" id="{1931E8C9-1E0E-834B-EEE6-F14CBE3923E1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1" name="Google Shape;5295;p47">
                  <a:extLst>
                    <a:ext uri="{FF2B5EF4-FFF2-40B4-BE49-F238E27FC236}">
                      <a16:creationId xmlns:a16="http://schemas.microsoft.com/office/drawing/2014/main" id="{A4EECAB3-A1B7-62AC-1D19-E798A7AFE235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2" name="Google Shape;5296;p47">
                  <a:extLst>
                    <a:ext uri="{FF2B5EF4-FFF2-40B4-BE49-F238E27FC236}">
                      <a16:creationId xmlns:a16="http://schemas.microsoft.com/office/drawing/2014/main" id="{CBCA5260-7A39-62B8-D538-46AD79A57577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3" name="Google Shape;5297;p47">
                  <a:extLst>
                    <a:ext uri="{FF2B5EF4-FFF2-40B4-BE49-F238E27FC236}">
                      <a16:creationId xmlns:a16="http://schemas.microsoft.com/office/drawing/2014/main" id="{ABCB9745-A942-3B40-1746-5C7E2D46B64F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4" name="Google Shape;5298;p47">
                  <a:extLst>
                    <a:ext uri="{FF2B5EF4-FFF2-40B4-BE49-F238E27FC236}">
                      <a16:creationId xmlns:a16="http://schemas.microsoft.com/office/drawing/2014/main" id="{1AFD8A5A-1674-8453-38FD-67DFC0D33946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5" name="Google Shape;5299;p47">
                  <a:extLst>
                    <a:ext uri="{FF2B5EF4-FFF2-40B4-BE49-F238E27FC236}">
                      <a16:creationId xmlns:a16="http://schemas.microsoft.com/office/drawing/2014/main" id="{0B97A0E4-7565-2961-094E-B84435258EEF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6" name="Google Shape;5300;p47">
                  <a:extLst>
                    <a:ext uri="{FF2B5EF4-FFF2-40B4-BE49-F238E27FC236}">
                      <a16:creationId xmlns:a16="http://schemas.microsoft.com/office/drawing/2014/main" id="{FF73C5D6-3CB0-087F-54B0-59241818523C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7" name="Google Shape;5301;p47">
                  <a:extLst>
                    <a:ext uri="{FF2B5EF4-FFF2-40B4-BE49-F238E27FC236}">
                      <a16:creationId xmlns:a16="http://schemas.microsoft.com/office/drawing/2014/main" id="{AC524832-89C7-CF95-AC12-78B833A59643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8" name="Google Shape;5302;p47">
                  <a:extLst>
                    <a:ext uri="{FF2B5EF4-FFF2-40B4-BE49-F238E27FC236}">
                      <a16:creationId xmlns:a16="http://schemas.microsoft.com/office/drawing/2014/main" id="{764F8D30-BCFB-DFBB-B8AF-2EDFA086229D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9" name="Google Shape;5303;p47">
                  <a:extLst>
                    <a:ext uri="{FF2B5EF4-FFF2-40B4-BE49-F238E27FC236}">
                      <a16:creationId xmlns:a16="http://schemas.microsoft.com/office/drawing/2014/main" id="{FDCB9867-009A-0505-3A61-E26502C16256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0" name="Google Shape;5304;p47">
                  <a:extLst>
                    <a:ext uri="{FF2B5EF4-FFF2-40B4-BE49-F238E27FC236}">
                      <a16:creationId xmlns:a16="http://schemas.microsoft.com/office/drawing/2014/main" id="{A859F8DB-5D6C-0B5F-C3C8-8CC8BAD9D9F6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1" name="Google Shape;5305;p47">
                  <a:extLst>
                    <a:ext uri="{FF2B5EF4-FFF2-40B4-BE49-F238E27FC236}">
                      <a16:creationId xmlns:a16="http://schemas.microsoft.com/office/drawing/2014/main" id="{4E35CBF3-889A-E3A7-452F-3A4F5B721FAE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2" name="Google Shape;5306;p47">
                  <a:extLst>
                    <a:ext uri="{FF2B5EF4-FFF2-40B4-BE49-F238E27FC236}">
                      <a16:creationId xmlns:a16="http://schemas.microsoft.com/office/drawing/2014/main" id="{E6CC7149-193F-4740-B81E-609FE52C942F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3" name="Google Shape;5307;p47">
                  <a:extLst>
                    <a:ext uri="{FF2B5EF4-FFF2-40B4-BE49-F238E27FC236}">
                      <a16:creationId xmlns:a16="http://schemas.microsoft.com/office/drawing/2014/main" id="{1DBA7D1C-FF87-805C-87EF-2CF62014394E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4" name="Google Shape;5308;p47">
                  <a:extLst>
                    <a:ext uri="{FF2B5EF4-FFF2-40B4-BE49-F238E27FC236}">
                      <a16:creationId xmlns:a16="http://schemas.microsoft.com/office/drawing/2014/main" id="{2C800CDC-9450-2133-629A-AB0B7897F00E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5" name="Google Shape;5309;p47">
                  <a:extLst>
                    <a:ext uri="{FF2B5EF4-FFF2-40B4-BE49-F238E27FC236}">
                      <a16:creationId xmlns:a16="http://schemas.microsoft.com/office/drawing/2014/main" id="{810F5172-739A-FDD4-48C5-A5A3EE25F4E7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6" name="Google Shape;5310;p47">
                  <a:extLst>
                    <a:ext uri="{FF2B5EF4-FFF2-40B4-BE49-F238E27FC236}">
                      <a16:creationId xmlns:a16="http://schemas.microsoft.com/office/drawing/2014/main" id="{F152E99A-AA12-2AF8-35CB-C635A13E2043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7" name="Google Shape;5311;p47">
                  <a:extLst>
                    <a:ext uri="{FF2B5EF4-FFF2-40B4-BE49-F238E27FC236}">
                      <a16:creationId xmlns:a16="http://schemas.microsoft.com/office/drawing/2014/main" id="{87DAF090-54EF-AD45-B411-86C845E5750E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8" name="Google Shape;5312;p47">
                  <a:extLst>
                    <a:ext uri="{FF2B5EF4-FFF2-40B4-BE49-F238E27FC236}">
                      <a16:creationId xmlns:a16="http://schemas.microsoft.com/office/drawing/2014/main" id="{7831F2F2-664C-C5B8-1FE0-527D27E32661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9" name="Google Shape;5313;p47">
                  <a:extLst>
                    <a:ext uri="{FF2B5EF4-FFF2-40B4-BE49-F238E27FC236}">
                      <a16:creationId xmlns:a16="http://schemas.microsoft.com/office/drawing/2014/main" id="{A20BCFC6-9AD4-520A-89F6-4C70AADEC7C0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0" name="Google Shape;5314;p47">
                  <a:extLst>
                    <a:ext uri="{FF2B5EF4-FFF2-40B4-BE49-F238E27FC236}">
                      <a16:creationId xmlns:a16="http://schemas.microsoft.com/office/drawing/2014/main" id="{20BE5317-972E-B333-8AB5-AD7934BDEB62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1" name="Google Shape;5315;p47">
                  <a:extLst>
                    <a:ext uri="{FF2B5EF4-FFF2-40B4-BE49-F238E27FC236}">
                      <a16:creationId xmlns:a16="http://schemas.microsoft.com/office/drawing/2014/main" id="{35053B5A-A82A-EB98-4E8D-1E662538AB47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2" name="Google Shape;5316;p47">
                  <a:extLst>
                    <a:ext uri="{FF2B5EF4-FFF2-40B4-BE49-F238E27FC236}">
                      <a16:creationId xmlns:a16="http://schemas.microsoft.com/office/drawing/2014/main" id="{32135716-4D65-9E58-63F7-EF722B592862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3" name="Google Shape;5317;p47">
                  <a:extLst>
                    <a:ext uri="{FF2B5EF4-FFF2-40B4-BE49-F238E27FC236}">
                      <a16:creationId xmlns:a16="http://schemas.microsoft.com/office/drawing/2014/main" id="{8F8AEE2E-EBA9-43F1-9FF6-000EF4BAECC5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4" name="Google Shape;5318;p47">
                  <a:extLst>
                    <a:ext uri="{FF2B5EF4-FFF2-40B4-BE49-F238E27FC236}">
                      <a16:creationId xmlns:a16="http://schemas.microsoft.com/office/drawing/2014/main" id="{AC55F8C6-CA88-D126-23AE-91F6CDB51FA8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5" name="Google Shape;5319;p47">
                  <a:extLst>
                    <a:ext uri="{FF2B5EF4-FFF2-40B4-BE49-F238E27FC236}">
                      <a16:creationId xmlns:a16="http://schemas.microsoft.com/office/drawing/2014/main" id="{96E2EF3E-6DC9-B382-0B61-5EFC0286E416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6" name="Google Shape;5320;p47">
                  <a:extLst>
                    <a:ext uri="{FF2B5EF4-FFF2-40B4-BE49-F238E27FC236}">
                      <a16:creationId xmlns:a16="http://schemas.microsoft.com/office/drawing/2014/main" id="{B33FE22C-4FAE-A8F1-611F-B038B0D1E8F0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7" name="Google Shape;5321;p47">
                  <a:extLst>
                    <a:ext uri="{FF2B5EF4-FFF2-40B4-BE49-F238E27FC236}">
                      <a16:creationId xmlns:a16="http://schemas.microsoft.com/office/drawing/2014/main" id="{C6A8AEE0-2BEF-D9D4-ACDB-C644983994AE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8" name="Google Shape;5322;p47">
                  <a:extLst>
                    <a:ext uri="{FF2B5EF4-FFF2-40B4-BE49-F238E27FC236}">
                      <a16:creationId xmlns:a16="http://schemas.microsoft.com/office/drawing/2014/main" id="{A8295AA8-3AAD-A4FD-29AB-5DF86CE4CE03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9" name="Google Shape;5323;p47">
                  <a:extLst>
                    <a:ext uri="{FF2B5EF4-FFF2-40B4-BE49-F238E27FC236}">
                      <a16:creationId xmlns:a16="http://schemas.microsoft.com/office/drawing/2014/main" id="{5A23C774-92E3-3AA7-0CC2-8C6BC40349CE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0" name="Google Shape;5324;p47">
                  <a:extLst>
                    <a:ext uri="{FF2B5EF4-FFF2-40B4-BE49-F238E27FC236}">
                      <a16:creationId xmlns:a16="http://schemas.microsoft.com/office/drawing/2014/main" id="{043DBB81-CAA9-A31B-2316-3FB47CBE7CE7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1" name="Google Shape;5325;p47">
                  <a:extLst>
                    <a:ext uri="{FF2B5EF4-FFF2-40B4-BE49-F238E27FC236}">
                      <a16:creationId xmlns:a16="http://schemas.microsoft.com/office/drawing/2014/main" id="{03601B04-B138-C6D7-EF81-6E821C0C4F81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2" name="Google Shape;5326;p47">
                  <a:extLst>
                    <a:ext uri="{FF2B5EF4-FFF2-40B4-BE49-F238E27FC236}">
                      <a16:creationId xmlns:a16="http://schemas.microsoft.com/office/drawing/2014/main" id="{A74FA737-358E-0620-90A5-39F0BEADCA76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3" name="Google Shape;5327;p47">
                  <a:extLst>
                    <a:ext uri="{FF2B5EF4-FFF2-40B4-BE49-F238E27FC236}">
                      <a16:creationId xmlns:a16="http://schemas.microsoft.com/office/drawing/2014/main" id="{F3899B29-5FBA-B239-106C-0E80AD6F1AAB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4" name="Google Shape;5328;p47">
                  <a:extLst>
                    <a:ext uri="{FF2B5EF4-FFF2-40B4-BE49-F238E27FC236}">
                      <a16:creationId xmlns:a16="http://schemas.microsoft.com/office/drawing/2014/main" id="{74379FB1-63F1-25A0-FF25-276EF5E6E72B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5" name="Google Shape;5329;p47">
                  <a:extLst>
                    <a:ext uri="{FF2B5EF4-FFF2-40B4-BE49-F238E27FC236}">
                      <a16:creationId xmlns:a16="http://schemas.microsoft.com/office/drawing/2014/main" id="{8399C3B4-1F6E-973E-26F1-6B49BA152409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6" name="Google Shape;5330;p47">
                  <a:extLst>
                    <a:ext uri="{FF2B5EF4-FFF2-40B4-BE49-F238E27FC236}">
                      <a16:creationId xmlns:a16="http://schemas.microsoft.com/office/drawing/2014/main" id="{55B67442-E3C2-E173-E1C4-4EA989CC434E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7" name="Google Shape;5331;p47">
                  <a:extLst>
                    <a:ext uri="{FF2B5EF4-FFF2-40B4-BE49-F238E27FC236}">
                      <a16:creationId xmlns:a16="http://schemas.microsoft.com/office/drawing/2014/main" id="{CDFDF550-AA55-5B9D-5EC2-122A1EDB7668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8" name="Google Shape;5332;p47">
                  <a:extLst>
                    <a:ext uri="{FF2B5EF4-FFF2-40B4-BE49-F238E27FC236}">
                      <a16:creationId xmlns:a16="http://schemas.microsoft.com/office/drawing/2014/main" id="{D17D8912-FEDB-F210-0ECB-F0B1CE258647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9" name="Google Shape;5333;p47">
                  <a:extLst>
                    <a:ext uri="{FF2B5EF4-FFF2-40B4-BE49-F238E27FC236}">
                      <a16:creationId xmlns:a16="http://schemas.microsoft.com/office/drawing/2014/main" id="{3987F845-577B-9549-57DC-66F4A969BE8D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0" name="Google Shape;5334;p47">
                  <a:extLst>
                    <a:ext uri="{FF2B5EF4-FFF2-40B4-BE49-F238E27FC236}">
                      <a16:creationId xmlns:a16="http://schemas.microsoft.com/office/drawing/2014/main" id="{2EDBE4F2-D638-4D0D-8701-BB2589372A45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1" name="Google Shape;5335;p47">
                  <a:extLst>
                    <a:ext uri="{FF2B5EF4-FFF2-40B4-BE49-F238E27FC236}">
                      <a16:creationId xmlns:a16="http://schemas.microsoft.com/office/drawing/2014/main" id="{E5B07EB9-A4B3-9A17-1CD7-6349B0685165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2" name="Google Shape;5336;p47">
                  <a:extLst>
                    <a:ext uri="{FF2B5EF4-FFF2-40B4-BE49-F238E27FC236}">
                      <a16:creationId xmlns:a16="http://schemas.microsoft.com/office/drawing/2014/main" id="{7EAEF3C5-E3C8-41C8-471C-FE5B3E409426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3" name="Google Shape;5337;p47">
                  <a:extLst>
                    <a:ext uri="{FF2B5EF4-FFF2-40B4-BE49-F238E27FC236}">
                      <a16:creationId xmlns:a16="http://schemas.microsoft.com/office/drawing/2014/main" id="{AB876F28-8AA0-D31B-7592-6EC880942ECE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4" name="Google Shape;5338;p47">
                  <a:extLst>
                    <a:ext uri="{FF2B5EF4-FFF2-40B4-BE49-F238E27FC236}">
                      <a16:creationId xmlns:a16="http://schemas.microsoft.com/office/drawing/2014/main" id="{8A72F504-1121-715E-9270-75215B7D87BD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5" name="Google Shape;5339;p47">
                  <a:extLst>
                    <a:ext uri="{FF2B5EF4-FFF2-40B4-BE49-F238E27FC236}">
                      <a16:creationId xmlns:a16="http://schemas.microsoft.com/office/drawing/2014/main" id="{C6EB33F6-A839-50E8-48CA-DC680768E847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6" name="Google Shape;5340;p47">
                  <a:extLst>
                    <a:ext uri="{FF2B5EF4-FFF2-40B4-BE49-F238E27FC236}">
                      <a16:creationId xmlns:a16="http://schemas.microsoft.com/office/drawing/2014/main" id="{5BD35646-F266-7B71-A6FC-E8116F1042A4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7" name="Google Shape;5341;p47">
                  <a:extLst>
                    <a:ext uri="{FF2B5EF4-FFF2-40B4-BE49-F238E27FC236}">
                      <a16:creationId xmlns:a16="http://schemas.microsoft.com/office/drawing/2014/main" id="{129CD18A-21D1-61A7-066B-95EA9CE7C41F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8" name="Google Shape;5342;p47">
                  <a:extLst>
                    <a:ext uri="{FF2B5EF4-FFF2-40B4-BE49-F238E27FC236}">
                      <a16:creationId xmlns:a16="http://schemas.microsoft.com/office/drawing/2014/main" id="{1A92B454-4C64-AF03-3495-AAB237592A59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9" name="Google Shape;5343;p47">
                  <a:extLst>
                    <a:ext uri="{FF2B5EF4-FFF2-40B4-BE49-F238E27FC236}">
                      <a16:creationId xmlns:a16="http://schemas.microsoft.com/office/drawing/2014/main" id="{AF63EF59-4E79-95EC-A985-B21522E1F78E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0" name="Google Shape;5344;p47">
                  <a:extLst>
                    <a:ext uri="{FF2B5EF4-FFF2-40B4-BE49-F238E27FC236}">
                      <a16:creationId xmlns:a16="http://schemas.microsoft.com/office/drawing/2014/main" id="{7F6BBE6D-A687-DFAF-2EE3-33CA9FA7FBBC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1" name="Google Shape;5345;p47">
                  <a:extLst>
                    <a:ext uri="{FF2B5EF4-FFF2-40B4-BE49-F238E27FC236}">
                      <a16:creationId xmlns:a16="http://schemas.microsoft.com/office/drawing/2014/main" id="{0667D290-B0A4-90BF-8B08-9A679C387201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2" name="Google Shape;5346;p47">
                  <a:extLst>
                    <a:ext uri="{FF2B5EF4-FFF2-40B4-BE49-F238E27FC236}">
                      <a16:creationId xmlns:a16="http://schemas.microsoft.com/office/drawing/2014/main" id="{A96AFF3B-503E-EE70-138C-68F121F3EEE8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3" name="Google Shape;5347;p47">
                  <a:extLst>
                    <a:ext uri="{FF2B5EF4-FFF2-40B4-BE49-F238E27FC236}">
                      <a16:creationId xmlns:a16="http://schemas.microsoft.com/office/drawing/2014/main" id="{89463D70-DBD3-DF86-8EFA-27EA16E1BC1D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4" name="Google Shape;5348;p47">
                  <a:extLst>
                    <a:ext uri="{FF2B5EF4-FFF2-40B4-BE49-F238E27FC236}">
                      <a16:creationId xmlns:a16="http://schemas.microsoft.com/office/drawing/2014/main" id="{7A8A527A-C51F-2D26-4A50-9751C38FB59C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5" name="Google Shape;5349;p47">
                  <a:extLst>
                    <a:ext uri="{FF2B5EF4-FFF2-40B4-BE49-F238E27FC236}">
                      <a16:creationId xmlns:a16="http://schemas.microsoft.com/office/drawing/2014/main" id="{BA529F91-1D83-F78C-19C4-ADE3DA380B08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6" name="Google Shape;5350;p47">
                  <a:extLst>
                    <a:ext uri="{FF2B5EF4-FFF2-40B4-BE49-F238E27FC236}">
                      <a16:creationId xmlns:a16="http://schemas.microsoft.com/office/drawing/2014/main" id="{7535F6C6-845A-63D9-DCF1-34873B379B30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7" name="Google Shape;5351;p47">
                  <a:extLst>
                    <a:ext uri="{FF2B5EF4-FFF2-40B4-BE49-F238E27FC236}">
                      <a16:creationId xmlns:a16="http://schemas.microsoft.com/office/drawing/2014/main" id="{4F4AEB04-67BF-52D8-7C42-F13D7C745AB7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8" name="Google Shape;5352;p47">
                  <a:extLst>
                    <a:ext uri="{FF2B5EF4-FFF2-40B4-BE49-F238E27FC236}">
                      <a16:creationId xmlns:a16="http://schemas.microsoft.com/office/drawing/2014/main" id="{11237228-8408-720A-1AC2-9732424BACB9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9" name="Google Shape;5353;p47">
                  <a:extLst>
                    <a:ext uri="{FF2B5EF4-FFF2-40B4-BE49-F238E27FC236}">
                      <a16:creationId xmlns:a16="http://schemas.microsoft.com/office/drawing/2014/main" id="{F9977210-F285-0767-17AF-3A1C1BF47219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0" name="Google Shape;5354;p47">
                  <a:extLst>
                    <a:ext uri="{FF2B5EF4-FFF2-40B4-BE49-F238E27FC236}">
                      <a16:creationId xmlns:a16="http://schemas.microsoft.com/office/drawing/2014/main" id="{A9B9E8CE-DC28-F382-A03E-91AE32C70168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1" name="Google Shape;5355;p47">
                  <a:extLst>
                    <a:ext uri="{FF2B5EF4-FFF2-40B4-BE49-F238E27FC236}">
                      <a16:creationId xmlns:a16="http://schemas.microsoft.com/office/drawing/2014/main" id="{29776B0F-6BC1-03FE-E4D6-74FA4B955156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2" name="Google Shape;5356;p47">
                  <a:extLst>
                    <a:ext uri="{FF2B5EF4-FFF2-40B4-BE49-F238E27FC236}">
                      <a16:creationId xmlns:a16="http://schemas.microsoft.com/office/drawing/2014/main" id="{3B6727D7-A0D8-BC4A-C6E8-F65D4BDCF88F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3" name="Google Shape;5357;p47">
                  <a:extLst>
                    <a:ext uri="{FF2B5EF4-FFF2-40B4-BE49-F238E27FC236}">
                      <a16:creationId xmlns:a16="http://schemas.microsoft.com/office/drawing/2014/main" id="{F2C0B39C-5CFC-3619-58D7-43EBF1CC33C3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4" name="Google Shape;5358;p47">
                  <a:extLst>
                    <a:ext uri="{FF2B5EF4-FFF2-40B4-BE49-F238E27FC236}">
                      <a16:creationId xmlns:a16="http://schemas.microsoft.com/office/drawing/2014/main" id="{15B137A9-EB9B-B9FD-988F-D2E18FCB8AB5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5" name="Google Shape;5359;p47">
                  <a:extLst>
                    <a:ext uri="{FF2B5EF4-FFF2-40B4-BE49-F238E27FC236}">
                      <a16:creationId xmlns:a16="http://schemas.microsoft.com/office/drawing/2014/main" id="{140700A3-CDC6-2CD1-F17F-E3185A69C99C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6" name="Google Shape;5360;p47">
                  <a:extLst>
                    <a:ext uri="{FF2B5EF4-FFF2-40B4-BE49-F238E27FC236}">
                      <a16:creationId xmlns:a16="http://schemas.microsoft.com/office/drawing/2014/main" id="{4A1D3019-2CF9-EEB5-B724-F2FADB66A1F6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7" name="Google Shape;5361;p47">
                  <a:extLst>
                    <a:ext uri="{FF2B5EF4-FFF2-40B4-BE49-F238E27FC236}">
                      <a16:creationId xmlns:a16="http://schemas.microsoft.com/office/drawing/2014/main" id="{AD58C095-DD86-4702-2264-21D0452648C3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8" name="Google Shape;5362;p47">
                  <a:extLst>
                    <a:ext uri="{FF2B5EF4-FFF2-40B4-BE49-F238E27FC236}">
                      <a16:creationId xmlns:a16="http://schemas.microsoft.com/office/drawing/2014/main" id="{ACC3A063-C628-3B6C-FD80-F17648BBA224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9" name="Google Shape;5363;p47">
                  <a:extLst>
                    <a:ext uri="{FF2B5EF4-FFF2-40B4-BE49-F238E27FC236}">
                      <a16:creationId xmlns:a16="http://schemas.microsoft.com/office/drawing/2014/main" id="{2BA488C4-8FE1-B217-429E-224CBA63733B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0" name="Google Shape;5364;p47">
                  <a:extLst>
                    <a:ext uri="{FF2B5EF4-FFF2-40B4-BE49-F238E27FC236}">
                      <a16:creationId xmlns:a16="http://schemas.microsoft.com/office/drawing/2014/main" id="{EFA96A26-F6F7-D4F1-D3C9-FD6704016039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1" name="Google Shape;5365;p47">
                  <a:extLst>
                    <a:ext uri="{FF2B5EF4-FFF2-40B4-BE49-F238E27FC236}">
                      <a16:creationId xmlns:a16="http://schemas.microsoft.com/office/drawing/2014/main" id="{107F8C02-82FC-269F-2E75-F53B3E188754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2" name="Google Shape;5366;p47">
                  <a:extLst>
                    <a:ext uri="{FF2B5EF4-FFF2-40B4-BE49-F238E27FC236}">
                      <a16:creationId xmlns:a16="http://schemas.microsoft.com/office/drawing/2014/main" id="{D37CC030-D69D-8BFE-44F4-78F77E9146A8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3" name="Google Shape;5367;p47">
                  <a:extLst>
                    <a:ext uri="{FF2B5EF4-FFF2-40B4-BE49-F238E27FC236}">
                      <a16:creationId xmlns:a16="http://schemas.microsoft.com/office/drawing/2014/main" id="{5D3456E4-BD0D-E295-1B49-DCF277D9201F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4" name="Google Shape;5368;p47">
                  <a:extLst>
                    <a:ext uri="{FF2B5EF4-FFF2-40B4-BE49-F238E27FC236}">
                      <a16:creationId xmlns:a16="http://schemas.microsoft.com/office/drawing/2014/main" id="{B89D81E1-DADC-67D3-9E07-26A9ED5ADA00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5" name="Google Shape;5369;p47">
                  <a:extLst>
                    <a:ext uri="{FF2B5EF4-FFF2-40B4-BE49-F238E27FC236}">
                      <a16:creationId xmlns:a16="http://schemas.microsoft.com/office/drawing/2014/main" id="{2FBB74FC-050B-71CB-0BE1-7E122C22F3AD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6" name="Google Shape;5370;p47">
                  <a:extLst>
                    <a:ext uri="{FF2B5EF4-FFF2-40B4-BE49-F238E27FC236}">
                      <a16:creationId xmlns:a16="http://schemas.microsoft.com/office/drawing/2014/main" id="{0CE8CD58-ECF5-7D14-7BBD-23F0C84A8F23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7" name="Google Shape;5371;p47">
                  <a:extLst>
                    <a:ext uri="{FF2B5EF4-FFF2-40B4-BE49-F238E27FC236}">
                      <a16:creationId xmlns:a16="http://schemas.microsoft.com/office/drawing/2014/main" id="{FAD4B4A9-1D7B-6105-6374-9759E9F07942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8" name="Google Shape;5372;p47">
                  <a:extLst>
                    <a:ext uri="{FF2B5EF4-FFF2-40B4-BE49-F238E27FC236}">
                      <a16:creationId xmlns:a16="http://schemas.microsoft.com/office/drawing/2014/main" id="{1371A141-F0FF-AA0E-8C54-0164D1C68AA6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9" name="Google Shape;5373;p47">
                  <a:extLst>
                    <a:ext uri="{FF2B5EF4-FFF2-40B4-BE49-F238E27FC236}">
                      <a16:creationId xmlns:a16="http://schemas.microsoft.com/office/drawing/2014/main" id="{B8052581-024B-0F3D-8DE0-395A409E76E7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0" name="Google Shape;5374;p47">
                  <a:extLst>
                    <a:ext uri="{FF2B5EF4-FFF2-40B4-BE49-F238E27FC236}">
                      <a16:creationId xmlns:a16="http://schemas.microsoft.com/office/drawing/2014/main" id="{28145762-BC15-F1BF-FD9A-E2ECF3579BD8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1" name="Google Shape;5375;p47">
                  <a:extLst>
                    <a:ext uri="{FF2B5EF4-FFF2-40B4-BE49-F238E27FC236}">
                      <a16:creationId xmlns:a16="http://schemas.microsoft.com/office/drawing/2014/main" id="{3B91DA25-94AD-B609-4C0D-6EA83E7D3052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2" name="Google Shape;5376;p47">
                  <a:extLst>
                    <a:ext uri="{FF2B5EF4-FFF2-40B4-BE49-F238E27FC236}">
                      <a16:creationId xmlns:a16="http://schemas.microsoft.com/office/drawing/2014/main" id="{D99CF874-55FA-5E66-0AAC-1E64B6349529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3" name="Google Shape;5377;p47">
                  <a:extLst>
                    <a:ext uri="{FF2B5EF4-FFF2-40B4-BE49-F238E27FC236}">
                      <a16:creationId xmlns:a16="http://schemas.microsoft.com/office/drawing/2014/main" id="{3C170F45-895E-935D-6B0E-6496AD18BD40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4" name="Google Shape;5378;p47">
                  <a:extLst>
                    <a:ext uri="{FF2B5EF4-FFF2-40B4-BE49-F238E27FC236}">
                      <a16:creationId xmlns:a16="http://schemas.microsoft.com/office/drawing/2014/main" id="{BC65B50F-486B-074D-24E8-3E4447B838AD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5" name="Google Shape;5379;p47">
                  <a:extLst>
                    <a:ext uri="{FF2B5EF4-FFF2-40B4-BE49-F238E27FC236}">
                      <a16:creationId xmlns:a16="http://schemas.microsoft.com/office/drawing/2014/main" id="{8FA61814-4D39-4774-479C-6D3FF65AB5F1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6" name="Google Shape;5380;p47">
                  <a:extLst>
                    <a:ext uri="{FF2B5EF4-FFF2-40B4-BE49-F238E27FC236}">
                      <a16:creationId xmlns:a16="http://schemas.microsoft.com/office/drawing/2014/main" id="{4B784C66-ADD3-E668-E55A-8572E568F75F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7" name="Google Shape;5381;p47">
                  <a:extLst>
                    <a:ext uri="{FF2B5EF4-FFF2-40B4-BE49-F238E27FC236}">
                      <a16:creationId xmlns:a16="http://schemas.microsoft.com/office/drawing/2014/main" id="{F459468D-1A8C-E3C2-8730-9D82277F8790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8" name="Google Shape;5382;p47">
                  <a:extLst>
                    <a:ext uri="{FF2B5EF4-FFF2-40B4-BE49-F238E27FC236}">
                      <a16:creationId xmlns:a16="http://schemas.microsoft.com/office/drawing/2014/main" id="{D3C0875F-CBD4-2742-0B2D-E1103FD2E585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9" name="Google Shape;5383;p47">
                  <a:extLst>
                    <a:ext uri="{FF2B5EF4-FFF2-40B4-BE49-F238E27FC236}">
                      <a16:creationId xmlns:a16="http://schemas.microsoft.com/office/drawing/2014/main" id="{472CE11C-8ED7-9385-FD1E-2644CB63C8E8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0" name="Google Shape;5384;p47">
                  <a:extLst>
                    <a:ext uri="{FF2B5EF4-FFF2-40B4-BE49-F238E27FC236}">
                      <a16:creationId xmlns:a16="http://schemas.microsoft.com/office/drawing/2014/main" id="{32A70D9E-C019-F478-1CCD-032DE23AFD28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1" name="Google Shape;5385;p47">
                  <a:extLst>
                    <a:ext uri="{FF2B5EF4-FFF2-40B4-BE49-F238E27FC236}">
                      <a16:creationId xmlns:a16="http://schemas.microsoft.com/office/drawing/2014/main" id="{5FDB00BE-B34F-0952-E148-F6F254F6C0DA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2" name="Google Shape;5386;p47">
                  <a:extLst>
                    <a:ext uri="{FF2B5EF4-FFF2-40B4-BE49-F238E27FC236}">
                      <a16:creationId xmlns:a16="http://schemas.microsoft.com/office/drawing/2014/main" id="{454FF047-D543-FE8E-26C6-AC85175E8514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3" name="Google Shape;5387;p47">
                  <a:extLst>
                    <a:ext uri="{FF2B5EF4-FFF2-40B4-BE49-F238E27FC236}">
                      <a16:creationId xmlns:a16="http://schemas.microsoft.com/office/drawing/2014/main" id="{E49B1520-A491-B1AF-0CB7-4745171C3289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4" name="Google Shape;5388;p47">
                  <a:extLst>
                    <a:ext uri="{FF2B5EF4-FFF2-40B4-BE49-F238E27FC236}">
                      <a16:creationId xmlns:a16="http://schemas.microsoft.com/office/drawing/2014/main" id="{4AC5063F-2849-E293-8559-11DE51541C64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5" name="Google Shape;5389;p47">
                  <a:extLst>
                    <a:ext uri="{FF2B5EF4-FFF2-40B4-BE49-F238E27FC236}">
                      <a16:creationId xmlns:a16="http://schemas.microsoft.com/office/drawing/2014/main" id="{DF8D5B39-E375-655E-D18B-3636D8B2A209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6" name="Google Shape;5390;p47">
                  <a:extLst>
                    <a:ext uri="{FF2B5EF4-FFF2-40B4-BE49-F238E27FC236}">
                      <a16:creationId xmlns:a16="http://schemas.microsoft.com/office/drawing/2014/main" id="{E95DAE2C-BCCB-59C2-026A-822310FFBAEA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7" name="Google Shape;5391;p47">
                  <a:extLst>
                    <a:ext uri="{FF2B5EF4-FFF2-40B4-BE49-F238E27FC236}">
                      <a16:creationId xmlns:a16="http://schemas.microsoft.com/office/drawing/2014/main" id="{786C7AFE-C1ED-7FBC-C7DF-DC7BFBE4E841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8" name="Google Shape;5392;p47">
                  <a:extLst>
                    <a:ext uri="{FF2B5EF4-FFF2-40B4-BE49-F238E27FC236}">
                      <a16:creationId xmlns:a16="http://schemas.microsoft.com/office/drawing/2014/main" id="{EB89DB6C-D43C-5209-53F8-D1026317DAB8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9" name="Google Shape;5393;p47">
                  <a:extLst>
                    <a:ext uri="{FF2B5EF4-FFF2-40B4-BE49-F238E27FC236}">
                      <a16:creationId xmlns:a16="http://schemas.microsoft.com/office/drawing/2014/main" id="{33C52952-3EC1-81AF-0971-DD80144385A3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0" name="Google Shape;5394;p47">
                  <a:extLst>
                    <a:ext uri="{FF2B5EF4-FFF2-40B4-BE49-F238E27FC236}">
                      <a16:creationId xmlns:a16="http://schemas.microsoft.com/office/drawing/2014/main" id="{F400AF61-AE42-02D4-7BAC-BB797510947F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1" name="Google Shape;5395;p47">
                  <a:extLst>
                    <a:ext uri="{FF2B5EF4-FFF2-40B4-BE49-F238E27FC236}">
                      <a16:creationId xmlns:a16="http://schemas.microsoft.com/office/drawing/2014/main" id="{E7C2F7CA-5D54-3C34-737E-6391A918071E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2" name="Google Shape;5396;p47">
                  <a:extLst>
                    <a:ext uri="{FF2B5EF4-FFF2-40B4-BE49-F238E27FC236}">
                      <a16:creationId xmlns:a16="http://schemas.microsoft.com/office/drawing/2014/main" id="{5FAC286D-E097-BE26-2B3E-7FF8D50DC8C3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3" name="Google Shape;5397;p47">
                  <a:extLst>
                    <a:ext uri="{FF2B5EF4-FFF2-40B4-BE49-F238E27FC236}">
                      <a16:creationId xmlns:a16="http://schemas.microsoft.com/office/drawing/2014/main" id="{D294D91F-7E41-E01B-9D3C-3F352F59A311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4" name="Google Shape;5398;p47">
                  <a:extLst>
                    <a:ext uri="{FF2B5EF4-FFF2-40B4-BE49-F238E27FC236}">
                      <a16:creationId xmlns:a16="http://schemas.microsoft.com/office/drawing/2014/main" id="{FBCE5D74-D112-B0E8-3525-F024E67B10E0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5" name="Google Shape;5399;p47">
                  <a:extLst>
                    <a:ext uri="{FF2B5EF4-FFF2-40B4-BE49-F238E27FC236}">
                      <a16:creationId xmlns:a16="http://schemas.microsoft.com/office/drawing/2014/main" id="{75FA6BF4-F974-CADD-96D5-5128FD1E251C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6" name="Google Shape;5400;p47">
                  <a:extLst>
                    <a:ext uri="{FF2B5EF4-FFF2-40B4-BE49-F238E27FC236}">
                      <a16:creationId xmlns:a16="http://schemas.microsoft.com/office/drawing/2014/main" id="{EBC5254C-1662-DFFA-5C03-91B13BBAACFB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7" name="Google Shape;5401;p47">
                  <a:extLst>
                    <a:ext uri="{FF2B5EF4-FFF2-40B4-BE49-F238E27FC236}">
                      <a16:creationId xmlns:a16="http://schemas.microsoft.com/office/drawing/2014/main" id="{E067409F-868C-065D-9047-44B341512050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8" name="Google Shape;5402;p47">
                  <a:extLst>
                    <a:ext uri="{FF2B5EF4-FFF2-40B4-BE49-F238E27FC236}">
                      <a16:creationId xmlns:a16="http://schemas.microsoft.com/office/drawing/2014/main" id="{6F1AB851-BF37-C4F4-D425-EB81C6091AB8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9" name="Google Shape;5403;p47">
                  <a:extLst>
                    <a:ext uri="{FF2B5EF4-FFF2-40B4-BE49-F238E27FC236}">
                      <a16:creationId xmlns:a16="http://schemas.microsoft.com/office/drawing/2014/main" id="{5F8CF453-3980-8814-493E-E1A2F88EE6DA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0" name="Google Shape;5404;p47">
                  <a:extLst>
                    <a:ext uri="{FF2B5EF4-FFF2-40B4-BE49-F238E27FC236}">
                      <a16:creationId xmlns:a16="http://schemas.microsoft.com/office/drawing/2014/main" id="{184621B2-6B0C-5CB5-BE2E-84EB772C999A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1" name="Google Shape;5405;p47">
                  <a:extLst>
                    <a:ext uri="{FF2B5EF4-FFF2-40B4-BE49-F238E27FC236}">
                      <a16:creationId xmlns:a16="http://schemas.microsoft.com/office/drawing/2014/main" id="{4B9B3C71-CEE9-1CD5-1CF4-2A05339F6CE5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2" name="Google Shape;5406;p47">
                  <a:extLst>
                    <a:ext uri="{FF2B5EF4-FFF2-40B4-BE49-F238E27FC236}">
                      <a16:creationId xmlns:a16="http://schemas.microsoft.com/office/drawing/2014/main" id="{7231CEC1-AF1C-BD65-6470-785C2258FF06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3" name="Google Shape;5407;p47">
                  <a:extLst>
                    <a:ext uri="{FF2B5EF4-FFF2-40B4-BE49-F238E27FC236}">
                      <a16:creationId xmlns:a16="http://schemas.microsoft.com/office/drawing/2014/main" id="{A143BA5B-CE24-E5B9-8D0A-1391F1D64759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4" name="Google Shape;5408;p47">
                  <a:extLst>
                    <a:ext uri="{FF2B5EF4-FFF2-40B4-BE49-F238E27FC236}">
                      <a16:creationId xmlns:a16="http://schemas.microsoft.com/office/drawing/2014/main" id="{79F1F9AA-D233-372F-1BCF-BB3DC98A2AB7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5" name="Google Shape;5409;p47">
                  <a:extLst>
                    <a:ext uri="{FF2B5EF4-FFF2-40B4-BE49-F238E27FC236}">
                      <a16:creationId xmlns:a16="http://schemas.microsoft.com/office/drawing/2014/main" id="{F4ABF6F9-52C8-B59F-B410-DDFB17412647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6" name="Google Shape;5410;p47">
                  <a:extLst>
                    <a:ext uri="{FF2B5EF4-FFF2-40B4-BE49-F238E27FC236}">
                      <a16:creationId xmlns:a16="http://schemas.microsoft.com/office/drawing/2014/main" id="{F2E2CCD1-7BA5-27E7-8EA6-5E9736DEB5EC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7" name="Google Shape;5411;p47">
                  <a:extLst>
                    <a:ext uri="{FF2B5EF4-FFF2-40B4-BE49-F238E27FC236}">
                      <a16:creationId xmlns:a16="http://schemas.microsoft.com/office/drawing/2014/main" id="{199E6F7A-E2C6-7C59-74BF-82C5DAB6819D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8" name="Google Shape;5412;p47">
                  <a:extLst>
                    <a:ext uri="{FF2B5EF4-FFF2-40B4-BE49-F238E27FC236}">
                      <a16:creationId xmlns:a16="http://schemas.microsoft.com/office/drawing/2014/main" id="{53EF19F7-D90D-1D3D-D411-AA727226D22B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9" name="Google Shape;5413;p47">
                  <a:extLst>
                    <a:ext uri="{FF2B5EF4-FFF2-40B4-BE49-F238E27FC236}">
                      <a16:creationId xmlns:a16="http://schemas.microsoft.com/office/drawing/2014/main" id="{AC059F7B-54B8-6123-FA39-43C6FF694AAC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0" name="Google Shape;5414;p47">
                  <a:extLst>
                    <a:ext uri="{FF2B5EF4-FFF2-40B4-BE49-F238E27FC236}">
                      <a16:creationId xmlns:a16="http://schemas.microsoft.com/office/drawing/2014/main" id="{19C8AF21-47D5-4A32-FE21-58C73993B2A3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1" name="Google Shape;5415;p47">
                  <a:extLst>
                    <a:ext uri="{FF2B5EF4-FFF2-40B4-BE49-F238E27FC236}">
                      <a16:creationId xmlns:a16="http://schemas.microsoft.com/office/drawing/2014/main" id="{FF5B61FF-8B83-A9AF-C207-EC3956E9088C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2" name="Google Shape;5416;p47">
                  <a:extLst>
                    <a:ext uri="{FF2B5EF4-FFF2-40B4-BE49-F238E27FC236}">
                      <a16:creationId xmlns:a16="http://schemas.microsoft.com/office/drawing/2014/main" id="{77AECCA7-BCCC-E300-26C6-9BCCEFD1B4FD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3" name="Google Shape;5417;p47">
                  <a:extLst>
                    <a:ext uri="{FF2B5EF4-FFF2-40B4-BE49-F238E27FC236}">
                      <a16:creationId xmlns:a16="http://schemas.microsoft.com/office/drawing/2014/main" id="{A7584B8F-5E63-B6DD-995D-5FF7E6F415DA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4" name="Google Shape;5418;p47">
                  <a:extLst>
                    <a:ext uri="{FF2B5EF4-FFF2-40B4-BE49-F238E27FC236}">
                      <a16:creationId xmlns:a16="http://schemas.microsoft.com/office/drawing/2014/main" id="{239057C3-B4EB-D4D4-2185-CB157D669251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5" name="Google Shape;5419;p47">
                  <a:extLst>
                    <a:ext uri="{FF2B5EF4-FFF2-40B4-BE49-F238E27FC236}">
                      <a16:creationId xmlns:a16="http://schemas.microsoft.com/office/drawing/2014/main" id="{1C616D26-EB97-940B-CF04-A5B79E4D7626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6" name="Google Shape;5420;p47">
                  <a:extLst>
                    <a:ext uri="{FF2B5EF4-FFF2-40B4-BE49-F238E27FC236}">
                      <a16:creationId xmlns:a16="http://schemas.microsoft.com/office/drawing/2014/main" id="{7D940797-19F4-365A-2CC5-3919C2AA9FCC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7" name="Google Shape;5421;p47">
                  <a:extLst>
                    <a:ext uri="{FF2B5EF4-FFF2-40B4-BE49-F238E27FC236}">
                      <a16:creationId xmlns:a16="http://schemas.microsoft.com/office/drawing/2014/main" id="{A352F91E-DB6F-2909-DADE-AD580EFC67BE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8" name="Google Shape;5422;p47">
                  <a:extLst>
                    <a:ext uri="{FF2B5EF4-FFF2-40B4-BE49-F238E27FC236}">
                      <a16:creationId xmlns:a16="http://schemas.microsoft.com/office/drawing/2014/main" id="{341D3150-95BF-1CC2-F120-F5ADB9AF49C6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9" name="Google Shape;5423;p47">
                  <a:extLst>
                    <a:ext uri="{FF2B5EF4-FFF2-40B4-BE49-F238E27FC236}">
                      <a16:creationId xmlns:a16="http://schemas.microsoft.com/office/drawing/2014/main" id="{4AEF5534-6D2C-773B-96D7-C7ACA8D1763B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0" name="Google Shape;5424;p47">
                  <a:extLst>
                    <a:ext uri="{FF2B5EF4-FFF2-40B4-BE49-F238E27FC236}">
                      <a16:creationId xmlns:a16="http://schemas.microsoft.com/office/drawing/2014/main" id="{0450515F-3CC2-58CF-E3DD-128F2520B067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1" name="Google Shape;5425;p47">
                  <a:extLst>
                    <a:ext uri="{FF2B5EF4-FFF2-40B4-BE49-F238E27FC236}">
                      <a16:creationId xmlns:a16="http://schemas.microsoft.com/office/drawing/2014/main" id="{41D6D479-9C78-013B-B312-72A6E860763E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2" name="Google Shape;5426;p47">
                  <a:extLst>
                    <a:ext uri="{FF2B5EF4-FFF2-40B4-BE49-F238E27FC236}">
                      <a16:creationId xmlns:a16="http://schemas.microsoft.com/office/drawing/2014/main" id="{DEB9F64A-68A1-9687-6CED-06351EE8BCFB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3" name="Google Shape;5427;p47">
                  <a:extLst>
                    <a:ext uri="{FF2B5EF4-FFF2-40B4-BE49-F238E27FC236}">
                      <a16:creationId xmlns:a16="http://schemas.microsoft.com/office/drawing/2014/main" id="{BF191F55-7431-93D3-62FE-AE5753BF4A1A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4" name="Google Shape;5428;p47">
                  <a:extLst>
                    <a:ext uri="{FF2B5EF4-FFF2-40B4-BE49-F238E27FC236}">
                      <a16:creationId xmlns:a16="http://schemas.microsoft.com/office/drawing/2014/main" id="{271DE3A7-603F-0AD0-24A6-7F79A1551E9C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5" name="Google Shape;5429;p47">
                  <a:extLst>
                    <a:ext uri="{FF2B5EF4-FFF2-40B4-BE49-F238E27FC236}">
                      <a16:creationId xmlns:a16="http://schemas.microsoft.com/office/drawing/2014/main" id="{991C73B2-C7BF-9217-5F8F-CB497EAEC7FE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6" name="Google Shape;5430;p47">
                  <a:extLst>
                    <a:ext uri="{FF2B5EF4-FFF2-40B4-BE49-F238E27FC236}">
                      <a16:creationId xmlns:a16="http://schemas.microsoft.com/office/drawing/2014/main" id="{33722A81-CD99-892D-EEB4-41B63C89E3B3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7" name="Google Shape;5431;p47">
                  <a:extLst>
                    <a:ext uri="{FF2B5EF4-FFF2-40B4-BE49-F238E27FC236}">
                      <a16:creationId xmlns:a16="http://schemas.microsoft.com/office/drawing/2014/main" id="{13D9657E-9EC1-329D-8472-5584DFCD1FE0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8" name="Google Shape;5432;p47">
                  <a:extLst>
                    <a:ext uri="{FF2B5EF4-FFF2-40B4-BE49-F238E27FC236}">
                      <a16:creationId xmlns:a16="http://schemas.microsoft.com/office/drawing/2014/main" id="{5E5A700F-5065-D13A-DFB6-52F01888A2E9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9" name="Google Shape;5433;p47">
                  <a:extLst>
                    <a:ext uri="{FF2B5EF4-FFF2-40B4-BE49-F238E27FC236}">
                      <a16:creationId xmlns:a16="http://schemas.microsoft.com/office/drawing/2014/main" id="{1FF722A4-B36D-E7A2-A361-6C12BED82F85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0" name="Google Shape;5434;p47">
                  <a:extLst>
                    <a:ext uri="{FF2B5EF4-FFF2-40B4-BE49-F238E27FC236}">
                      <a16:creationId xmlns:a16="http://schemas.microsoft.com/office/drawing/2014/main" id="{B75C652C-FEDB-8CEF-418B-F0A90A501019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1" name="Google Shape;5435;p47">
                  <a:extLst>
                    <a:ext uri="{FF2B5EF4-FFF2-40B4-BE49-F238E27FC236}">
                      <a16:creationId xmlns:a16="http://schemas.microsoft.com/office/drawing/2014/main" id="{BA6BE1EA-EBF7-2576-97F8-9A85291DCCF1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2" name="Google Shape;5436;p47">
                  <a:extLst>
                    <a:ext uri="{FF2B5EF4-FFF2-40B4-BE49-F238E27FC236}">
                      <a16:creationId xmlns:a16="http://schemas.microsoft.com/office/drawing/2014/main" id="{4CB0F85B-3345-888B-A97E-2C055431E2D7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3" name="Google Shape;5437;p47">
                  <a:extLst>
                    <a:ext uri="{FF2B5EF4-FFF2-40B4-BE49-F238E27FC236}">
                      <a16:creationId xmlns:a16="http://schemas.microsoft.com/office/drawing/2014/main" id="{51EEDABB-0F8B-AEC7-FF1E-51CA90684AB4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4" name="Google Shape;5438;p47">
                  <a:extLst>
                    <a:ext uri="{FF2B5EF4-FFF2-40B4-BE49-F238E27FC236}">
                      <a16:creationId xmlns:a16="http://schemas.microsoft.com/office/drawing/2014/main" id="{0E8157A1-59AD-C900-4EC0-9BA320560F13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5" name="Google Shape;5439;p47">
                  <a:extLst>
                    <a:ext uri="{FF2B5EF4-FFF2-40B4-BE49-F238E27FC236}">
                      <a16:creationId xmlns:a16="http://schemas.microsoft.com/office/drawing/2014/main" id="{ED73D00A-099A-29FA-D1FC-C68C7C0FC5E5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6" name="Google Shape;5440;p47">
                  <a:extLst>
                    <a:ext uri="{FF2B5EF4-FFF2-40B4-BE49-F238E27FC236}">
                      <a16:creationId xmlns:a16="http://schemas.microsoft.com/office/drawing/2014/main" id="{DCFCA0D0-63F1-1981-1801-66297AA7C8D7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7" name="Google Shape;5441;p47">
                  <a:extLst>
                    <a:ext uri="{FF2B5EF4-FFF2-40B4-BE49-F238E27FC236}">
                      <a16:creationId xmlns:a16="http://schemas.microsoft.com/office/drawing/2014/main" id="{C7966700-239C-0ED5-A97B-92A59D37031C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8" name="Google Shape;5442;p47">
                  <a:extLst>
                    <a:ext uri="{FF2B5EF4-FFF2-40B4-BE49-F238E27FC236}">
                      <a16:creationId xmlns:a16="http://schemas.microsoft.com/office/drawing/2014/main" id="{901F63EE-964B-0E95-177F-27E99CC253A4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9" name="Google Shape;5443;p47">
                  <a:extLst>
                    <a:ext uri="{FF2B5EF4-FFF2-40B4-BE49-F238E27FC236}">
                      <a16:creationId xmlns:a16="http://schemas.microsoft.com/office/drawing/2014/main" id="{4C351F8E-A20E-A8E2-9682-2AF70B17F994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0" name="Google Shape;5444;p47">
                  <a:extLst>
                    <a:ext uri="{FF2B5EF4-FFF2-40B4-BE49-F238E27FC236}">
                      <a16:creationId xmlns:a16="http://schemas.microsoft.com/office/drawing/2014/main" id="{E9B66705-588E-8C7B-206C-EFA8280CB6E5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1" name="Google Shape;5445;p47">
                  <a:extLst>
                    <a:ext uri="{FF2B5EF4-FFF2-40B4-BE49-F238E27FC236}">
                      <a16:creationId xmlns:a16="http://schemas.microsoft.com/office/drawing/2014/main" id="{BF7A7AD1-C501-9C81-E61F-85F6B6D3F20D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2" name="Google Shape;5446;p47">
                  <a:extLst>
                    <a:ext uri="{FF2B5EF4-FFF2-40B4-BE49-F238E27FC236}">
                      <a16:creationId xmlns:a16="http://schemas.microsoft.com/office/drawing/2014/main" id="{2372E2A5-241B-5F12-8CAD-3E6551449A1E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3" name="Google Shape;5447;p47">
                  <a:extLst>
                    <a:ext uri="{FF2B5EF4-FFF2-40B4-BE49-F238E27FC236}">
                      <a16:creationId xmlns:a16="http://schemas.microsoft.com/office/drawing/2014/main" id="{2760790E-3554-B82B-BAF2-95D5A26BB68D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4" name="Google Shape;5448;p47">
                  <a:extLst>
                    <a:ext uri="{FF2B5EF4-FFF2-40B4-BE49-F238E27FC236}">
                      <a16:creationId xmlns:a16="http://schemas.microsoft.com/office/drawing/2014/main" id="{2A212257-D3D9-9243-FFAB-5BF5054AD7C4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5" name="Google Shape;5449;p47">
                  <a:extLst>
                    <a:ext uri="{FF2B5EF4-FFF2-40B4-BE49-F238E27FC236}">
                      <a16:creationId xmlns:a16="http://schemas.microsoft.com/office/drawing/2014/main" id="{19834E88-6378-BE58-C859-6435D08B7B55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6" name="Google Shape;5450;p47">
                  <a:extLst>
                    <a:ext uri="{FF2B5EF4-FFF2-40B4-BE49-F238E27FC236}">
                      <a16:creationId xmlns:a16="http://schemas.microsoft.com/office/drawing/2014/main" id="{5B19A70F-DF9D-B6A5-26B5-ACBEEADC3099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7" name="Google Shape;5451;p47">
                  <a:extLst>
                    <a:ext uri="{FF2B5EF4-FFF2-40B4-BE49-F238E27FC236}">
                      <a16:creationId xmlns:a16="http://schemas.microsoft.com/office/drawing/2014/main" id="{29672D16-8BE9-CA85-FA94-A935B86C5CE2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8" name="Google Shape;5452;p47">
                  <a:extLst>
                    <a:ext uri="{FF2B5EF4-FFF2-40B4-BE49-F238E27FC236}">
                      <a16:creationId xmlns:a16="http://schemas.microsoft.com/office/drawing/2014/main" id="{EA2637CC-3E7D-7612-F2C4-DFF410B919B0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9" name="Google Shape;5453;p47">
                  <a:extLst>
                    <a:ext uri="{FF2B5EF4-FFF2-40B4-BE49-F238E27FC236}">
                      <a16:creationId xmlns:a16="http://schemas.microsoft.com/office/drawing/2014/main" id="{F173C250-B67F-2E07-767D-BAAAF02FDFEC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0" name="Google Shape;5454;p47">
                  <a:extLst>
                    <a:ext uri="{FF2B5EF4-FFF2-40B4-BE49-F238E27FC236}">
                      <a16:creationId xmlns:a16="http://schemas.microsoft.com/office/drawing/2014/main" id="{795B24DA-B06E-1816-E7E7-EDF3FA4C04C3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1" name="Google Shape;5455;p47">
                  <a:extLst>
                    <a:ext uri="{FF2B5EF4-FFF2-40B4-BE49-F238E27FC236}">
                      <a16:creationId xmlns:a16="http://schemas.microsoft.com/office/drawing/2014/main" id="{1986BD2C-ECAF-9AEC-1051-B88ADCCF1DBD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2" name="Google Shape;5456;p47">
                  <a:extLst>
                    <a:ext uri="{FF2B5EF4-FFF2-40B4-BE49-F238E27FC236}">
                      <a16:creationId xmlns:a16="http://schemas.microsoft.com/office/drawing/2014/main" id="{FD42D0FE-47C3-DCF4-6115-6677A0D2C03E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3" name="Google Shape;5457;p47">
                  <a:extLst>
                    <a:ext uri="{FF2B5EF4-FFF2-40B4-BE49-F238E27FC236}">
                      <a16:creationId xmlns:a16="http://schemas.microsoft.com/office/drawing/2014/main" id="{91E4B436-E7CC-A6FA-02E6-CA5B7B9EA40F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4" name="Google Shape;5458;p47">
                  <a:extLst>
                    <a:ext uri="{FF2B5EF4-FFF2-40B4-BE49-F238E27FC236}">
                      <a16:creationId xmlns:a16="http://schemas.microsoft.com/office/drawing/2014/main" id="{EB863140-563E-BC37-69A5-1AFB9ACA6E86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5" name="Google Shape;5459;p47">
                  <a:extLst>
                    <a:ext uri="{FF2B5EF4-FFF2-40B4-BE49-F238E27FC236}">
                      <a16:creationId xmlns:a16="http://schemas.microsoft.com/office/drawing/2014/main" id="{B70A5E0C-5CD0-6699-6894-8D6DF8C34975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6" name="Google Shape;5460;p47">
                  <a:extLst>
                    <a:ext uri="{FF2B5EF4-FFF2-40B4-BE49-F238E27FC236}">
                      <a16:creationId xmlns:a16="http://schemas.microsoft.com/office/drawing/2014/main" id="{A8485BE8-C5E8-D9D7-1DC8-288856B8571C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7" name="Google Shape;5461;p47">
                  <a:extLst>
                    <a:ext uri="{FF2B5EF4-FFF2-40B4-BE49-F238E27FC236}">
                      <a16:creationId xmlns:a16="http://schemas.microsoft.com/office/drawing/2014/main" id="{B18BFC14-1964-CDB7-C398-928BAB4FD042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8" name="Google Shape;5462;p47">
                  <a:extLst>
                    <a:ext uri="{FF2B5EF4-FFF2-40B4-BE49-F238E27FC236}">
                      <a16:creationId xmlns:a16="http://schemas.microsoft.com/office/drawing/2014/main" id="{F451961D-519B-2CE6-BC11-E102352B0DC2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9" name="Google Shape;5463;p47">
                  <a:extLst>
                    <a:ext uri="{FF2B5EF4-FFF2-40B4-BE49-F238E27FC236}">
                      <a16:creationId xmlns:a16="http://schemas.microsoft.com/office/drawing/2014/main" id="{A9312CED-9078-11FC-93C9-1CE08DF90D84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0" name="Google Shape;5464;p47">
                  <a:extLst>
                    <a:ext uri="{FF2B5EF4-FFF2-40B4-BE49-F238E27FC236}">
                      <a16:creationId xmlns:a16="http://schemas.microsoft.com/office/drawing/2014/main" id="{F0EFE513-AD3D-27B1-41ED-7FCC02C4FE4E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1" name="Google Shape;5465;p47">
                  <a:extLst>
                    <a:ext uri="{FF2B5EF4-FFF2-40B4-BE49-F238E27FC236}">
                      <a16:creationId xmlns:a16="http://schemas.microsoft.com/office/drawing/2014/main" id="{A241522E-19EA-724D-1D4D-C0235F707656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2" name="Google Shape;5466;p47">
                  <a:extLst>
                    <a:ext uri="{FF2B5EF4-FFF2-40B4-BE49-F238E27FC236}">
                      <a16:creationId xmlns:a16="http://schemas.microsoft.com/office/drawing/2014/main" id="{F85AD8E1-DB7C-4338-3DBA-8EBEC4C11265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3" name="Google Shape;5467;p47">
                  <a:extLst>
                    <a:ext uri="{FF2B5EF4-FFF2-40B4-BE49-F238E27FC236}">
                      <a16:creationId xmlns:a16="http://schemas.microsoft.com/office/drawing/2014/main" id="{34D92036-80B0-2164-9D28-6A83C3E9D819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4" name="Google Shape;5468;p47">
                  <a:extLst>
                    <a:ext uri="{FF2B5EF4-FFF2-40B4-BE49-F238E27FC236}">
                      <a16:creationId xmlns:a16="http://schemas.microsoft.com/office/drawing/2014/main" id="{6354EB73-D545-528B-0505-2B7D06C5C129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5" name="Google Shape;5469;p47">
                  <a:extLst>
                    <a:ext uri="{FF2B5EF4-FFF2-40B4-BE49-F238E27FC236}">
                      <a16:creationId xmlns:a16="http://schemas.microsoft.com/office/drawing/2014/main" id="{176C3866-443C-CE80-1D59-D312165569CC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6" name="Google Shape;5470;p47">
                  <a:extLst>
                    <a:ext uri="{FF2B5EF4-FFF2-40B4-BE49-F238E27FC236}">
                      <a16:creationId xmlns:a16="http://schemas.microsoft.com/office/drawing/2014/main" id="{3176C2DC-2CCC-258E-A239-2B5896F19BC2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7" name="Google Shape;5471;p47">
                  <a:extLst>
                    <a:ext uri="{FF2B5EF4-FFF2-40B4-BE49-F238E27FC236}">
                      <a16:creationId xmlns:a16="http://schemas.microsoft.com/office/drawing/2014/main" id="{D8C20E43-ABB3-1219-DB41-E4DD1C77A1DF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8" name="Google Shape;5472;p47">
                  <a:extLst>
                    <a:ext uri="{FF2B5EF4-FFF2-40B4-BE49-F238E27FC236}">
                      <a16:creationId xmlns:a16="http://schemas.microsoft.com/office/drawing/2014/main" id="{49D635D0-954B-E2CF-C8E3-F8C36591B1DC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9" name="Google Shape;5473;p47">
                  <a:extLst>
                    <a:ext uri="{FF2B5EF4-FFF2-40B4-BE49-F238E27FC236}">
                      <a16:creationId xmlns:a16="http://schemas.microsoft.com/office/drawing/2014/main" id="{D856A12E-22C9-6E1A-BAD2-9463E598D916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0" name="Google Shape;5474;p47">
                  <a:extLst>
                    <a:ext uri="{FF2B5EF4-FFF2-40B4-BE49-F238E27FC236}">
                      <a16:creationId xmlns:a16="http://schemas.microsoft.com/office/drawing/2014/main" id="{69F1258D-1C8E-531C-5314-84D4E6F19E27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1" name="Google Shape;5475;p47">
                  <a:extLst>
                    <a:ext uri="{FF2B5EF4-FFF2-40B4-BE49-F238E27FC236}">
                      <a16:creationId xmlns:a16="http://schemas.microsoft.com/office/drawing/2014/main" id="{49DA3578-E4E6-22BC-D239-20F80D050A9A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2" name="Google Shape;5476;p47">
                  <a:extLst>
                    <a:ext uri="{FF2B5EF4-FFF2-40B4-BE49-F238E27FC236}">
                      <a16:creationId xmlns:a16="http://schemas.microsoft.com/office/drawing/2014/main" id="{9B551CD4-ECCA-5F0A-4F44-5EE44F463DED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3" name="Google Shape;5477;p47">
                  <a:extLst>
                    <a:ext uri="{FF2B5EF4-FFF2-40B4-BE49-F238E27FC236}">
                      <a16:creationId xmlns:a16="http://schemas.microsoft.com/office/drawing/2014/main" id="{D43DDB61-A875-E1B7-6814-74340643D559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4" name="Google Shape;5478;p47">
                  <a:extLst>
                    <a:ext uri="{FF2B5EF4-FFF2-40B4-BE49-F238E27FC236}">
                      <a16:creationId xmlns:a16="http://schemas.microsoft.com/office/drawing/2014/main" id="{CA2567AC-2544-2840-1154-51ECB1F794B2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5" name="Google Shape;5479;p47">
                  <a:extLst>
                    <a:ext uri="{FF2B5EF4-FFF2-40B4-BE49-F238E27FC236}">
                      <a16:creationId xmlns:a16="http://schemas.microsoft.com/office/drawing/2014/main" id="{D945DAA1-7690-F24B-5E29-C2A1D4D4C616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6" name="Google Shape;5480;p47">
                  <a:extLst>
                    <a:ext uri="{FF2B5EF4-FFF2-40B4-BE49-F238E27FC236}">
                      <a16:creationId xmlns:a16="http://schemas.microsoft.com/office/drawing/2014/main" id="{89EEE5F5-A637-E3FD-1A98-B7D579643E00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7" name="Google Shape;5481;p47">
                  <a:extLst>
                    <a:ext uri="{FF2B5EF4-FFF2-40B4-BE49-F238E27FC236}">
                      <a16:creationId xmlns:a16="http://schemas.microsoft.com/office/drawing/2014/main" id="{AF231C45-68B6-327E-8369-9AD57E6895FC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8" name="Google Shape;5482;p47">
                  <a:extLst>
                    <a:ext uri="{FF2B5EF4-FFF2-40B4-BE49-F238E27FC236}">
                      <a16:creationId xmlns:a16="http://schemas.microsoft.com/office/drawing/2014/main" id="{A5A61A07-69AA-5961-5FE5-FD14C5AF6FD2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9" name="Google Shape;5483;p47">
                  <a:extLst>
                    <a:ext uri="{FF2B5EF4-FFF2-40B4-BE49-F238E27FC236}">
                      <a16:creationId xmlns:a16="http://schemas.microsoft.com/office/drawing/2014/main" id="{6874D10B-28F5-E323-25F2-D45ACAD4BD46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0" name="Google Shape;5484;p47">
                  <a:extLst>
                    <a:ext uri="{FF2B5EF4-FFF2-40B4-BE49-F238E27FC236}">
                      <a16:creationId xmlns:a16="http://schemas.microsoft.com/office/drawing/2014/main" id="{A852400C-C5CD-D2D1-30ED-3FA8A8E7A9E8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1" name="Google Shape;5485;p47">
                  <a:extLst>
                    <a:ext uri="{FF2B5EF4-FFF2-40B4-BE49-F238E27FC236}">
                      <a16:creationId xmlns:a16="http://schemas.microsoft.com/office/drawing/2014/main" id="{AFBEE975-8EE0-4E74-69E9-B5B29E682793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295" name="Google Shape;5486;p47">
              <a:extLst>
                <a:ext uri="{FF2B5EF4-FFF2-40B4-BE49-F238E27FC236}">
                  <a16:creationId xmlns:a16="http://schemas.microsoft.com/office/drawing/2014/main" id="{E06D1E35-DB08-9735-D6AD-852F442DD787}"/>
                </a:ext>
              </a:extLst>
            </p:cNvPr>
            <p:cNvGrpSpPr/>
            <p:nvPr/>
          </p:nvGrpSpPr>
          <p:grpSpPr>
            <a:xfrm>
              <a:off x="7811021" y="3410212"/>
              <a:ext cx="491637" cy="986062"/>
              <a:chOff x="4225370" y="-782119"/>
              <a:chExt cx="299250" cy="600196"/>
            </a:xfrm>
          </p:grpSpPr>
          <p:sp>
            <p:nvSpPr>
              <p:cNvPr id="1834" name="Google Shape;5487;p47">
                <a:extLst>
                  <a:ext uri="{FF2B5EF4-FFF2-40B4-BE49-F238E27FC236}">
                    <a16:creationId xmlns:a16="http://schemas.microsoft.com/office/drawing/2014/main" id="{B2271E59-5175-E737-C963-669B4F1C7B5A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5" name="Google Shape;5488;p47">
                <a:extLst>
                  <a:ext uri="{FF2B5EF4-FFF2-40B4-BE49-F238E27FC236}">
                    <a16:creationId xmlns:a16="http://schemas.microsoft.com/office/drawing/2014/main" id="{74CAD343-64A0-008B-B32B-40EC8202267D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6" name="Google Shape;5489;p47">
                <a:extLst>
                  <a:ext uri="{FF2B5EF4-FFF2-40B4-BE49-F238E27FC236}">
                    <a16:creationId xmlns:a16="http://schemas.microsoft.com/office/drawing/2014/main" id="{F7CA6968-3F65-C770-5F23-8801A124A4F7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7" name="Google Shape;5490;p47">
                <a:extLst>
                  <a:ext uri="{FF2B5EF4-FFF2-40B4-BE49-F238E27FC236}">
                    <a16:creationId xmlns:a16="http://schemas.microsoft.com/office/drawing/2014/main" id="{EAD8F18B-CABC-F4DC-B022-EFC611973FB3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8" name="Google Shape;5491;p47">
                <a:extLst>
                  <a:ext uri="{FF2B5EF4-FFF2-40B4-BE49-F238E27FC236}">
                    <a16:creationId xmlns:a16="http://schemas.microsoft.com/office/drawing/2014/main" id="{90BE6D8A-AF16-EE58-75E4-64757D35C4E6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9" name="Google Shape;5492;p47">
                <a:extLst>
                  <a:ext uri="{FF2B5EF4-FFF2-40B4-BE49-F238E27FC236}">
                    <a16:creationId xmlns:a16="http://schemas.microsoft.com/office/drawing/2014/main" id="{D3A9DCB2-2954-213A-C199-4B8560C3A54B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0" name="Google Shape;5493;p47">
                <a:extLst>
                  <a:ext uri="{FF2B5EF4-FFF2-40B4-BE49-F238E27FC236}">
                    <a16:creationId xmlns:a16="http://schemas.microsoft.com/office/drawing/2014/main" id="{C25DD8F2-97B6-0EF3-F0D1-040A423847CC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1" name="Google Shape;5494;p47">
                <a:extLst>
                  <a:ext uri="{FF2B5EF4-FFF2-40B4-BE49-F238E27FC236}">
                    <a16:creationId xmlns:a16="http://schemas.microsoft.com/office/drawing/2014/main" id="{84546F5F-B8D1-CED5-A3BE-3171C7CDDC23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2" name="Google Shape;5495;p47">
                <a:extLst>
                  <a:ext uri="{FF2B5EF4-FFF2-40B4-BE49-F238E27FC236}">
                    <a16:creationId xmlns:a16="http://schemas.microsoft.com/office/drawing/2014/main" id="{DEFC6EC3-C611-2B7B-9A40-7EEBD53ACA1A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3" name="Google Shape;5496;p47">
                <a:extLst>
                  <a:ext uri="{FF2B5EF4-FFF2-40B4-BE49-F238E27FC236}">
                    <a16:creationId xmlns:a16="http://schemas.microsoft.com/office/drawing/2014/main" id="{3D545FAC-0024-A933-E9FA-BAA4F493E61D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4" name="Google Shape;5497;p47">
                <a:extLst>
                  <a:ext uri="{FF2B5EF4-FFF2-40B4-BE49-F238E27FC236}">
                    <a16:creationId xmlns:a16="http://schemas.microsoft.com/office/drawing/2014/main" id="{AD79FC14-8BAA-4A40-E3DF-4E4760BC840E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5" name="Google Shape;5498;p47">
                <a:extLst>
                  <a:ext uri="{FF2B5EF4-FFF2-40B4-BE49-F238E27FC236}">
                    <a16:creationId xmlns:a16="http://schemas.microsoft.com/office/drawing/2014/main" id="{4FE5362F-390E-9AC3-01BC-F32D0892A68F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6" name="Google Shape;5499;p47">
              <a:extLst>
                <a:ext uri="{FF2B5EF4-FFF2-40B4-BE49-F238E27FC236}">
                  <a16:creationId xmlns:a16="http://schemas.microsoft.com/office/drawing/2014/main" id="{5E1410EB-FADD-8B02-58FE-FCC6018684F0}"/>
                </a:ext>
              </a:extLst>
            </p:cNvPr>
            <p:cNvGrpSpPr/>
            <p:nvPr/>
          </p:nvGrpSpPr>
          <p:grpSpPr>
            <a:xfrm>
              <a:off x="6459400" y="1053677"/>
              <a:ext cx="364101" cy="822618"/>
              <a:chOff x="-4142100" y="577427"/>
              <a:chExt cx="364101" cy="822618"/>
            </a:xfrm>
          </p:grpSpPr>
          <p:sp>
            <p:nvSpPr>
              <p:cNvPr id="1789" name="Google Shape;5500;p47">
                <a:extLst>
                  <a:ext uri="{FF2B5EF4-FFF2-40B4-BE49-F238E27FC236}">
                    <a16:creationId xmlns:a16="http://schemas.microsoft.com/office/drawing/2014/main" id="{449CC8AB-B155-B607-C0F4-CDC29A5AEE42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0" name="Google Shape;5501;p47">
                <a:extLst>
                  <a:ext uri="{FF2B5EF4-FFF2-40B4-BE49-F238E27FC236}">
                    <a16:creationId xmlns:a16="http://schemas.microsoft.com/office/drawing/2014/main" id="{78F0EF14-FD38-5AC0-5CE0-89D8DDB7FF7E}"/>
                  </a:ext>
                </a:extLst>
              </p:cNvPr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1" name="Google Shape;5502;p47">
                <a:extLst>
                  <a:ext uri="{FF2B5EF4-FFF2-40B4-BE49-F238E27FC236}">
                    <a16:creationId xmlns:a16="http://schemas.microsoft.com/office/drawing/2014/main" id="{4254C525-063A-D24E-9210-8CB1234DD3C4}"/>
                  </a:ext>
                </a:extLst>
              </p:cNvPr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2" name="Google Shape;5503;p47">
                <a:extLst>
                  <a:ext uri="{FF2B5EF4-FFF2-40B4-BE49-F238E27FC236}">
                    <a16:creationId xmlns:a16="http://schemas.microsoft.com/office/drawing/2014/main" id="{C09A4908-AB88-7A01-42E9-7B44E057AAEE}"/>
                  </a:ext>
                </a:extLst>
              </p:cNvPr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3" name="Google Shape;5504;p47">
                <a:extLst>
                  <a:ext uri="{FF2B5EF4-FFF2-40B4-BE49-F238E27FC236}">
                    <a16:creationId xmlns:a16="http://schemas.microsoft.com/office/drawing/2014/main" id="{8C929911-C2E4-A841-B61B-ABCFE977CABB}"/>
                  </a:ext>
                </a:extLst>
              </p:cNvPr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4" name="Google Shape;5505;p47">
                <a:extLst>
                  <a:ext uri="{FF2B5EF4-FFF2-40B4-BE49-F238E27FC236}">
                    <a16:creationId xmlns:a16="http://schemas.microsoft.com/office/drawing/2014/main" id="{DB3900CA-2E09-2CEA-8AFB-322FFD55D52B}"/>
                  </a:ext>
                </a:extLst>
              </p:cNvPr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5" name="Google Shape;5506;p47">
                <a:extLst>
                  <a:ext uri="{FF2B5EF4-FFF2-40B4-BE49-F238E27FC236}">
                    <a16:creationId xmlns:a16="http://schemas.microsoft.com/office/drawing/2014/main" id="{AD8F3B58-C93F-2AA5-E462-5ADC4B671279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6" name="Google Shape;5507;p47">
                <a:extLst>
                  <a:ext uri="{FF2B5EF4-FFF2-40B4-BE49-F238E27FC236}">
                    <a16:creationId xmlns:a16="http://schemas.microsoft.com/office/drawing/2014/main" id="{5187C6F0-27F0-875D-22B7-0A311342455A}"/>
                  </a:ext>
                </a:extLst>
              </p:cNvPr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7" name="Google Shape;5508;p47">
                <a:extLst>
                  <a:ext uri="{FF2B5EF4-FFF2-40B4-BE49-F238E27FC236}">
                    <a16:creationId xmlns:a16="http://schemas.microsoft.com/office/drawing/2014/main" id="{10EE1531-251C-AD0F-0A6E-14B13E4DA21D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8" name="Google Shape;5509;p47">
                <a:extLst>
                  <a:ext uri="{FF2B5EF4-FFF2-40B4-BE49-F238E27FC236}">
                    <a16:creationId xmlns:a16="http://schemas.microsoft.com/office/drawing/2014/main" id="{E26DB78C-0192-CCFA-4D6A-BC1BD6D2B3BB}"/>
                  </a:ext>
                </a:extLst>
              </p:cNvPr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9" name="Google Shape;5510;p47">
                <a:extLst>
                  <a:ext uri="{FF2B5EF4-FFF2-40B4-BE49-F238E27FC236}">
                    <a16:creationId xmlns:a16="http://schemas.microsoft.com/office/drawing/2014/main" id="{C4FEBBE2-E3C4-459A-2D2F-C0606078678D}"/>
                  </a:ext>
                </a:extLst>
              </p:cNvPr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0" name="Google Shape;5511;p47">
                <a:extLst>
                  <a:ext uri="{FF2B5EF4-FFF2-40B4-BE49-F238E27FC236}">
                    <a16:creationId xmlns:a16="http://schemas.microsoft.com/office/drawing/2014/main" id="{1986F420-7C25-2964-31C2-92E59261B4F7}"/>
                  </a:ext>
                </a:extLst>
              </p:cNvPr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1" name="Google Shape;5512;p47">
                <a:extLst>
                  <a:ext uri="{FF2B5EF4-FFF2-40B4-BE49-F238E27FC236}">
                    <a16:creationId xmlns:a16="http://schemas.microsoft.com/office/drawing/2014/main" id="{4B01385F-06D4-2EB7-64F4-B6289492B9CB}"/>
                  </a:ext>
                </a:extLst>
              </p:cNvPr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2" name="Google Shape;5513;p47">
                <a:extLst>
                  <a:ext uri="{FF2B5EF4-FFF2-40B4-BE49-F238E27FC236}">
                    <a16:creationId xmlns:a16="http://schemas.microsoft.com/office/drawing/2014/main" id="{0680C18B-BDF8-C769-8A37-41839D4114D0}"/>
                  </a:ext>
                </a:extLst>
              </p:cNvPr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3" name="Google Shape;5514;p47">
                <a:extLst>
                  <a:ext uri="{FF2B5EF4-FFF2-40B4-BE49-F238E27FC236}">
                    <a16:creationId xmlns:a16="http://schemas.microsoft.com/office/drawing/2014/main" id="{E6DD879D-8B5E-D58D-8D24-0442C8ED874B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4" name="Google Shape;5515;p47">
                <a:extLst>
                  <a:ext uri="{FF2B5EF4-FFF2-40B4-BE49-F238E27FC236}">
                    <a16:creationId xmlns:a16="http://schemas.microsoft.com/office/drawing/2014/main" id="{64B7299C-0D85-BE86-1B38-79868F0B291C}"/>
                  </a:ext>
                </a:extLst>
              </p:cNvPr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5" name="Google Shape;5516;p47">
                <a:extLst>
                  <a:ext uri="{FF2B5EF4-FFF2-40B4-BE49-F238E27FC236}">
                    <a16:creationId xmlns:a16="http://schemas.microsoft.com/office/drawing/2014/main" id="{D97ADE36-B9D6-0F54-313D-B1FC9D1D673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6" name="Google Shape;5517;p47">
                <a:extLst>
                  <a:ext uri="{FF2B5EF4-FFF2-40B4-BE49-F238E27FC236}">
                    <a16:creationId xmlns:a16="http://schemas.microsoft.com/office/drawing/2014/main" id="{838ACDFB-C8D9-BEE8-FE4F-8EACBF7F5DC6}"/>
                  </a:ext>
                </a:extLst>
              </p:cNvPr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7" name="Google Shape;5518;p47">
                <a:extLst>
                  <a:ext uri="{FF2B5EF4-FFF2-40B4-BE49-F238E27FC236}">
                    <a16:creationId xmlns:a16="http://schemas.microsoft.com/office/drawing/2014/main" id="{55CC4D96-EC07-5820-C4AB-29921CFFF50D}"/>
                  </a:ext>
                </a:extLst>
              </p:cNvPr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8" name="Google Shape;5519;p47">
                <a:extLst>
                  <a:ext uri="{FF2B5EF4-FFF2-40B4-BE49-F238E27FC236}">
                    <a16:creationId xmlns:a16="http://schemas.microsoft.com/office/drawing/2014/main" id="{EE994688-CB04-5506-9899-EB1A17F54934}"/>
                  </a:ext>
                </a:extLst>
              </p:cNvPr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9" name="Google Shape;5520;p47">
                <a:extLst>
                  <a:ext uri="{FF2B5EF4-FFF2-40B4-BE49-F238E27FC236}">
                    <a16:creationId xmlns:a16="http://schemas.microsoft.com/office/drawing/2014/main" id="{85862700-D84B-0295-4BBD-46146CB10B67}"/>
                  </a:ext>
                </a:extLst>
              </p:cNvPr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0" name="Google Shape;5521;p47">
                <a:extLst>
                  <a:ext uri="{FF2B5EF4-FFF2-40B4-BE49-F238E27FC236}">
                    <a16:creationId xmlns:a16="http://schemas.microsoft.com/office/drawing/2014/main" id="{EEC6000E-A88D-68FA-6851-D45D4DAEBA4A}"/>
                  </a:ext>
                </a:extLst>
              </p:cNvPr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1" name="Google Shape;5522;p47">
                <a:extLst>
                  <a:ext uri="{FF2B5EF4-FFF2-40B4-BE49-F238E27FC236}">
                    <a16:creationId xmlns:a16="http://schemas.microsoft.com/office/drawing/2014/main" id="{B0998540-E77A-334A-56B4-86B21E9B2F82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2" name="Google Shape;5523;p47">
                <a:extLst>
                  <a:ext uri="{FF2B5EF4-FFF2-40B4-BE49-F238E27FC236}">
                    <a16:creationId xmlns:a16="http://schemas.microsoft.com/office/drawing/2014/main" id="{AEBC0C9C-F5B0-1D0F-618F-3FD1D958A16B}"/>
                  </a:ext>
                </a:extLst>
              </p:cNvPr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3" name="Google Shape;5524;p47">
                <a:extLst>
                  <a:ext uri="{FF2B5EF4-FFF2-40B4-BE49-F238E27FC236}">
                    <a16:creationId xmlns:a16="http://schemas.microsoft.com/office/drawing/2014/main" id="{39FFE2DC-6C49-5F09-8C03-286E813EDF4B}"/>
                  </a:ext>
                </a:extLst>
              </p:cNvPr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4" name="Google Shape;5525;p47">
                <a:extLst>
                  <a:ext uri="{FF2B5EF4-FFF2-40B4-BE49-F238E27FC236}">
                    <a16:creationId xmlns:a16="http://schemas.microsoft.com/office/drawing/2014/main" id="{0F481EEF-FBE5-12FC-F502-5572B9317468}"/>
                  </a:ext>
                </a:extLst>
              </p:cNvPr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5" name="Google Shape;5526;p47">
                <a:extLst>
                  <a:ext uri="{FF2B5EF4-FFF2-40B4-BE49-F238E27FC236}">
                    <a16:creationId xmlns:a16="http://schemas.microsoft.com/office/drawing/2014/main" id="{918CE0DF-3C6F-B81E-395B-FD1304A18B75}"/>
                  </a:ext>
                </a:extLst>
              </p:cNvPr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6" name="Google Shape;5527;p47">
                <a:extLst>
                  <a:ext uri="{FF2B5EF4-FFF2-40B4-BE49-F238E27FC236}">
                    <a16:creationId xmlns:a16="http://schemas.microsoft.com/office/drawing/2014/main" id="{315442BB-93C2-9F45-3352-D62F59E7A745}"/>
                  </a:ext>
                </a:extLst>
              </p:cNvPr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7" name="Google Shape;5528;p47">
                <a:extLst>
                  <a:ext uri="{FF2B5EF4-FFF2-40B4-BE49-F238E27FC236}">
                    <a16:creationId xmlns:a16="http://schemas.microsoft.com/office/drawing/2014/main" id="{5AA82480-2E7C-3E30-F60E-540771ADB05B}"/>
                  </a:ext>
                </a:extLst>
              </p:cNvPr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8" name="Google Shape;5529;p47">
                <a:extLst>
                  <a:ext uri="{FF2B5EF4-FFF2-40B4-BE49-F238E27FC236}">
                    <a16:creationId xmlns:a16="http://schemas.microsoft.com/office/drawing/2014/main" id="{4E1C7123-7E78-FDEA-DC4D-6A53FBEB558F}"/>
                  </a:ext>
                </a:extLst>
              </p:cNvPr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9" name="Google Shape;5530;p47">
                <a:extLst>
                  <a:ext uri="{FF2B5EF4-FFF2-40B4-BE49-F238E27FC236}">
                    <a16:creationId xmlns:a16="http://schemas.microsoft.com/office/drawing/2014/main" id="{D7D9E314-6C9E-86E6-835E-A91441F02793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0" name="Google Shape;5531;p47">
                <a:extLst>
                  <a:ext uri="{FF2B5EF4-FFF2-40B4-BE49-F238E27FC236}">
                    <a16:creationId xmlns:a16="http://schemas.microsoft.com/office/drawing/2014/main" id="{DEDB66A6-AC49-C07C-47F9-562D02A65511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1" name="Google Shape;5532;p47">
                <a:extLst>
                  <a:ext uri="{FF2B5EF4-FFF2-40B4-BE49-F238E27FC236}">
                    <a16:creationId xmlns:a16="http://schemas.microsoft.com/office/drawing/2014/main" id="{4F902206-43F0-9B66-0053-52D96AE64B92}"/>
                  </a:ext>
                </a:extLst>
              </p:cNvPr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2" name="Google Shape;5533;p47">
                <a:extLst>
                  <a:ext uri="{FF2B5EF4-FFF2-40B4-BE49-F238E27FC236}">
                    <a16:creationId xmlns:a16="http://schemas.microsoft.com/office/drawing/2014/main" id="{96B92501-7E82-4D36-84C6-C960F21ADA89}"/>
                  </a:ext>
                </a:extLst>
              </p:cNvPr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3" name="Google Shape;5534;p47">
                <a:extLst>
                  <a:ext uri="{FF2B5EF4-FFF2-40B4-BE49-F238E27FC236}">
                    <a16:creationId xmlns:a16="http://schemas.microsoft.com/office/drawing/2014/main" id="{148C0205-5AD5-36AB-75CC-B9A7468321BA}"/>
                  </a:ext>
                </a:extLst>
              </p:cNvPr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4" name="Google Shape;5535;p47">
                <a:extLst>
                  <a:ext uri="{FF2B5EF4-FFF2-40B4-BE49-F238E27FC236}">
                    <a16:creationId xmlns:a16="http://schemas.microsoft.com/office/drawing/2014/main" id="{2A4DD80A-E775-5963-1C68-34E4AB98A79E}"/>
                  </a:ext>
                </a:extLst>
              </p:cNvPr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5" name="Google Shape;5536;p47">
                <a:extLst>
                  <a:ext uri="{FF2B5EF4-FFF2-40B4-BE49-F238E27FC236}">
                    <a16:creationId xmlns:a16="http://schemas.microsoft.com/office/drawing/2014/main" id="{56BC0658-E865-594A-B187-EDC0AE857737}"/>
                  </a:ext>
                </a:extLst>
              </p:cNvPr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6" name="Google Shape;5537;p47">
                <a:extLst>
                  <a:ext uri="{FF2B5EF4-FFF2-40B4-BE49-F238E27FC236}">
                    <a16:creationId xmlns:a16="http://schemas.microsoft.com/office/drawing/2014/main" id="{CFBBC198-0B21-25BB-618C-18C647FF684E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7" name="Google Shape;5538;p47">
                <a:extLst>
                  <a:ext uri="{FF2B5EF4-FFF2-40B4-BE49-F238E27FC236}">
                    <a16:creationId xmlns:a16="http://schemas.microsoft.com/office/drawing/2014/main" id="{6A0CC9F5-D888-B28A-AD18-7275CE251B26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8" name="Google Shape;5539;p47">
                <a:extLst>
                  <a:ext uri="{FF2B5EF4-FFF2-40B4-BE49-F238E27FC236}">
                    <a16:creationId xmlns:a16="http://schemas.microsoft.com/office/drawing/2014/main" id="{3FB7DC9E-5255-5A24-5F04-1EAEBBE465E1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9" name="Google Shape;5540;p47">
                <a:extLst>
                  <a:ext uri="{FF2B5EF4-FFF2-40B4-BE49-F238E27FC236}">
                    <a16:creationId xmlns:a16="http://schemas.microsoft.com/office/drawing/2014/main" id="{9FF92B51-373B-80C6-CAB9-A4DB96CBBD50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0" name="Google Shape;5541;p47">
                <a:extLst>
                  <a:ext uri="{FF2B5EF4-FFF2-40B4-BE49-F238E27FC236}">
                    <a16:creationId xmlns:a16="http://schemas.microsoft.com/office/drawing/2014/main" id="{E854A965-58E9-9A52-CF4E-0888D62D795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1" name="Google Shape;5542;p47">
                <a:extLst>
                  <a:ext uri="{FF2B5EF4-FFF2-40B4-BE49-F238E27FC236}">
                    <a16:creationId xmlns:a16="http://schemas.microsoft.com/office/drawing/2014/main" id="{E242DA3A-B1A3-8838-0459-97C25EDBAF37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2" name="Google Shape;5543;p47">
                <a:extLst>
                  <a:ext uri="{FF2B5EF4-FFF2-40B4-BE49-F238E27FC236}">
                    <a16:creationId xmlns:a16="http://schemas.microsoft.com/office/drawing/2014/main" id="{76C367BE-20EB-1DD9-B7E0-49E2304827DE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3" name="Google Shape;5544;p47">
                <a:extLst>
                  <a:ext uri="{FF2B5EF4-FFF2-40B4-BE49-F238E27FC236}">
                    <a16:creationId xmlns:a16="http://schemas.microsoft.com/office/drawing/2014/main" id="{666F8A0B-2B66-E52D-B530-1D5938317510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7" name="Google Shape;5545;p47">
              <a:extLst>
                <a:ext uri="{FF2B5EF4-FFF2-40B4-BE49-F238E27FC236}">
                  <a16:creationId xmlns:a16="http://schemas.microsoft.com/office/drawing/2014/main" id="{AC131702-8488-D31D-7CD3-C86EECC88D41}"/>
                </a:ext>
              </a:extLst>
            </p:cNvPr>
            <p:cNvGrpSpPr/>
            <p:nvPr/>
          </p:nvGrpSpPr>
          <p:grpSpPr>
            <a:xfrm>
              <a:off x="6049017" y="3621184"/>
              <a:ext cx="304008" cy="564114"/>
              <a:chOff x="6058230" y="-2567239"/>
              <a:chExt cx="663194" cy="1230616"/>
            </a:xfrm>
          </p:grpSpPr>
          <p:sp>
            <p:nvSpPr>
              <p:cNvPr id="1755" name="Google Shape;5546;p47">
                <a:extLst>
                  <a:ext uri="{FF2B5EF4-FFF2-40B4-BE49-F238E27FC236}">
                    <a16:creationId xmlns:a16="http://schemas.microsoft.com/office/drawing/2014/main" id="{2946EB30-AE38-6F83-AE99-0098EA034270}"/>
                  </a:ext>
                </a:extLst>
              </p:cNvPr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6" name="Google Shape;5547;p47">
                <a:extLst>
                  <a:ext uri="{FF2B5EF4-FFF2-40B4-BE49-F238E27FC236}">
                    <a16:creationId xmlns:a16="http://schemas.microsoft.com/office/drawing/2014/main" id="{5FA7553D-4A5B-B9E0-BC4A-2A481CA28235}"/>
                  </a:ext>
                </a:extLst>
              </p:cNvPr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7" name="Google Shape;5548;p47">
                <a:extLst>
                  <a:ext uri="{FF2B5EF4-FFF2-40B4-BE49-F238E27FC236}">
                    <a16:creationId xmlns:a16="http://schemas.microsoft.com/office/drawing/2014/main" id="{50438FB3-3059-E4AA-71C9-A46A041E6109}"/>
                  </a:ext>
                </a:extLst>
              </p:cNvPr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8" name="Google Shape;5549;p47">
                <a:extLst>
                  <a:ext uri="{FF2B5EF4-FFF2-40B4-BE49-F238E27FC236}">
                    <a16:creationId xmlns:a16="http://schemas.microsoft.com/office/drawing/2014/main" id="{E18017DC-907F-50AE-9C75-B05D0DC81144}"/>
                  </a:ext>
                </a:extLst>
              </p:cNvPr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9" name="Google Shape;5550;p47">
                <a:extLst>
                  <a:ext uri="{FF2B5EF4-FFF2-40B4-BE49-F238E27FC236}">
                    <a16:creationId xmlns:a16="http://schemas.microsoft.com/office/drawing/2014/main" id="{F5C85D2E-574E-BDB5-B6E5-C3B08F7E1240}"/>
                  </a:ext>
                </a:extLst>
              </p:cNvPr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0" name="Google Shape;5551;p47">
                <a:extLst>
                  <a:ext uri="{FF2B5EF4-FFF2-40B4-BE49-F238E27FC236}">
                    <a16:creationId xmlns:a16="http://schemas.microsoft.com/office/drawing/2014/main" id="{89823353-3CCF-8084-7AFB-812074D3CF09}"/>
                  </a:ext>
                </a:extLst>
              </p:cNvPr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1" name="Google Shape;5552;p47">
                <a:extLst>
                  <a:ext uri="{FF2B5EF4-FFF2-40B4-BE49-F238E27FC236}">
                    <a16:creationId xmlns:a16="http://schemas.microsoft.com/office/drawing/2014/main" id="{F4105699-92DE-3D45-30A5-5369F8BE30DB}"/>
                  </a:ext>
                </a:extLst>
              </p:cNvPr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2" name="Google Shape;5553;p47">
                <a:extLst>
                  <a:ext uri="{FF2B5EF4-FFF2-40B4-BE49-F238E27FC236}">
                    <a16:creationId xmlns:a16="http://schemas.microsoft.com/office/drawing/2014/main" id="{D69BB3F6-ED52-69D0-A78E-14A0D69AA688}"/>
                  </a:ext>
                </a:extLst>
              </p:cNvPr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3" name="Google Shape;5554;p47">
                <a:extLst>
                  <a:ext uri="{FF2B5EF4-FFF2-40B4-BE49-F238E27FC236}">
                    <a16:creationId xmlns:a16="http://schemas.microsoft.com/office/drawing/2014/main" id="{6F903992-66A5-251C-303C-47A3C7744A8C}"/>
                  </a:ext>
                </a:extLst>
              </p:cNvPr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4" name="Google Shape;5555;p47">
                <a:extLst>
                  <a:ext uri="{FF2B5EF4-FFF2-40B4-BE49-F238E27FC236}">
                    <a16:creationId xmlns:a16="http://schemas.microsoft.com/office/drawing/2014/main" id="{3391CF07-5A56-CE27-E20A-E9F612E3B760}"/>
                  </a:ext>
                </a:extLst>
              </p:cNvPr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5" name="Google Shape;5556;p47">
                <a:extLst>
                  <a:ext uri="{FF2B5EF4-FFF2-40B4-BE49-F238E27FC236}">
                    <a16:creationId xmlns:a16="http://schemas.microsoft.com/office/drawing/2014/main" id="{5FE98A4F-4C22-5FB2-5318-1370409152D0}"/>
                  </a:ext>
                </a:extLst>
              </p:cNvPr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6" name="Google Shape;5557;p47">
                <a:extLst>
                  <a:ext uri="{FF2B5EF4-FFF2-40B4-BE49-F238E27FC236}">
                    <a16:creationId xmlns:a16="http://schemas.microsoft.com/office/drawing/2014/main" id="{0CB88DA9-7DDA-763A-4FE9-7E7E7995F93B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7" name="Google Shape;5558;p47">
                <a:extLst>
                  <a:ext uri="{FF2B5EF4-FFF2-40B4-BE49-F238E27FC236}">
                    <a16:creationId xmlns:a16="http://schemas.microsoft.com/office/drawing/2014/main" id="{A9E7666C-53DC-C598-55C2-F0305088B866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8" name="Google Shape;5559;p47">
                <a:extLst>
                  <a:ext uri="{FF2B5EF4-FFF2-40B4-BE49-F238E27FC236}">
                    <a16:creationId xmlns:a16="http://schemas.microsoft.com/office/drawing/2014/main" id="{738772DF-3BAB-38D3-AF16-C2AC893ACB4A}"/>
                  </a:ext>
                </a:extLst>
              </p:cNvPr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9" name="Google Shape;5560;p47">
                <a:extLst>
                  <a:ext uri="{FF2B5EF4-FFF2-40B4-BE49-F238E27FC236}">
                    <a16:creationId xmlns:a16="http://schemas.microsoft.com/office/drawing/2014/main" id="{365F8199-5A7F-14C8-42DF-902C2F08BED0}"/>
                  </a:ext>
                </a:extLst>
              </p:cNvPr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0" name="Google Shape;5561;p47">
                <a:extLst>
                  <a:ext uri="{FF2B5EF4-FFF2-40B4-BE49-F238E27FC236}">
                    <a16:creationId xmlns:a16="http://schemas.microsoft.com/office/drawing/2014/main" id="{E5E0895E-1948-F868-3756-BEB0FAB4A04C}"/>
                  </a:ext>
                </a:extLst>
              </p:cNvPr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1" name="Google Shape;5562;p47">
                <a:extLst>
                  <a:ext uri="{FF2B5EF4-FFF2-40B4-BE49-F238E27FC236}">
                    <a16:creationId xmlns:a16="http://schemas.microsoft.com/office/drawing/2014/main" id="{9EE27B2B-A535-19BE-F164-604354C89667}"/>
                  </a:ext>
                </a:extLst>
              </p:cNvPr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2" name="Google Shape;5563;p47">
                <a:extLst>
                  <a:ext uri="{FF2B5EF4-FFF2-40B4-BE49-F238E27FC236}">
                    <a16:creationId xmlns:a16="http://schemas.microsoft.com/office/drawing/2014/main" id="{05AE9DE4-2743-00D8-986D-13041426BDB1}"/>
                  </a:ext>
                </a:extLst>
              </p:cNvPr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3" name="Google Shape;5564;p47">
                <a:extLst>
                  <a:ext uri="{FF2B5EF4-FFF2-40B4-BE49-F238E27FC236}">
                    <a16:creationId xmlns:a16="http://schemas.microsoft.com/office/drawing/2014/main" id="{EF1E42F6-5973-9280-E4AB-21F3CD408F00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4" name="Google Shape;5565;p47">
                <a:extLst>
                  <a:ext uri="{FF2B5EF4-FFF2-40B4-BE49-F238E27FC236}">
                    <a16:creationId xmlns:a16="http://schemas.microsoft.com/office/drawing/2014/main" id="{0E9EE977-4DE5-BEDA-4D1D-C558481B85AC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5" name="Google Shape;5566;p47">
                <a:extLst>
                  <a:ext uri="{FF2B5EF4-FFF2-40B4-BE49-F238E27FC236}">
                    <a16:creationId xmlns:a16="http://schemas.microsoft.com/office/drawing/2014/main" id="{9A4DE0C2-D865-5A21-7563-01BD431A0E91}"/>
                  </a:ext>
                </a:extLst>
              </p:cNvPr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6" name="Google Shape;5567;p47">
                <a:extLst>
                  <a:ext uri="{FF2B5EF4-FFF2-40B4-BE49-F238E27FC236}">
                    <a16:creationId xmlns:a16="http://schemas.microsoft.com/office/drawing/2014/main" id="{633285B9-E684-1C31-5C0B-309B86A44E9B}"/>
                  </a:ext>
                </a:extLst>
              </p:cNvPr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7" name="Google Shape;5568;p47">
                <a:extLst>
                  <a:ext uri="{FF2B5EF4-FFF2-40B4-BE49-F238E27FC236}">
                    <a16:creationId xmlns:a16="http://schemas.microsoft.com/office/drawing/2014/main" id="{3E08118D-E283-47A5-752D-A63C2A108EEE}"/>
                  </a:ext>
                </a:extLst>
              </p:cNvPr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8" name="Google Shape;5569;p47">
                <a:extLst>
                  <a:ext uri="{FF2B5EF4-FFF2-40B4-BE49-F238E27FC236}">
                    <a16:creationId xmlns:a16="http://schemas.microsoft.com/office/drawing/2014/main" id="{C279831E-DF2F-556A-0F73-C94FD2424AEE}"/>
                  </a:ext>
                </a:extLst>
              </p:cNvPr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9" name="Google Shape;5570;p47">
                <a:extLst>
                  <a:ext uri="{FF2B5EF4-FFF2-40B4-BE49-F238E27FC236}">
                    <a16:creationId xmlns:a16="http://schemas.microsoft.com/office/drawing/2014/main" id="{64007973-15ED-1803-4056-440CFDAFBEC7}"/>
                  </a:ext>
                </a:extLst>
              </p:cNvPr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0" name="Google Shape;5571;p47">
                <a:extLst>
                  <a:ext uri="{FF2B5EF4-FFF2-40B4-BE49-F238E27FC236}">
                    <a16:creationId xmlns:a16="http://schemas.microsoft.com/office/drawing/2014/main" id="{31DE9849-08B7-8AA5-F9C1-F2D28C549066}"/>
                  </a:ext>
                </a:extLst>
              </p:cNvPr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1" name="Google Shape;5572;p47">
                <a:extLst>
                  <a:ext uri="{FF2B5EF4-FFF2-40B4-BE49-F238E27FC236}">
                    <a16:creationId xmlns:a16="http://schemas.microsoft.com/office/drawing/2014/main" id="{648AE4CC-A9E6-6112-82F5-4E8AF3EED867}"/>
                  </a:ext>
                </a:extLst>
              </p:cNvPr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2" name="Google Shape;5573;p47">
                <a:extLst>
                  <a:ext uri="{FF2B5EF4-FFF2-40B4-BE49-F238E27FC236}">
                    <a16:creationId xmlns:a16="http://schemas.microsoft.com/office/drawing/2014/main" id="{6F70E978-893B-A9F9-AAED-9F9F4629802A}"/>
                  </a:ext>
                </a:extLst>
              </p:cNvPr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3" name="Google Shape;5574;p47">
                <a:extLst>
                  <a:ext uri="{FF2B5EF4-FFF2-40B4-BE49-F238E27FC236}">
                    <a16:creationId xmlns:a16="http://schemas.microsoft.com/office/drawing/2014/main" id="{1D095512-5C2E-A5DA-A658-A9695A36D346}"/>
                  </a:ext>
                </a:extLst>
              </p:cNvPr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4" name="Google Shape;5575;p47">
                <a:extLst>
                  <a:ext uri="{FF2B5EF4-FFF2-40B4-BE49-F238E27FC236}">
                    <a16:creationId xmlns:a16="http://schemas.microsoft.com/office/drawing/2014/main" id="{4E402D02-436D-2D86-E866-8D397B8971E4}"/>
                  </a:ext>
                </a:extLst>
              </p:cNvPr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5" name="Google Shape;5576;p47">
                <a:extLst>
                  <a:ext uri="{FF2B5EF4-FFF2-40B4-BE49-F238E27FC236}">
                    <a16:creationId xmlns:a16="http://schemas.microsoft.com/office/drawing/2014/main" id="{2FBC5EC7-3069-C92F-445D-653400685539}"/>
                  </a:ext>
                </a:extLst>
              </p:cNvPr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6" name="Google Shape;5577;p47">
                <a:extLst>
                  <a:ext uri="{FF2B5EF4-FFF2-40B4-BE49-F238E27FC236}">
                    <a16:creationId xmlns:a16="http://schemas.microsoft.com/office/drawing/2014/main" id="{68AFEC98-993E-4E08-EDBA-DA6FC7763B75}"/>
                  </a:ext>
                </a:extLst>
              </p:cNvPr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7" name="Google Shape;5578;p47">
                <a:extLst>
                  <a:ext uri="{FF2B5EF4-FFF2-40B4-BE49-F238E27FC236}">
                    <a16:creationId xmlns:a16="http://schemas.microsoft.com/office/drawing/2014/main" id="{ACADAE70-71E3-07AD-F889-FC9834923A82}"/>
                  </a:ext>
                </a:extLst>
              </p:cNvPr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8" name="Google Shape;5579;p47">
                <a:extLst>
                  <a:ext uri="{FF2B5EF4-FFF2-40B4-BE49-F238E27FC236}">
                    <a16:creationId xmlns:a16="http://schemas.microsoft.com/office/drawing/2014/main" id="{82BCB2A4-1A52-21FE-0349-C60909CC9CA6}"/>
                  </a:ext>
                </a:extLst>
              </p:cNvPr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8" name="Google Shape;5580;p47">
              <a:extLst>
                <a:ext uri="{FF2B5EF4-FFF2-40B4-BE49-F238E27FC236}">
                  <a16:creationId xmlns:a16="http://schemas.microsoft.com/office/drawing/2014/main" id="{DE0F1AD6-265E-695E-EDDC-5A19A5C7A60C}"/>
                </a:ext>
              </a:extLst>
            </p:cNvPr>
            <p:cNvGrpSpPr/>
            <p:nvPr/>
          </p:nvGrpSpPr>
          <p:grpSpPr>
            <a:xfrm>
              <a:off x="7798664" y="783526"/>
              <a:ext cx="516340" cy="1362905"/>
              <a:chOff x="9791151" y="-1806999"/>
              <a:chExt cx="516340" cy="1362905"/>
            </a:xfrm>
          </p:grpSpPr>
          <p:sp>
            <p:nvSpPr>
              <p:cNvPr id="1712" name="Google Shape;5581;p47">
                <a:extLst>
                  <a:ext uri="{FF2B5EF4-FFF2-40B4-BE49-F238E27FC236}">
                    <a16:creationId xmlns:a16="http://schemas.microsoft.com/office/drawing/2014/main" id="{477E673C-E29B-53F4-D490-C10AC3A03A87}"/>
                  </a:ext>
                </a:extLst>
              </p:cNvPr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3" name="Google Shape;5582;p47">
                <a:extLst>
                  <a:ext uri="{FF2B5EF4-FFF2-40B4-BE49-F238E27FC236}">
                    <a16:creationId xmlns:a16="http://schemas.microsoft.com/office/drawing/2014/main" id="{6BF7D06F-8C5E-37E0-E0BB-AA6B024BDEBB}"/>
                  </a:ext>
                </a:extLst>
              </p:cNvPr>
              <p:cNvSpPr/>
              <p:nvPr/>
            </p:nvSpPr>
            <p:spPr>
              <a:xfrm>
                <a:off x="9989978" y="-884287"/>
                <a:ext cx="15520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4" name="Google Shape;5583;p47">
                <a:extLst>
                  <a:ext uri="{FF2B5EF4-FFF2-40B4-BE49-F238E27FC236}">
                    <a16:creationId xmlns:a16="http://schemas.microsoft.com/office/drawing/2014/main" id="{A71D711D-7EB2-4306-D711-3AE8FBA0C4A8}"/>
                  </a:ext>
                </a:extLst>
              </p:cNvPr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5" name="Google Shape;5584;p47">
                <a:extLst>
                  <a:ext uri="{FF2B5EF4-FFF2-40B4-BE49-F238E27FC236}">
                    <a16:creationId xmlns:a16="http://schemas.microsoft.com/office/drawing/2014/main" id="{05F37F18-ED3B-0A8B-2A2B-6DDF2F346342}"/>
                  </a:ext>
                </a:extLst>
              </p:cNvPr>
              <p:cNvSpPr/>
              <p:nvPr/>
            </p:nvSpPr>
            <p:spPr>
              <a:xfrm>
                <a:off x="9986057" y="-876608"/>
                <a:ext cx="19441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6" name="Google Shape;5585;p47">
                <a:extLst>
                  <a:ext uri="{FF2B5EF4-FFF2-40B4-BE49-F238E27FC236}">
                    <a16:creationId xmlns:a16="http://schemas.microsoft.com/office/drawing/2014/main" id="{F187A255-F628-2542-345E-FD048433E72E}"/>
                  </a:ext>
                </a:extLst>
              </p:cNvPr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7" name="Google Shape;5586;p47">
                <a:extLst>
                  <a:ext uri="{FF2B5EF4-FFF2-40B4-BE49-F238E27FC236}">
                    <a16:creationId xmlns:a16="http://schemas.microsoft.com/office/drawing/2014/main" id="{8D6F33CC-6617-008A-0C68-524F38F8C2E6}"/>
                  </a:ext>
                </a:extLst>
              </p:cNvPr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8" name="Google Shape;5587;p47">
                <a:extLst>
                  <a:ext uri="{FF2B5EF4-FFF2-40B4-BE49-F238E27FC236}">
                    <a16:creationId xmlns:a16="http://schemas.microsoft.com/office/drawing/2014/main" id="{9AB84269-7138-6296-2849-242B98E169E8}"/>
                  </a:ext>
                </a:extLst>
              </p:cNvPr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9" name="Google Shape;5588;p47">
                <a:extLst>
                  <a:ext uri="{FF2B5EF4-FFF2-40B4-BE49-F238E27FC236}">
                    <a16:creationId xmlns:a16="http://schemas.microsoft.com/office/drawing/2014/main" id="{DB64690A-DC50-1BA5-DA50-3DB23F2CB011}"/>
                  </a:ext>
                </a:extLst>
              </p:cNvPr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0" name="Google Shape;5589;p47">
                <a:extLst>
                  <a:ext uri="{FF2B5EF4-FFF2-40B4-BE49-F238E27FC236}">
                    <a16:creationId xmlns:a16="http://schemas.microsoft.com/office/drawing/2014/main" id="{12CB47D7-C458-FC96-A4E0-797A16287E55}"/>
                  </a:ext>
                </a:extLst>
              </p:cNvPr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1" name="Google Shape;5590;p47">
                <a:extLst>
                  <a:ext uri="{FF2B5EF4-FFF2-40B4-BE49-F238E27FC236}">
                    <a16:creationId xmlns:a16="http://schemas.microsoft.com/office/drawing/2014/main" id="{C3661BC0-6A3D-99A0-0AAD-758A67116F71}"/>
                  </a:ext>
                </a:extLst>
              </p:cNvPr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2" name="Google Shape;5591;p47">
                <a:extLst>
                  <a:ext uri="{FF2B5EF4-FFF2-40B4-BE49-F238E27FC236}">
                    <a16:creationId xmlns:a16="http://schemas.microsoft.com/office/drawing/2014/main" id="{E9838FD0-3892-B816-36CB-81D5A6B9CE7C}"/>
                  </a:ext>
                </a:extLst>
              </p:cNvPr>
              <p:cNvSpPr/>
              <p:nvPr/>
            </p:nvSpPr>
            <p:spPr>
              <a:xfrm>
                <a:off x="10111529" y="-953732"/>
                <a:ext cx="11763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3" name="Google Shape;5592;p47">
                <a:extLst>
                  <a:ext uri="{FF2B5EF4-FFF2-40B4-BE49-F238E27FC236}">
                    <a16:creationId xmlns:a16="http://schemas.microsoft.com/office/drawing/2014/main" id="{27492D97-40B7-6564-997A-8B53446AB997}"/>
                  </a:ext>
                </a:extLst>
              </p:cNvPr>
              <p:cNvSpPr/>
              <p:nvPr/>
            </p:nvSpPr>
            <p:spPr>
              <a:xfrm>
                <a:off x="10123128" y="-955692"/>
                <a:ext cx="21402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4" name="Google Shape;5593;p47">
                <a:extLst>
                  <a:ext uri="{FF2B5EF4-FFF2-40B4-BE49-F238E27FC236}">
                    <a16:creationId xmlns:a16="http://schemas.microsoft.com/office/drawing/2014/main" id="{A7357154-448C-F6CD-6522-15F6C03D639D}"/>
                  </a:ext>
                </a:extLst>
              </p:cNvPr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5" name="Google Shape;5594;p47">
                <a:extLst>
                  <a:ext uri="{FF2B5EF4-FFF2-40B4-BE49-F238E27FC236}">
                    <a16:creationId xmlns:a16="http://schemas.microsoft.com/office/drawing/2014/main" id="{82083388-2F07-E163-061A-AB22DB2475E3}"/>
                  </a:ext>
                </a:extLst>
              </p:cNvPr>
              <p:cNvSpPr/>
              <p:nvPr/>
            </p:nvSpPr>
            <p:spPr>
              <a:xfrm>
                <a:off x="10090290" y="-1179549"/>
                <a:ext cx="71557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6" name="Google Shape;5595;p47">
                <a:extLst>
                  <a:ext uri="{FF2B5EF4-FFF2-40B4-BE49-F238E27FC236}">
                    <a16:creationId xmlns:a16="http://schemas.microsoft.com/office/drawing/2014/main" id="{0F6F4891-1AE8-51B9-F718-C9B269A19075}"/>
                  </a:ext>
                </a:extLst>
              </p:cNvPr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7" name="Google Shape;5596;p47">
                <a:extLst>
                  <a:ext uri="{FF2B5EF4-FFF2-40B4-BE49-F238E27FC236}">
                    <a16:creationId xmlns:a16="http://schemas.microsoft.com/office/drawing/2014/main" id="{E9962907-0C53-F158-699C-DB23CAFC15FD}"/>
                  </a:ext>
                </a:extLst>
              </p:cNvPr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8" name="Google Shape;5597;p47">
                <a:extLst>
                  <a:ext uri="{FF2B5EF4-FFF2-40B4-BE49-F238E27FC236}">
                    <a16:creationId xmlns:a16="http://schemas.microsoft.com/office/drawing/2014/main" id="{15BD5CBD-DA98-5F73-B216-CF7F20735FD9}"/>
                  </a:ext>
                </a:extLst>
              </p:cNvPr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9" name="Google Shape;5598;p47">
                <a:extLst>
                  <a:ext uri="{FF2B5EF4-FFF2-40B4-BE49-F238E27FC236}">
                    <a16:creationId xmlns:a16="http://schemas.microsoft.com/office/drawing/2014/main" id="{359CAF1D-5076-9363-0512-0407381DD0B0}"/>
                  </a:ext>
                </a:extLst>
              </p:cNvPr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0" name="Google Shape;5599;p47">
                <a:extLst>
                  <a:ext uri="{FF2B5EF4-FFF2-40B4-BE49-F238E27FC236}">
                    <a16:creationId xmlns:a16="http://schemas.microsoft.com/office/drawing/2014/main" id="{419B4E4B-D2EC-C592-5F58-D0BC40A6D12C}"/>
                  </a:ext>
                </a:extLst>
              </p:cNvPr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1" name="Google Shape;5600;p47">
                <a:extLst>
                  <a:ext uri="{FF2B5EF4-FFF2-40B4-BE49-F238E27FC236}">
                    <a16:creationId xmlns:a16="http://schemas.microsoft.com/office/drawing/2014/main" id="{A263334C-7038-BD65-F6B3-27608725E974}"/>
                  </a:ext>
                </a:extLst>
              </p:cNvPr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2" name="Google Shape;5601;p47">
                <a:extLst>
                  <a:ext uri="{FF2B5EF4-FFF2-40B4-BE49-F238E27FC236}">
                    <a16:creationId xmlns:a16="http://schemas.microsoft.com/office/drawing/2014/main" id="{44ABA258-F3AF-E970-59D8-474CFF203B77}"/>
                  </a:ext>
                </a:extLst>
              </p:cNvPr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3" name="Google Shape;5602;p47">
                <a:extLst>
                  <a:ext uri="{FF2B5EF4-FFF2-40B4-BE49-F238E27FC236}">
                    <a16:creationId xmlns:a16="http://schemas.microsoft.com/office/drawing/2014/main" id="{540707AE-FE43-ADF1-67AB-18BBD5C865C9}"/>
                  </a:ext>
                </a:extLst>
              </p:cNvPr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4" name="Google Shape;5603;p47">
                <a:extLst>
                  <a:ext uri="{FF2B5EF4-FFF2-40B4-BE49-F238E27FC236}">
                    <a16:creationId xmlns:a16="http://schemas.microsoft.com/office/drawing/2014/main" id="{91243895-5510-2345-03C6-FB9AF69746CE}"/>
                  </a:ext>
                </a:extLst>
              </p:cNvPr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5" name="Google Shape;5604;p47">
                <a:extLst>
                  <a:ext uri="{FF2B5EF4-FFF2-40B4-BE49-F238E27FC236}">
                    <a16:creationId xmlns:a16="http://schemas.microsoft.com/office/drawing/2014/main" id="{021D71DD-C3D7-1F79-3381-63FB38AA39BC}"/>
                  </a:ext>
                </a:extLst>
              </p:cNvPr>
              <p:cNvSpPr/>
              <p:nvPr/>
            </p:nvSpPr>
            <p:spPr>
              <a:xfrm>
                <a:off x="10223440" y="-1243274"/>
                <a:ext cx="61918" cy="26258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6" name="Google Shape;5605;p47">
                <a:extLst>
                  <a:ext uri="{FF2B5EF4-FFF2-40B4-BE49-F238E27FC236}">
                    <a16:creationId xmlns:a16="http://schemas.microsoft.com/office/drawing/2014/main" id="{5BC4BBCA-A734-DEDD-CE92-B862A569A665}"/>
                  </a:ext>
                </a:extLst>
              </p:cNvPr>
              <p:cNvSpPr/>
              <p:nvPr/>
            </p:nvSpPr>
            <p:spPr>
              <a:xfrm>
                <a:off x="9980176" y="-1625463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7" name="Google Shape;5606;p47">
                <a:extLst>
                  <a:ext uri="{FF2B5EF4-FFF2-40B4-BE49-F238E27FC236}">
                    <a16:creationId xmlns:a16="http://schemas.microsoft.com/office/drawing/2014/main" id="{5137ED16-1CCD-E0CC-3143-AEBFF85460E6}"/>
                  </a:ext>
                </a:extLst>
              </p:cNvPr>
              <p:cNvSpPr/>
              <p:nvPr/>
            </p:nvSpPr>
            <p:spPr>
              <a:xfrm>
                <a:off x="9920380" y="-1418928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8" name="Google Shape;5607;p47">
                <a:extLst>
                  <a:ext uri="{FF2B5EF4-FFF2-40B4-BE49-F238E27FC236}">
                    <a16:creationId xmlns:a16="http://schemas.microsoft.com/office/drawing/2014/main" id="{8F5F90C0-5A5D-6F4B-ABE8-7E01197F17D2}"/>
                  </a:ext>
                </a:extLst>
              </p:cNvPr>
              <p:cNvSpPr/>
              <p:nvPr/>
            </p:nvSpPr>
            <p:spPr>
              <a:xfrm>
                <a:off x="9791151" y="-1588862"/>
                <a:ext cx="139030" cy="66421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9" name="Google Shape;5608;p47">
                <a:extLst>
                  <a:ext uri="{FF2B5EF4-FFF2-40B4-BE49-F238E27FC236}">
                    <a16:creationId xmlns:a16="http://schemas.microsoft.com/office/drawing/2014/main" id="{52256DBC-1C8B-98EE-A559-D66A1D41C4EE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740" name="Google Shape;5609;p47">
                <a:extLst>
                  <a:ext uri="{FF2B5EF4-FFF2-40B4-BE49-F238E27FC236}">
                    <a16:creationId xmlns:a16="http://schemas.microsoft.com/office/drawing/2014/main" id="{180EF669-139E-DC25-F510-F1726E735BDA}"/>
                  </a:ext>
                </a:extLst>
              </p:cNvPr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1749" name="Google Shape;5610;p47">
                  <a:extLst>
                    <a:ext uri="{FF2B5EF4-FFF2-40B4-BE49-F238E27FC236}">
                      <a16:creationId xmlns:a16="http://schemas.microsoft.com/office/drawing/2014/main" id="{3B5B9B29-EEDA-D2B2-79CE-3E492B0BF216}"/>
                    </a:ext>
                  </a:extLst>
                </p:cNvPr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0" name="Google Shape;5611;p47">
                  <a:extLst>
                    <a:ext uri="{FF2B5EF4-FFF2-40B4-BE49-F238E27FC236}">
                      <a16:creationId xmlns:a16="http://schemas.microsoft.com/office/drawing/2014/main" id="{B491FDD4-D278-B846-97C4-B241F0DD2EBB}"/>
                    </a:ext>
                  </a:extLst>
                </p:cNvPr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1" name="Google Shape;5612;p47">
                  <a:extLst>
                    <a:ext uri="{FF2B5EF4-FFF2-40B4-BE49-F238E27FC236}">
                      <a16:creationId xmlns:a16="http://schemas.microsoft.com/office/drawing/2014/main" id="{4907541A-036F-7F4F-F223-839EDC4A27DA}"/>
                    </a:ext>
                  </a:extLst>
                </p:cNvPr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2" name="Google Shape;5613;p47">
                  <a:extLst>
                    <a:ext uri="{FF2B5EF4-FFF2-40B4-BE49-F238E27FC236}">
                      <a16:creationId xmlns:a16="http://schemas.microsoft.com/office/drawing/2014/main" id="{F9A9D704-7FAE-8302-2992-BA18DE8B8A47}"/>
                    </a:ext>
                  </a:extLst>
                </p:cNvPr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3" name="Google Shape;5614;p47">
                  <a:extLst>
                    <a:ext uri="{FF2B5EF4-FFF2-40B4-BE49-F238E27FC236}">
                      <a16:creationId xmlns:a16="http://schemas.microsoft.com/office/drawing/2014/main" id="{DC2473EE-95B1-5ED9-C2CB-215B8A7FD583}"/>
                    </a:ext>
                  </a:extLst>
                </p:cNvPr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4" name="Google Shape;5615;p47">
                  <a:extLst>
                    <a:ext uri="{FF2B5EF4-FFF2-40B4-BE49-F238E27FC236}">
                      <a16:creationId xmlns:a16="http://schemas.microsoft.com/office/drawing/2014/main" id="{C4FF4C28-0CCA-D00A-A6A1-603B197636FE}"/>
                    </a:ext>
                  </a:extLst>
                </p:cNvPr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741" name="Google Shape;5616;p47">
                <a:extLst>
                  <a:ext uri="{FF2B5EF4-FFF2-40B4-BE49-F238E27FC236}">
                    <a16:creationId xmlns:a16="http://schemas.microsoft.com/office/drawing/2014/main" id="{A5F60B03-1993-D5D6-861F-1D3179282998}"/>
                  </a:ext>
                </a:extLst>
              </p:cNvPr>
              <p:cNvSpPr/>
              <p:nvPr/>
            </p:nvSpPr>
            <p:spPr>
              <a:xfrm>
                <a:off x="9988009" y="-1632074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2" name="Google Shape;5617;p47">
                <a:extLst>
                  <a:ext uri="{FF2B5EF4-FFF2-40B4-BE49-F238E27FC236}">
                    <a16:creationId xmlns:a16="http://schemas.microsoft.com/office/drawing/2014/main" id="{3AC4584F-79A0-F5A5-3015-E95920A3E6B0}"/>
                  </a:ext>
                </a:extLst>
              </p:cNvPr>
              <p:cNvSpPr/>
              <p:nvPr/>
            </p:nvSpPr>
            <p:spPr>
              <a:xfrm>
                <a:off x="9928213" y="-1425539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3" name="Google Shape;5618;p47">
                <a:extLst>
                  <a:ext uri="{FF2B5EF4-FFF2-40B4-BE49-F238E27FC236}">
                    <a16:creationId xmlns:a16="http://schemas.microsoft.com/office/drawing/2014/main" id="{6DD5E26D-6A27-449F-945E-C70C0168A672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4" name="Google Shape;5619;p47">
                <a:extLst>
                  <a:ext uri="{FF2B5EF4-FFF2-40B4-BE49-F238E27FC236}">
                    <a16:creationId xmlns:a16="http://schemas.microsoft.com/office/drawing/2014/main" id="{AE9AB840-4CFE-0BAD-606F-0906C81E77E4}"/>
                  </a:ext>
                </a:extLst>
              </p:cNvPr>
              <p:cNvSpPr/>
              <p:nvPr/>
            </p:nvSpPr>
            <p:spPr>
              <a:xfrm>
                <a:off x="9929120" y="-1725782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5" name="Google Shape;5620;p47">
                <a:extLst>
                  <a:ext uri="{FF2B5EF4-FFF2-40B4-BE49-F238E27FC236}">
                    <a16:creationId xmlns:a16="http://schemas.microsoft.com/office/drawing/2014/main" id="{387732D6-5837-AB67-C2E3-9B079949A2B8}"/>
                  </a:ext>
                </a:extLst>
              </p:cNvPr>
              <p:cNvSpPr/>
              <p:nvPr/>
            </p:nvSpPr>
            <p:spPr>
              <a:xfrm>
                <a:off x="9928222" y="-1725790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6" name="Google Shape;5621;p47">
                <a:extLst>
                  <a:ext uri="{FF2B5EF4-FFF2-40B4-BE49-F238E27FC236}">
                    <a16:creationId xmlns:a16="http://schemas.microsoft.com/office/drawing/2014/main" id="{11EB555D-C563-4726-900D-6E23074219C1}"/>
                  </a:ext>
                </a:extLst>
              </p:cNvPr>
              <p:cNvSpPr/>
              <p:nvPr/>
            </p:nvSpPr>
            <p:spPr>
              <a:xfrm>
                <a:off x="9970536" y="-1183470"/>
                <a:ext cx="90998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7" name="Google Shape;5622;p47">
                <a:extLst>
                  <a:ext uri="{FF2B5EF4-FFF2-40B4-BE49-F238E27FC236}">
                    <a16:creationId xmlns:a16="http://schemas.microsoft.com/office/drawing/2014/main" id="{4B6B43C9-B81C-112F-F89F-FE9106DCD3D3}"/>
                  </a:ext>
                </a:extLst>
              </p:cNvPr>
              <p:cNvSpPr/>
              <p:nvPr/>
            </p:nvSpPr>
            <p:spPr>
              <a:xfrm>
                <a:off x="10096008" y="-1254875"/>
                <a:ext cx="90835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8" name="Google Shape;5623;p47">
                <a:extLst>
                  <a:ext uri="{FF2B5EF4-FFF2-40B4-BE49-F238E27FC236}">
                    <a16:creationId xmlns:a16="http://schemas.microsoft.com/office/drawing/2014/main" id="{0CDB1686-3944-77C6-3061-240ADDB08098}"/>
                  </a:ext>
                </a:extLst>
              </p:cNvPr>
              <p:cNvSpPr/>
              <p:nvPr/>
            </p:nvSpPr>
            <p:spPr>
              <a:xfrm>
                <a:off x="9970536" y="-1167947"/>
                <a:ext cx="218266" cy="187254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9" name="Google Shape;5624;p47">
              <a:extLst>
                <a:ext uri="{FF2B5EF4-FFF2-40B4-BE49-F238E27FC236}">
                  <a16:creationId xmlns:a16="http://schemas.microsoft.com/office/drawing/2014/main" id="{FBE90A1D-9E97-7C3C-DF21-65404DD541CD}"/>
                </a:ext>
              </a:extLst>
            </p:cNvPr>
            <p:cNvGrpSpPr/>
            <p:nvPr/>
          </p:nvGrpSpPr>
          <p:grpSpPr>
            <a:xfrm>
              <a:off x="5539048" y="1488900"/>
              <a:ext cx="301969" cy="562336"/>
              <a:chOff x="7686885" y="2546950"/>
              <a:chExt cx="301969" cy="562336"/>
            </a:xfrm>
          </p:grpSpPr>
          <p:sp>
            <p:nvSpPr>
              <p:cNvPr id="1703" name="Google Shape;5625;p47">
                <a:extLst>
                  <a:ext uri="{FF2B5EF4-FFF2-40B4-BE49-F238E27FC236}">
                    <a16:creationId xmlns:a16="http://schemas.microsoft.com/office/drawing/2014/main" id="{573E9702-5A4F-0826-D946-142E720ED07D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4" name="Google Shape;5626;p47">
                <a:extLst>
                  <a:ext uri="{FF2B5EF4-FFF2-40B4-BE49-F238E27FC236}">
                    <a16:creationId xmlns:a16="http://schemas.microsoft.com/office/drawing/2014/main" id="{72B765E6-8DA1-855C-4BAC-52738CA3C1A5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5" name="Google Shape;5627;p47">
                <a:extLst>
                  <a:ext uri="{FF2B5EF4-FFF2-40B4-BE49-F238E27FC236}">
                    <a16:creationId xmlns:a16="http://schemas.microsoft.com/office/drawing/2014/main" id="{AD65713C-8E3D-1E1F-B444-8793AF646DE2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6" name="Google Shape;5628;p47">
                <a:extLst>
                  <a:ext uri="{FF2B5EF4-FFF2-40B4-BE49-F238E27FC236}">
                    <a16:creationId xmlns:a16="http://schemas.microsoft.com/office/drawing/2014/main" id="{F9717FFA-ACE8-65A4-A0C1-72801746F5BC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7" name="Google Shape;5629;p47">
                <a:extLst>
                  <a:ext uri="{FF2B5EF4-FFF2-40B4-BE49-F238E27FC236}">
                    <a16:creationId xmlns:a16="http://schemas.microsoft.com/office/drawing/2014/main" id="{2E28239E-E079-6825-D514-AB8CD5BC5CD6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8" name="Google Shape;5630;p47">
                <a:extLst>
                  <a:ext uri="{FF2B5EF4-FFF2-40B4-BE49-F238E27FC236}">
                    <a16:creationId xmlns:a16="http://schemas.microsoft.com/office/drawing/2014/main" id="{9C092A96-D421-AAAC-0628-3DFB1A2780E1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9" name="Google Shape;5631;p47">
                <a:extLst>
                  <a:ext uri="{FF2B5EF4-FFF2-40B4-BE49-F238E27FC236}">
                    <a16:creationId xmlns:a16="http://schemas.microsoft.com/office/drawing/2014/main" id="{21F35F01-4B4E-AB3E-88CE-832AAE85E5F7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0" name="Google Shape;5632;p47">
                <a:extLst>
                  <a:ext uri="{FF2B5EF4-FFF2-40B4-BE49-F238E27FC236}">
                    <a16:creationId xmlns:a16="http://schemas.microsoft.com/office/drawing/2014/main" id="{8059AA19-0EE6-4671-5BD9-42B86FE2934D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1" name="Google Shape;5633;p47">
                <a:extLst>
                  <a:ext uri="{FF2B5EF4-FFF2-40B4-BE49-F238E27FC236}">
                    <a16:creationId xmlns:a16="http://schemas.microsoft.com/office/drawing/2014/main" id="{91C0518B-3AB9-5058-2CDF-1AAC72BDA16E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300" name="Google Shape;5634;p47">
              <a:extLst>
                <a:ext uri="{FF2B5EF4-FFF2-40B4-BE49-F238E27FC236}">
                  <a16:creationId xmlns:a16="http://schemas.microsoft.com/office/drawing/2014/main" id="{B9FB31BF-4D89-F3A1-E349-1E8FFC149448}"/>
                </a:ext>
              </a:extLst>
            </p:cNvPr>
            <p:cNvGrpSpPr/>
            <p:nvPr/>
          </p:nvGrpSpPr>
          <p:grpSpPr>
            <a:xfrm>
              <a:off x="6049022" y="2051232"/>
              <a:ext cx="2024473" cy="1195059"/>
              <a:chOff x="9812585" y="6334891"/>
              <a:chExt cx="3062279" cy="1807682"/>
            </a:xfrm>
          </p:grpSpPr>
          <p:sp>
            <p:nvSpPr>
              <p:cNvPr id="1301" name="Google Shape;5635;p47">
                <a:extLst>
                  <a:ext uri="{FF2B5EF4-FFF2-40B4-BE49-F238E27FC236}">
                    <a16:creationId xmlns:a16="http://schemas.microsoft.com/office/drawing/2014/main" id="{A8B045A4-326B-A7A3-4782-6D3F586FE483}"/>
                  </a:ext>
                </a:extLst>
              </p:cNvPr>
              <p:cNvSpPr/>
              <p:nvPr/>
            </p:nvSpPr>
            <p:spPr>
              <a:xfrm flipH="1">
                <a:off x="11342560" y="7218955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2" name="Google Shape;5636;p47">
                <a:extLst>
                  <a:ext uri="{FF2B5EF4-FFF2-40B4-BE49-F238E27FC236}">
                    <a16:creationId xmlns:a16="http://schemas.microsoft.com/office/drawing/2014/main" id="{685247DD-2840-864C-EABA-539D54803F06}"/>
                  </a:ext>
                </a:extLst>
              </p:cNvPr>
              <p:cNvSpPr/>
              <p:nvPr/>
            </p:nvSpPr>
            <p:spPr>
              <a:xfrm flipH="1">
                <a:off x="9817984" y="6334891"/>
                <a:ext cx="3056880" cy="1769678"/>
              </a:xfrm>
              <a:custGeom>
                <a:avLst/>
                <a:gdLst/>
                <a:ahLst/>
                <a:cxnLst/>
                <a:rect l="l" t="t" r="r" b="b"/>
                <a:pathLst>
                  <a:path w="23734" h="13740" extrusionOk="0">
                    <a:moveTo>
                      <a:pt x="11826" y="1"/>
                    </a:moveTo>
                    <a:lnTo>
                      <a:pt x="8849" y="1725"/>
                    </a:lnTo>
                    <a:lnTo>
                      <a:pt x="8589" y="1867"/>
                    </a:lnTo>
                    <a:lnTo>
                      <a:pt x="8140" y="2139"/>
                    </a:lnTo>
                    <a:lnTo>
                      <a:pt x="7880" y="2281"/>
                    </a:lnTo>
                    <a:lnTo>
                      <a:pt x="6144" y="3297"/>
                    </a:lnTo>
                    <a:lnTo>
                      <a:pt x="5778" y="3509"/>
                    </a:lnTo>
                    <a:lnTo>
                      <a:pt x="5506" y="3663"/>
                    </a:lnTo>
                    <a:lnTo>
                      <a:pt x="5151" y="3864"/>
                    </a:lnTo>
                    <a:lnTo>
                      <a:pt x="4017" y="4525"/>
                    </a:lnTo>
                    <a:lnTo>
                      <a:pt x="3651" y="4738"/>
                    </a:lnTo>
                    <a:lnTo>
                      <a:pt x="3250" y="4974"/>
                    </a:lnTo>
                    <a:lnTo>
                      <a:pt x="2895" y="5175"/>
                    </a:lnTo>
                    <a:lnTo>
                      <a:pt x="1" y="6864"/>
                    </a:lnTo>
                    <a:lnTo>
                      <a:pt x="792" y="7325"/>
                    </a:lnTo>
                    <a:lnTo>
                      <a:pt x="1052" y="7467"/>
                    </a:lnTo>
                    <a:lnTo>
                      <a:pt x="2387" y="8246"/>
                    </a:lnTo>
                    <a:lnTo>
                      <a:pt x="2659" y="8400"/>
                    </a:lnTo>
                    <a:lnTo>
                      <a:pt x="3545" y="8896"/>
                    </a:lnTo>
                    <a:lnTo>
                      <a:pt x="3793" y="9061"/>
                    </a:lnTo>
                    <a:lnTo>
                      <a:pt x="6345" y="10526"/>
                    </a:lnTo>
                    <a:lnTo>
                      <a:pt x="6616" y="10692"/>
                    </a:lnTo>
                    <a:lnTo>
                      <a:pt x="7089" y="10951"/>
                    </a:lnTo>
                    <a:lnTo>
                      <a:pt x="7337" y="11105"/>
                    </a:lnTo>
                    <a:lnTo>
                      <a:pt x="7526" y="11211"/>
                    </a:lnTo>
                    <a:lnTo>
                      <a:pt x="7798" y="11365"/>
                    </a:lnTo>
                    <a:lnTo>
                      <a:pt x="10538" y="12948"/>
                    </a:lnTo>
                    <a:lnTo>
                      <a:pt x="10810" y="13113"/>
                    </a:lnTo>
                    <a:lnTo>
                      <a:pt x="11897" y="13739"/>
                    </a:lnTo>
                    <a:lnTo>
                      <a:pt x="20284" y="8872"/>
                    </a:lnTo>
                    <a:lnTo>
                      <a:pt x="20757" y="8589"/>
                    </a:lnTo>
                    <a:lnTo>
                      <a:pt x="21017" y="8447"/>
                    </a:lnTo>
                    <a:lnTo>
                      <a:pt x="22576" y="7526"/>
                    </a:lnTo>
                    <a:lnTo>
                      <a:pt x="22848" y="7384"/>
                    </a:lnTo>
                    <a:lnTo>
                      <a:pt x="23084" y="7242"/>
                    </a:lnTo>
                    <a:lnTo>
                      <a:pt x="23344" y="7089"/>
                    </a:lnTo>
                    <a:lnTo>
                      <a:pt x="23734" y="6864"/>
                    </a:lnTo>
                    <a:lnTo>
                      <a:pt x="19977" y="4690"/>
                    </a:lnTo>
                    <a:lnTo>
                      <a:pt x="19717" y="4549"/>
                    </a:lnTo>
                    <a:lnTo>
                      <a:pt x="18949" y="4100"/>
                    </a:lnTo>
                    <a:lnTo>
                      <a:pt x="18689" y="3958"/>
                    </a:lnTo>
                    <a:lnTo>
                      <a:pt x="18146" y="3639"/>
                    </a:lnTo>
                    <a:lnTo>
                      <a:pt x="17898" y="3497"/>
                    </a:lnTo>
                    <a:lnTo>
                      <a:pt x="17095" y="3037"/>
                    </a:lnTo>
                    <a:lnTo>
                      <a:pt x="16847" y="2895"/>
                    </a:lnTo>
                    <a:lnTo>
                      <a:pt x="15665" y="2210"/>
                    </a:lnTo>
                    <a:lnTo>
                      <a:pt x="15405" y="2068"/>
                    </a:lnTo>
                    <a:lnTo>
                      <a:pt x="14933" y="1784"/>
                    </a:lnTo>
                    <a:lnTo>
                      <a:pt x="14673" y="1631"/>
                    </a:lnTo>
                    <a:lnTo>
                      <a:pt x="13043" y="686"/>
                    </a:lnTo>
                    <a:lnTo>
                      <a:pt x="12783" y="544"/>
                    </a:lnTo>
                    <a:lnTo>
                      <a:pt x="11932" y="60"/>
                    </a:lnTo>
                    <a:lnTo>
                      <a:pt x="11826" y="1"/>
                    </a:lnTo>
                    <a:close/>
                  </a:path>
                </a:pathLst>
              </a:custGeom>
              <a:solidFill>
                <a:srgbClr val="2D9DD5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3" name="Google Shape;5637;p47">
                <a:extLst>
                  <a:ext uri="{FF2B5EF4-FFF2-40B4-BE49-F238E27FC236}">
                    <a16:creationId xmlns:a16="http://schemas.microsoft.com/office/drawing/2014/main" id="{4AF7F664-E0E9-CC1D-1566-7493933A7C48}"/>
                  </a:ext>
                </a:extLst>
              </p:cNvPr>
              <p:cNvGrpSpPr/>
              <p:nvPr/>
            </p:nvGrpSpPr>
            <p:grpSpPr>
              <a:xfrm flipH="1">
                <a:off x="9868210" y="6334891"/>
                <a:ext cx="2794954" cy="1689049"/>
                <a:chOff x="6218052" y="-5825649"/>
                <a:chExt cx="6097194" cy="3684662"/>
              </a:xfrm>
            </p:grpSpPr>
            <p:sp>
              <p:nvSpPr>
                <p:cNvPr id="1672" name="Google Shape;5638;p47">
                  <a:extLst>
                    <a:ext uri="{FF2B5EF4-FFF2-40B4-BE49-F238E27FC236}">
                      <a16:creationId xmlns:a16="http://schemas.microsoft.com/office/drawing/2014/main" id="{58F0A29E-3514-8BA7-D55E-C49ACCCEA830}"/>
                    </a:ext>
                  </a:extLst>
                </p:cNvPr>
                <p:cNvSpPr/>
                <p:nvPr/>
              </p:nvSpPr>
              <p:spPr>
                <a:xfrm>
                  <a:off x="6706194" y="-4312884"/>
                  <a:ext cx="1055323" cy="29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9" h="1254" extrusionOk="0">
                      <a:moveTo>
                        <a:pt x="366" y="1"/>
                      </a:moveTo>
                      <a:lnTo>
                        <a:pt x="0" y="202"/>
                      </a:lnTo>
                      <a:lnTo>
                        <a:pt x="2363" y="202"/>
                      </a:lnTo>
                      <a:lnTo>
                        <a:pt x="4158" y="1253"/>
                      </a:lnTo>
                      <a:lnTo>
                        <a:pt x="4418" y="1088"/>
                      </a:lnTo>
                      <a:lnTo>
                        <a:pt x="25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73" name="Google Shape;5639;p47">
                  <a:extLst>
                    <a:ext uri="{FF2B5EF4-FFF2-40B4-BE49-F238E27FC236}">
                      <a16:creationId xmlns:a16="http://schemas.microsoft.com/office/drawing/2014/main" id="{D93D7058-F2F1-8B23-DB73-0878B7F7A9C3}"/>
                    </a:ext>
                  </a:extLst>
                </p:cNvPr>
                <p:cNvSpPr/>
                <p:nvPr/>
              </p:nvSpPr>
              <p:spPr>
                <a:xfrm>
                  <a:off x="6218052" y="-4098426"/>
                  <a:ext cx="1252823" cy="38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6" h="1596" extrusionOk="0">
                      <a:moveTo>
                        <a:pt x="2505" y="1"/>
                      </a:moveTo>
                      <a:lnTo>
                        <a:pt x="0" y="1454"/>
                      </a:lnTo>
                      <a:lnTo>
                        <a:pt x="260" y="1596"/>
                      </a:lnTo>
                      <a:lnTo>
                        <a:pt x="2647" y="225"/>
                      </a:lnTo>
                      <a:lnTo>
                        <a:pt x="3757" y="225"/>
                      </a:lnTo>
                      <a:lnTo>
                        <a:pt x="4927" y="887"/>
                      </a:lnTo>
                      <a:lnTo>
                        <a:pt x="4997" y="934"/>
                      </a:lnTo>
                      <a:lnTo>
                        <a:pt x="5245" y="780"/>
                      </a:lnTo>
                      <a:lnTo>
                        <a:pt x="5175" y="745"/>
                      </a:lnTo>
                      <a:lnTo>
                        <a:pt x="389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674" name="Google Shape;5640;p47">
                  <a:extLst>
                    <a:ext uri="{FF2B5EF4-FFF2-40B4-BE49-F238E27FC236}">
                      <a16:creationId xmlns:a16="http://schemas.microsoft.com/office/drawing/2014/main" id="{D5D79AF9-9C62-6AD0-DCA8-9E30943EB86D}"/>
                    </a:ext>
                  </a:extLst>
                </p:cNvPr>
                <p:cNvGrpSpPr/>
                <p:nvPr/>
              </p:nvGrpSpPr>
              <p:grpSpPr>
                <a:xfrm>
                  <a:off x="6751994" y="-5825649"/>
                  <a:ext cx="5563252" cy="3684662"/>
                  <a:chOff x="6751994" y="-5825649"/>
                  <a:chExt cx="5563252" cy="3684662"/>
                </a:xfrm>
              </p:grpSpPr>
              <p:sp>
                <p:nvSpPr>
                  <p:cNvPr id="1676" name="Google Shape;5641;p47">
                    <a:extLst>
                      <a:ext uri="{FF2B5EF4-FFF2-40B4-BE49-F238E27FC236}">
                        <a16:creationId xmlns:a16="http://schemas.microsoft.com/office/drawing/2014/main" id="{C351D4B7-F724-34AA-EE05-93313F48E09A}"/>
                      </a:ext>
                    </a:extLst>
                  </p:cNvPr>
                  <p:cNvSpPr/>
                  <p:nvPr/>
                </p:nvSpPr>
                <p:spPr>
                  <a:xfrm>
                    <a:off x="7329673" y="-4912773"/>
                    <a:ext cx="3528453" cy="2031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8" h="7230" extrusionOk="0">
                        <a:moveTo>
                          <a:pt x="6226" y="390"/>
                        </a:moveTo>
                        <a:lnTo>
                          <a:pt x="11814" y="3615"/>
                        </a:lnTo>
                        <a:lnTo>
                          <a:pt x="6226" y="6852"/>
                        </a:lnTo>
                        <a:lnTo>
                          <a:pt x="650" y="3627"/>
                        </a:lnTo>
                        <a:lnTo>
                          <a:pt x="6226" y="390"/>
                        </a:lnTo>
                        <a:close/>
                        <a:moveTo>
                          <a:pt x="6261" y="0"/>
                        </a:moveTo>
                        <a:lnTo>
                          <a:pt x="6084" y="95"/>
                        </a:lnTo>
                        <a:lnTo>
                          <a:pt x="5824" y="248"/>
                        </a:lnTo>
                        <a:lnTo>
                          <a:pt x="5588" y="378"/>
                        </a:lnTo>
                        <a:lnTo>
                          <a:pt x="5340" y="532"/>
                        </a:lnTo>
                        <a:lnTo>
                          <a:pt x="4997" y="721"/>
                        </a:lnTo>
                        <a:lnTo>
                          <a:pt x="4749" y="863"/>
                        </a:lnTo>
                        <a:lnTo>
                          <a:pt x="4289" y="1134"/>
                        </a:lnTo>
                        <a:lnTo>
                          <a:pt x="4040" y="1276"/>
                        </a:lnTo>
                        <a:lnTo>
                          <a:pt x="3603" y="1536"/>
                        </a:lnTo>
                        <a:lnTo>
                          <a:pt x="3344" y="1678"/>
                        </a:lnTo>
                        <a:lnTo>
                          <a:pt x="3095" y="1831"/>
                        </a:lnTo>
                        <a:lnTo>
                          <a:pt x="2836" y="1973"/>
                        </a:lnTo>
                        <a:lnTo>
                          <a:pt x="2068" y="2422"/>
                        </a:lnTo>
                        <a:lnTo>
                          <a:pt x="1808" y="2564"/>
                        </a:lnTo>
                        <a:lnTo>
                          <a:pt x="1548" y="2717"/>
                        </a:lnTo>
                        <a:lnTo>
                          <a:pt x="1276" y="2859"/>
                        </a:lnTo>
                        <a:lnTo>
                          <a:pt x="426" y="3343"/>
                        </a:lnTo>
                        <a:lnTo>
                          <a:pt x="178" y="3497"/>
                        </a:lnTo>
                        <a:lnTo>
                          <a:pt x="0" y="3603"/>
                        </a:lnTo>
                        <a:lnTo>
                          <a:pt x="733" y="4029"/>
                        </a:lnTo>
                        <a:lnTo>
                          <a:pt x="981" y="4170"/>
                        </a:lnTo>
                        <a:lnTo>
                          <a:pt x="1607" y="4525"/>
                        </a:lnTo>
                        <a:lnTo>
                          <a:pt x="1855" y="4678"/>
                        </a:lnTo>
                        <a:lnTo>
                          <a:pt x="2576" y="5092"/>
                        </a:lnTo>
                        <a:lnTo>
                          <a:pt x="2836" y="5234"/>
                        </a:lnTo>
                        <a:lnTo>
                          <a:pt x="3403" y="5564"/>
                        </a:lnTo>
                        <a:lnTo>
                          <a:pt x="3662" y="5706"/>
                        </a:lnTo>
                        <a:lnTo>
                          <a:pt x="5316" y="6675"/>
                        </a:lnTo>
                        <a:lnTo>
                          <a:pt x="5564" y="6816"/>
                        </a:lnTo>
                        <a:lnTo>
                          <a:pt x="6273" y="7230"/>
                        </a:lnTo>
                        <a:lnTo>
                          <a:pt x="6616" y="7041"/>
                        </a:lnTo>
                        <a:lnTo>
                          <a:pt x="6876" y="6887"/>
                        </a:lnTo>
                        <a:lnTo>
                          <a:pt x="7714" y="6403"/>
                        </a:lnTo>
                        <a:lnTo>
                          <a:pt x="7974" y="6261"/>
                        </a:lnTo>
                        <a:lnTo>
                          <a:pt x="8423" y="5990"/>
                        </a:lnTo>
                        <a:lnTo>
                          <a:pt x="8683" y="5848"/>
                        </a:lnTo>
                        <a:lnTo>
                          <a:pt x="9061" y="5623"/>
                        </a:lnTo>
                        <a:lnTo>
                          <a:pt x="9309" y="5470"/>
                        </a:lnTo>
                        <a:lnTo>
                          <a:pt x="9581" y="5328"/>
                        </a:lnTo>
                        <a:lnTo>
                          <a:pt x="9829" y="5174"/>
                        </a:lnTo>
                        <a:lnTo>
                          <a:pt x="10821" y="4607"/>
                        </a:lnTo>
                        <a:lnTo>
                          <a:pt x="11069" y="4454"/>
                        </a:lnTo>
                        <a:lnTo>
                          <a:pt x="11542" y="4170"/>
                        </a:lnTo>
                        <a:lnTo>
                          <a:pt x="11814" y="4029"/>
                        </a:lnTo>
                        <a:lnTo>
                          <a:pt x="12558" y="3603"/>
                        </a:lnTo>
                        <a:lnTo>
                          <a:pt x="12180" y="3426"/>
                        </a:lnTo>
                        <a:lnTo>
                          <a:pt x="11932" y="3273"/>
                        </a:lnTo>
                        <a:lnTo>
                          <a:pt x="8707" y="1418"/>
                        </a:lnTo>
                        <a:lnTo>
                          <a:pt x="8459" y="1264"/>
                        </a:lnTo>
                        <a:lnTo>
                          <a:pt x="8270" y="1146"/>
                        </a:lnTo>
                        <a:lnTo>
                          <a:pt x="8010" y="1004"/>
                        </a:lnTo>
                        <a:lnTo>
                          <a:pt x="7443" y="674"/>
                        </a:lnTo>
                        <a:lnTo>
                          <a:pt x="7183" y="532"/>
                        </a:lnTo>
                        <a:lnTo>
                          <a:pt x="626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7" name="Google Shape;5642;p47">
                    <a:extLst>
                      <a:ext uri="{FF2B5EF4-FFF2-40B4-BE49-F238E27FC236}">
                        <a16:creationId xmlns:a16="http://schemas.microsoft.com/office/drawing/2014/main" id="{AD7725C2-59D3-BD6D-F806-B7D23240689E}"/>
                      </a:ext>
                    </a:extLst>
                  </p:cNvPr>
                  <p:cNvSpPr/>
                  <p:nvPr/>
                </p:nvSpPr>
                <p:spPr>
                  <a:xfrm>
                    <a:off x="6768572" y="-4554254"/>
                    <a:ext cx="1145525" cy="375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77" h="1335" extrusionOk="0">
                        <a:moveTo>
                          <a:pt x="367" y="0"/>
                        </a:moveTo>
                        <a:lnTo>
                          <a:pt x="1" y="213"/>
                        </a:lnTo>
                        <a:lnTo>
                          <a:pt x="1879" y="213"/>
                        </a:lnTo>
                        <a:lnTo>
                          <a:pt x="3805" y="1335"/>
                        </a:lnTo>
                        <a:lnTo>
                          <a:pt x="4077" y="1181"/>
                        </a:lnTo>
                        <a:lnTo>
                          <a:pt x="202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8" name="Google Shape;5643;p47">
                    <a:extLst>
                      <a:ext uri="{FF2B5EF4-FFF2-40B4-BE49-F238E27FC236}">
                        <a16:creationId xmlns:a16="http://schemas.microsoft.com/office/drawing/2014/main" id="{82F6C8D3-1A02-E2C3-8EC7-49434C89B729}"/>
                      </a:ext>
                    </a:extLst>
                  </p:cNvPr>
                  <p:cNvSpPr/>
                  <p:nvPr/>
                </p:nvSpPr>
                <p:spPr>
                  <a:xfrm>
                    <a:off x="7190311" y="-4796732"/>
                    <a:ext cx="1022459" cy="458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9" h="1631" extrusionOk="0">
                        <a:moveTo>
                          <a:pt x="378" y="1"/>
                        </a:moveTo>
                        <a:lnTo>
                          <a:pt x="0" y="202"/>
                        </a:lnTo>
                        <a:lnTo>
                          <a:pt x="922" y="202"/>
                        </a:lnTo>
                        <a:lnTo>
                          <a:pt x="3391" y="1631"/>
                        </a:lnTo>
                        <a:lnTo>
                          <a:pt x="3639" y="1477"/>
                        </a:lnTo>
                        <a:lnTo>
                          <a:pt x="106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9" name="Google Shape;5644;p47">
                    <a:extLst>
                      <a:ext uri="{FF2B5EF4-FFF2-40B4-BE49-F238E27FC236}">
                        <a16:creationId xmlns:a16="http://schemas.microsoft.com/office/drawing/2014/main" id="{218DCE7A-B9E9-4391-79D4-3D9B44AE96AC}"/>
                      </a:ext>
                    </a:extLst>
                  </p:cNvPr>
                  <p:cNvSpPr/>
                  <p:nvPr/>
                </p:nvSpPr>
                <p:spPr>
                  <a:xfrm>
                    <a:off x="7369571" y="-4902939"/>
                    <a:ext cx="996048" cy="48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5" h="1738" extrusionOk="0">
                        <a:moveTo>
                          <a:pt x="355" y="1"/>
                        </a:moveTo>
                        <a:lnTo>
                          <a:pt x="0" y="225"/>
                        </a:lnTo>
                        <a:lnTo>
                          <a:pt x="662" y="225"/>
                        </a:lnTo>
                        <a:lnTo>
                          <a:pt x="3284" y="1737"/>
                        </a:lnTo>
                        <a:lnTo>
                          <a:pt x="3544" y="1584"/>
                        </a:lnTo>
                        <a:lnTo>
                          <a:pt x="815" y="13"/>
                        </a:lnTo>
                        <a:lnTo>
                          <a:pt x="35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0" name="Google Shape;5645;p47">
                    <a:extLst>
                      <a:ext uri="{FF2B5EF4-FFF2-40B4-BE49-F238E27FC236}">
                        <a16:creationId xmlns:a16="http://schemas.microsoft.com/office/drawing/2014/main" id="{1B3DFF09-8EBD-5857-D4C6-06D0AB0B0193}"/>
                      </a:ext>
                    </a:extLst>
                  </p:cNvPr>
                  <p:cNvSpPr/>
                  <p:nvPr/>
                </p:nvSpPr>
                <p:spPr>
                  <a:xfrm>
                    <a:off x="7966918" y="-5224932"/>
                    <a:ext cx="601000" cy="700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494" extrusionOk="0">
                        <a:moveTo>
                          <a:pt x="249" y="1"/>
                        </a:moveTo>
                        <a:lnTo>
                          <a:pt x="1" y="143"/>
                        </a:lnTo>
                        <a:lnTo>
                          <a:pt x="272" y="296"/>
                        </a:lnTo>
                        <a:lnTo>
                          <a:pt x="272" y="1548"/>
                        </a:lnTo>
                        <a:lnTo>
                          <a:pt x="1879" y="2493"/>
                        </a:lnTo>
                        <a:lnTo>
                          <a:pt x="2139" y="2352"/>
                        </a:lnTo>
                        <a:lnTo>
                          <a:pt x="627" y="1477"/>
                        </a:lnTo>
                        <a:lnTo>
                          <a:pt x="627" y="202"/>
                        </a:lnTo>
                        <a:lnTo>
                          <a:pt x="24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1" name="Google Shape;5646;p47">
                    <a:extLst>
                      <a:ext uri="{FF2B5EF4-FFF2-40B4-BE49-F238E27FC236}">
                        <a16:creationId xmlns:a16="http://schemas.microsoft.com/office/drawing/2014/main" id="{302B84B5-982F-96C0-54F9-9B9AA2593B41}"/>
                      </a:ext>
                    </a:extLst>
                  </p:cNvPr>
                  <p:cNvSpPr/>
                  <p:nvPr/>
                </p:nvSpPr>
                <p:spPr>
                  <a:xfrm>
                    <a:off x="8166128" y="-5344345"/>
                    <a:ext cx="601000" cy="7038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505" extrusionOk="0">
                        <a:moveTo>
                          <a:pt x="272" y="1"/>
                        </a:moveTo>
                        <a:lnTo>
                          <a:pt x="0" y="142"/>
                        </a:lnTo>
                        <a:lnTo>
                          <a:pt x="272" y="308"/>
                        </a:lnTo>
                        <a:lnTo>
                          <a:pt x="272" y="1560"/>
                        </a:lnTo>
                        <a:lnTo>
                          <a:pt x="1890" y="2505"/>
                        </a:lnTo>
                        <a:lnTo>
                          <a:pt x="2139" y="2363"/>
                        </a:lnTo>
                        <a:lnTo>
                          <a:pt x="638" y="1477"/>
                        </a:lnTo>
                        <a:lnTo>
                          <a:pt x="638" y="213"/>
                        </a:lnTo>
                        <a:lnTo>
                          <a:pt x="27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2" name="Google Shape;5647;p47">
                    <a:extLst>
                      <a:ext uri="{FF2B5EF4-FFF2-40B4-BE49-F238E27FC236}">
                        <a16:creationId xmlns:a16="http://schemas.microsoft.com/office/drawing/2014/main" id="{253A3F9B-8888-0C21-ED7F-C8AB5CB57ED2}"/>
                      </a:ext>
                    </a:extLst>
                  </p:cNvPr>
                  <p:cNvSpPr/>
                  <p:nvPr/>
                </p:nvSpPr>
                <p:spPr>
                  <a:xfrm>
                    <a:off x="8418441" y="-5825649"/>
                    <a:ext cx="690630" cy="1085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8" h="3864" extrusionOk="0">
                        <a:moveTo>
                          <a:pt x="2351" y="1"/>
                        </a:moveTo>
                        <a:lnTo>
                          <a:pt x="2103" y="142"/>
                        </a:lnTo>
                        <a:lnTo>
                          <a:pt x="2103" y="426"/>
                        </a:lnTo>
                        <a:lnTo>
                          <a:pt x="0" y="1631"/>
                        </a:lnTo>
                        <a:lnTo>
                          <a:pt x="0" y="2954"/>
                        </a:lnTo>
                        <a:lnTo>
                          <a:pt x="1595" y="3864"/>
                        </a:lnTo>
                        <a:lnTo>
                          <a:pt x="1855" y="3722"/>
                        </a:lnTo>
                        <a:lnTo>
                          <a:pt x="378" y="2859"/>
                        </a:lnTo>
                        <a:lnTo>
                          <a:pt x="378" y="1725"/>
                        </a:lnTo>
                        <a:lnTo>
                          <a:pt x="2457" y="509"/>
                        </a:lnTo>
                        <a:lnTo>
                          <a:pt x="2457" y="60"/>
                        </a:lnTo>
                        <a:lnTo>
                          <a:pt x="23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3" name="Google Shape;5648;p47">
                    <a:extLst>
                      <a:ext uri="{FF2B5EF4-FFF2-40B4-BE49-F238E27FC236}">
                        <a16:creationId xmlns:a16="http://schemas.microsoft.com/office/drawing/2014/main" id="{0D11E78A-1CE9-E2CA-824F-152D465854CA}"/>
                      </a:ext>
                    </a:extLst>
                  </p:cNvPr>
                  <p:cNvSpPr/>
                  <p:nvPr/>
                </p:nvSpPr>
                <p:spPr>
                  <a:xfrm>
                    <a:off x="8577752" y="-5672801"/>
                    <a:ext cx="846570" cy="85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3" h="3037" extrusionOk="0">
                        <a:moveTo>
                          <a:pt x="2741" y="0"/>
                        </a:moveTo>
                        <a:lnTo>
                          <a:pt x="0" y="1571"/>
                        </a:lnTo>
                        <a:lnTo>
                          <a:pt x="0" y="2150"/>
                        </a:lnTo>
                        <a:lnTo>
                          <a:pt x="1524" y="3036"/>
                        </a:lnTo>
                        <a:lnTo>
                          <a:pt x="1784" y="2894"/>
                        </a:lnTo>
                        <a:lnTo>
                          <a:pt x="366" y="2067"/>
                        </a:lnTo>
                        <a:lnTo>
                          <a:pt x="366" y="1666"/>
                        </a:lnTo>
                        <a:lnTo>
                          <a:pt x="3013" y="142"/>
                        </a:lnTo>
                        <a:lnTo>
                          <a:pt x="274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4" name="Google Shape;5649;p47">
                    <a:extLst>
                      <a:ext uri="{FF2B5EF4-FFF2-40B4-BE49-F238E27FC236}">
                        <a16:creationId xmlns:a16="http://schemas.microsoft.com/office/drawing/2014/main" id="{1FC035C1-BD50-CDA8-C3D5-F6BD878C26EF}"/>
                      </a:ext>
                    </a:extLst>
                  </p:cNvPr>
                  <p:cNvSpPr/>
                  <p:nvPr/>
                </p:nvSpPr>
                <p:spPr>
                  <a:xfrm>
                    <a:off x="9799138" y="-3402552"/>
                    <a:ext cx="727157" cy="66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" h="2375" extrusionOk="0">
                        <a:moveTo>
                          <a:pt x="260" y="0"/>
                        </a:moveTo>
                        <a:lnTo>
                          <a:pt x="0" y="142"/>
                        </a:lnTo>
                        <a:lnTo>
                          <a:pt x="2221" y="1430"/>
                        </a:lnTo>
                        <a:lnTo>
                          <a:pt x="2221" y="2375"/>
                        </a:lnTo>
                        <a:lnTo>
                          <a:pt x="2588" y="2162"/>
                        </a:lnTo>
                        <a:lnTo>
                          <a:pt x="2588" y="1335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5" name="Google Shape;5650;p47">
                    <a:extLst>
                      <a:ext uri="{FF2B5EF4-FFF2-40B4-BE49-F238E27FC236}">
                        <a16:creationId xmlns:a16="http://schemas.microsoft.com/office/drawing/2014/main" id="{B688CDE2-39DD-12AB-EEBC-FEF27715AEFD}"/>
                      </a:ext>
                    </a:extLst>
                  </p:cNvPr>
                  <p:cNvSpPr/>
                  <p:nvPr/>
                </p:nvSpPr>
                <p:spPr>
                  <a:xfrm>
                    <a:off x="9945244" y="-3492182"/>
                    <a:ext cx="796838" cy="630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245" extrusionOk="0">
                        <a:moveTo>
                          <a:pt x="272" y="0"/>
                        </a:moveTo>
                        <a:lnTo>
                          <a:pt x="0" y="154"/>
                        </a:lnTo>
                        <a:lnTo>
                          <a:pt x="2469" y="1583"/>
                        </a:lnTo>
                        <a:lnTo>
                          <a:pt x="2469" y="2245"/>
                        </a:lnTo>
                        <a:lnTo>
                          <a:pt x="2835" y="2044"/>
                        </a:lnTo>
                        <a:lnTo>
                          <a:pt x="2835" y="1501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6" name="Google Shape;5651;p47">
                    <a:extLst>
                      <a:ext uri="{FF2B5EF4-FFF2-40B4-BE49-F238E27FC236}">
                        <a16:creationId xmlns:a16="http://schemas.microsoft.com/office/drawing/2014/main" id="{413C25D8-AF47-2C1B-4DA1-886F0922A197}"/>
                      </a:ext>
                    </a:extLst>
                  </p:cNvPr>
                  <p:cNvSpPr/>
                  <p:nvPr/>
                </p:nvSpPr>
                <p:spPr>
                  <a:xfrm>
                    <a:off x="9606672" y="-3312922"/>
                    <a:ext cx="634155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" h="2588" extrusionOk="0">
                        <a:moveTo>
                          <a:pt x="248" y="0"/>
                        </a:moveTo>
                        <a:lnTo>
                          <a:pt x="0" y="166"/>
                        </a:lnTo>
                        <a:lnTo>
                          <a:pt x="1501" y="1040"/>
                        </a:lnTo>
                        <a:lnTo>
                          <a:pt x="1501" y="2292"/>
                        </a:lnTo>
                        <a:lnTo>
                          <a:pt x="2008" y="2587"/>
                        </a:lnTo>
                        <a:lnTo>
                          <a:pt x="2257" y="2434"/>
                        </a:lnTo>
                        <a:lnTo>
                          <a:pt x="1867" y="2197"/>
                        </a:lnTo>
                        <a:lnTo>
                          <a:pt x="1867" y="945"/>
                        </a:lnTo>
                        <a:lnTo>
                          <a:pt x="24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7" name="Google Shape;5652;p47">
                    <a:extLst>
                      <a:ext uri="{FF2B5EF4-FFF2-40B4-BE49-F238E27FC236}">
                        <a16:creationId xmlns:a16="http://schemas.microsoft.com/office/drawing/2014/main" id="{DFC7E506-FA91-DE4A-C414-19692849B500}"/>
                      </a:ext>
                    </a:extLst>
                  </p:cNvPr>
                  <p:cNvSpPr/>
                  <p:nvPr/>
                </p:nvSpPr>
                <p:spPr>
                  <a:xfrm>
                    <a:off x="9404091" y="-3193509"/>
                    <a:ext cx="637527" cy="723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576" extrusionOk="0">
                        <a:moveTo>
                          <a:pt x="249" y="0"/>
                        </a:moveTo>
                        <a:lnTo>
                          <a:pt x="1" y="154"/>
                        </a:lnTo>
                        <a:lnTo>
                          <a:pt x="1501" y="1028"/>
                        </a:lnTo>
                        <a:lnTo>
                          <a:pt x="1501" y="2280"/>
                        </a:lnTo>
                        <a:lnTo>
                          <a:pt x="1997" y="2576"/>
                        </a:lnTo>
                        <a:lnTo>
                          <a:pt x="2269" y="2422"/>
                        </a:lnTo>
                        <a:lnTo>
                          <a:pt x="1867" y="2186"/>
                        </a:lnTo>
                        <a:lnTo>
                          <a:pt x="1867" y="934"/>
                        </a:lnTo>
                        <a:lnTo>
                          <a:pt x="24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8" name="Google Shape;5653;p47">
                    <a:extLst>
                      <a:ext uri="{FF2B5EF4-FFF2-40B4-BE49-F238E27FC236}">
                        <a16:creationId xmlns:a16="http://schemas.microsoft.com/office/drawing/2014/main" id="{CCBDF1F3-A220-44A7-FA5F-12876D71C6C9}"/>
                      </a:ext>
                    </a:extLst>
                  </p:cNvPr>
                  <p:cNvSpPr/>
                  <p:nvPr/>
                </p:nvSpPr>
                <p:spPr>
                  <a:xfrm>
                    <a:off x="8717114" y="-3017621"/>
                    <a:ext cx="876353" cy="876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9" h="3120" extrusionOk="0">
                        <a:moveTo>
                          <a:pt x="1595" y="1"/>
                        </a:moveTo>
                        <a:lnTo>
                          <a:pt x="1347" y="142"/>
                        </a:lnTo>
                        <a:lnTo>
                          <a:pt x="1631" y="320"/>
                        </a:lnTo>
                        <a:lnTo>
                          <a:pt x="2765" y="969"/>
                        </a:lnTo>
                        <a:lnTo>
                          <a:pt x="2765" y="1371"/>
                        </a:lnTo>
                        <a:lnTo>
                          <a:pt x="0" y="2954"/>
                        </a:lnTo>
                        <a:lnTo>
                          <a:pt x="272" y="3119"/>
                        </a:lnTo>
                        <a:lnTo>
                          <a:pt x="3119" y="1465"/>
                        </a:lnTo>
                        <a:lnTo>
                          <a:pt x="3119" y="887"/>
                        </a:lnTo>
                        <a:lnTo>
                          <a:pt x="1890" y="166"/>
                        </a:lnTo>
                        <a:lnTo>
                          <a:pt x="159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9" name="Google Shape;5654;p47">
                    <a:extLst>
                      <a:ext uri="{FF2B5EF4-FFF2-40B4-BE49-F238E27FC236}">
                        <a16:creationId xmlns:a16="http://schemas.microsoft.com/office/drawing/2014/main" id="{01550473-A013-9B28-8C6E-66918185B1E2}"/>
                      </a:ext>
                    </a:extLst>
                  </p:cNvPr>
                  <p:cNvSpPr/>
                  <p:nvPr/>
                </p:nvSpPr>
                <p:spPr>
                  <a:xfrm>
                    <a:off x="9257986" y="-5367666"/>
                    <a:ext cx="697374" cy="690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2" h="2459" extrusionOk="0">
                        <a:moveTo>
                          <a:pt x="2210" y="1"/>
                        </a:moveTo>
                        <a:lnTo>
                          <a:pt x="1383" y="473"/>
                        </a:lnTo>
                        <a:lnTo>
                          <a:pt x="1383" y="1501"/>
                        </a:lnTo>
                        <a:lnTo>
                          <a:pt x="1" y="2304"/>
                        </a:lnTo>
                        <a:lnTo>
                          <a:pt x="261" y="2458"/>
                        </a:lnTo>
                        <a:lnTo>
                          <a:pt x="1761" y="1584"/>
                        </a:lnTo>
                        <a:lnTo>
                          <a:pt x="1761" y="568"/>
                        </a:lnTo>
                        <a:lnTo>
                          <a:pt x="2482" y="154"/>
                        </a:lnTo>
                        <a:lnTo>
                          <a:pt x="2210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0" name="Google Shape;5655;p47">
                    <a:extLst>
                      <a:ext uri="{FF2B5EF4-FFF2-40B4-BE49-F238E27FC236}">
                        <a16:creationId xmlns:a16="http://schemas.microsoft.com/office/drawing/2014/main" id="{94CF4564-D6B5-1E20-CEDF-D5FD39DEDA69}"/>
                      </a:ext>
                    </a:extLst>
                  </p:cNvPr>
                  <p:cNvSpPr/>
                  <p:nvPr/>
                </p:nvSpPr>
                <p:spPr>
                  <a:xfrm>
                    <a:off x="9520414" y="-5284498"/>
                    <a:ext cx="694002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0" h="2588" extrusionOk="0">
                        <a:moveTo>
                          <a:pt x="2209" y="0"/>
                        </a:moveTo>
                        <a:lnTo>
                          <a:pt x="1382" y="485"/>
                        </a:lnTo>
                        <a:lnTo>
                          <a:pt x="1382" y="1630"/>
                        </a:lnTo>
                        <a:lnTo>
                          <a:pt x="0" y="2422"/>
                        </a:lnTo>
                        <a:lnTo>
                          <a:pt x="260" y="2587"/>
                        </a:lnTo>
                        <a:lnTo>
                          <a:pt x="1748" y="1713"/>
                        </a:lnTo>
                        <a:lnTo>
                          <a:pt x="1748" y="579"/>
                        </a:lnTo>
                        <a:lnTo>
                          <a:pt x="2469" y="154"/>
                        </a:lnTo>
                        <a:lnTo>
                          <a:pt x="22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1" name="Google Shape;5656;p47">
                    <a:extLst>
                      <a:ext uri="{FF2B5EF4-FFF2-40B4-BE49-F238E27FC236}">
                        <a16:creationId xmlns:a16="http://schemas.microsoft.com/office/drawing/2014/main" id="{C3DA86A8-8F9F-DBE2-6F0F-C76162E5C7CB}"/>
                      </a:ext>
                    </a:extLst>
                  </p:cNvPr>
                  <p:cNvSpPr/>
                  <p:nvPr/>
                </p:nvSpPr>
                <p:spPr>
                  <a:xfrm>
                    <a:off x="9835665" y="-4843092"/>
                    <a:ext cx="1019368" cy="4017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8" h="1430" extrusionOk="0">
                        <a:moveTo>
                          <a:pt x="3379" y="0"/>
                        </a:moveTo>
                        <a:lnTo>
                          <a:pt x="2552" y="473"/>
                        </a:lnTo>
                        <a:lnTo>
                          <a:pt x="1418" y="473"/>
                        </a:lnTo>
                        <a:lnTo>
                          <a:pt x="0" y="1288"/>
                        </a:lnTo>
                        <a:lnTo>
                          <a:pt x="248" y="1430"/>
                        </a:lnTo>
                        <a:lnTo>
                          <a:pt x="1560" y="674"/>
                        </a:lnTo>
                        <a:lnTo>
                          <a:pt x="2694" y="674"/>
                        </a:lnTo>
                        <a:lnTo>
                          <a:pt x="3627" y="142"/>
                        </a:lnTo>
                        <a:lnTo>
                          <a:pt x="337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2" name="Google Shape;5657;p47">
                    <a:extLst>
                      <a:ext uri="{FF2B5EF4-FFF2-40B4-BE49-F238E27FC236}">
                        <a16:creationId xmlns:a16="http://schemas.microsoft.com/office/drawing/2014/main" id="{171602A0-3CF6-53FB-E921-A9A65146E0D1}"/>
                      </a:ext>
                    </a:extLst>
                  </p:cNvPr>
                  <p:cNvSpPr/>
                  <p:nvPr/>
                </p:nvSpPr>
                <p:spPr>
                  <a:xfrm>
                    <a:off x="9653033" y="-5018980"/>
                    <a:ext cx="913161" cy="53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0" h="1891" extrusionOk="0">
                        <a:moveTo>
                          <a:pt x="2978" y="0"/>
                        </a:moveTo>
                        <a:lnTo>
                          <a:pt x="1" y="1737"/>
                        </a:lnTo>
                        <a:lnTo>
                          <a:pt x="249" y="1890"/>
                        </a:lnTo>
                        <a:lnTo>
                          <a:pt x="3249" y="154"/>
                        </a:lnTo>
                        <a:lnTo>
                          <a:pt x="297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3" name="Google Shape;5658;p47">
                    <a:extLst>
                      <a:ext uri="{FF2B5EF4-FFF2-40B4-BE49-F238E27FC236}">
                        <a16:creationId xmlns:a16="http://schemas.microsoft.com/office/drawing/2014/main" id="{6849C99A-8664-7C8C-BCB9-39DA5C59F629}"/>
                      </a:ext>
                    </a:extLst>
                  </p:cNvPr>
                  <p:cNvSpPr/>
                  <p:nvPr/>
                </p:nvSpPr>
                <p:spPr>
                  <a:xfrm>
                    <a:off x="10061285" y="-4713564"/>
                    <a:ext cx="102274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0" h="1442" extrusionOk="0">
                        <a:moveTo>
                          <a:pt x="3367" y="0"/>
                        </a:moveTo>
                        <a:lnTo>
                          <a:pt x="2481" y="508"/>
                        </a:lnTo>
                        <a:lnTo>
                          <a:pt x="1347" y="508"/>
                        </a:lnTo>
                        <a:lnTo>
                          <a:pt x="1" y="1276"/>
                        </a:lnTo>
                        <a:lnTo>
                          <a:pt x="249" y="1441"/>
                        </a:lnTo>
                        <a:lnTo>
                          <a:pt x="1501" y="721"/>
                        </a:lnTo>
                        <a:lnTo>
                          <a:pt x="2635" y="721"/>
                        </a:lnTo>
                        <a:lnTo>
                          <a:pt x="3639" y="142"/>
                        </a:lnTo>
                        <a:lnTo>
                          <a:pt x="3367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4" name="Google Shape;5659;p47">
                    <a:extLst>
                      <a:ext uri="{FF2B5EF4-FFF2-40B4-BE49-F238E27FC236}">
                        <a16:creationId xmlns:a16="http://schemas.microsoft.com/office/drawing/2014/main" id="{55DE64E1-37ED-A36A-421F-50022A3C5BDE}"/>
                      </a:ext>
                    </a:extLst>
                  </p:cNvPr>
                  <p:cNvSpPr/>
                  <p:nvPr/>
                </p:nvSpPr>
                <p:spPr>
                  <a:xfrm>
                    <a:off x="10270329" y="-4547791"/>
                    <a:ext cx="1099164" cy="35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2" h="1277" extrusionOk="0">
                        <a:moveTo>
                          <a:pt x="3651" y="1"/>
                        </a:moveTo>
                        <a:lnTo>
                          <a:pt x="3084" y="320"/>
                        </a:lnTo>
                        <a:lnTo>
                          <a:pt x="1407" y="320"/>
                        </a:lnTo>
                        <a:lnTo>
                          <a:pt x="1" y="1135"/>
                        </a:lnTo>
                        <a:lnTo>
                          <a:pt x="261" y="1277"/>
                        </a:lnTo>
                        <a:lnTo>
                          <a:pt x="1548" y="544"/>
                        </a:lnTo>
                        <a:lnTo>
                          <a:pt x="3238" y="544"/>
                        </a:lnTo>
                        <a:lnTo>
                          <a:pt x="3911" y="142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5" name="Google Shape;5660;p47">
                    <a:extLst>
                      <a:ext uri="{FF2B5EF4-FFF2-40B4-BE49-F238E27FC236}">
                        <a16:creationId xmlns:a16="http://schemas.microsoft.com/office/drawing/2014/main" id="{AC4F203C-0066-A3FA-3D0E-ABFD5364B804}"/>
                      </a:ext>
                    </a:extLst>
                  </p:cNvPr>
                  <p:cNvSpPr/>
                  <p:nvPr/>
                </p:nvSpPr>
                <p:spPr>
                  <a:xfrm>
                    <a:off x="10482744" y="-4348583"/>
                    <a:ext cx="1832503" cy="558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2" h="1986" extrusionOk="0">
                        <a:moveTo>
                          <a:pt x="1478" y="1"/>
                        </a:moveTo>
                        <a:lnTo>
                          <a:pt x="1" y="851"/>
                        </a:lnTo>
                        <a:lnTo>
                          <a:pt x="249" y="1005"/>
                        </a:lnTo>
                        <a:lnTo>
                          <a:pt x="1619" y="201"/>
                        </a:lnTo>
                        <a:lnTo>
                          <a:pt x="3191" y="201"/>
                        </a:lnTo>
                        <a:lnTo>
                          <a:pt x="6274" y="1985"/>
                        </a:lnTo>
                        <a:lnTo>
                          <a:pt x="6522" y="1843"/>
                        </a:lnTo>
                        <a:lnTo>
                          <a:pt x="333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6" name="Google Shape;5661;p47">
                    <a:extLst>
                      <a:ext uri="{FF2B5EF4-FFF2-40B4-BE49-F238E27FC236}">
                        <a16:creationId xmlns:a16="http://schemas.microsoft.com/office/drawing/2014/main" id="{5733645C-1444-ED6A-50A5-57C37CAE9821}"/>
                      </a:ext>
                    </a:extLst>
                  </p:cNvPr>
                  <p:cNvSpPr/>
                  <p:nvPr/>
                </p:nvSpPr>
                <p:spPr>
                  <a:xfrm>
                    <a:off x="10652170" y="-4209221"/>
                    <a:ext cx="1523714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3" h="1785" extrusionOk="0">
                        <a:moveTo>
                          <a:pt x="1394" y="1"/>
                        </a:moveTo>
                        <a:lnTo>
                          <a:pt x="0" y="816"/>
                        </a:lnTo>
                        <a:lnTo>
                          <a:pt x="260" y="958"/>
                        </a:lnTo>
                        <a:lnTo>
                          <a:pt x="1560" y="213"/>
                        </a:lnTo>
                        <a:lnTo>
                          <a:pt x="2446" y="213"/>
                        </a:lnTo>
                        <a:lnTo>
                          <a:pt x="5163" y="1784"/>
                        </a:lnTo>
                        <a:lnTo>
                          <a:pt x="5423" y="1631"/>
                        </a:lnTo>
                        <a:lnTo>
                          <a:pt x="259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7" name="Google Shape;5662;p47">
                    <a:extLst>
                      <a:ext uri="{FF2B5EF4-FFF2-40B4-BE49-F238E27FC236}">
                        <a16:creationId xmlns:a16="http://schemas.microsoft.com/office/drawing/2014/main" id="{24B1B5DC-11F7-1803-7CA4-48893AAA0720}"/>
                      </a:ext>
                    </a:extLst>
                  </p:cNvPr>
                  <p:cNvSpPr/>
                  <p:nvPr/>
                </p:nvSpPr>
                <p:spPr>
                  <a:xfrm>
                    <a:off x="10303764" y="-3691391"/>
                    <a:ext cx="1151987" cy="39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0" h="1419" extrusionOk="0">
                        <a:moveTo>
                          <a:pt x="248" y="1"/>
                        </a:moveTo>
                        <a:lnTo>
                          <a:pt x="0" y="154"/>
                        </a:lnTo>
                        <a:lnTo>
                          <a:pt x="1240" y="875"/>
                        </a:lnTo>
                        <a:lnTo>
                          <a:pt x="2906" y="875"/>
                        </a:lnTo>
                        <a:lnTo>
                          <a:pt x="3839" y="1418"/>
                        </a:lnTo>
                        <a:lnTo>
                          <a:pt x="4099" y="1276"/>
                        </a:lnTo>
                        <a:lnTo>
                          <a:pt x="3060" y="674"/>
                        </a:lnTo>
                        <a:lnTo>
                          <a:pt x="1406" y="674"/>
                        </a:lnTo>
                        <a:lnTo>
                          <a:pt x="248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8" name="Google Shape;5663;p47">
                    <a:extLst>
                      <a:ext uri="{FF2B5EF4-FFF2-40B4-BE49-F238E27FC236}">
                        <a16:creationId xmlns:a16="http://schemas.microsoft.com/office/drawing/2014/main" id="{F2B8B7CC-8F1E-0959-0E2D-6B2EA1850E9A}"/>
                      </a:ext>
                    </a:extLst>
                  </p:cNvPr>
                  <p:cNvSpPr/>
                  <p:nvPr/>
                </p:nvSpPr>
                <p:spPr>
                  <a:xfrm>
                    <a:off x="10486115" y="-3817547"/>
                    <a:ext cx="117868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5" h="1442" extrusionOk="0">
                        <a:moveTo>
                          <a:pt x="261" y="1"/>
                        </a:moveTo>
                        <a:lnTo>
                          <a:pt x="1" y="142"/>
                        </a:lnTo>
                        <a:lnTo>
                          <a:pt x="1253" y="851"/>
                        </a:lnTo>
                        <a:lnTo>
                          <a:pt x="2919" y="851"/>
                        </a:lnTo>
                        <a:lnTo>
                          <a:pt x="3923" y="1442"/>
                        </a:lnTo>
                        <a:lnTo>
                          <a:pt x="4194" y="1300"/>
                        </a:lnTo>
                        <a:lnTo>
                          <a:pt x="3072" y="650"/>
                        </a:lnTo>
                        <a:lnTo>
                          <a:pt x="1395" y="650"/>
                        </a:lnTo>
                        <a:lnTo>
                          <a:pt x="26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9" name="Google Shape;5664;p47">
                    <a:extLst>
                      <a:ext uri="{FF2B5EF4-FFF2-40B4-BE49-F238E27FC236}">
                        <a16:creationId xmlns:a16="http://schemas.microsoft.com/office/drawing/2014/main" id="{43271C7A-8EA3-C044-7E92-DFD8B77DC948}"/>
                      </a:ext>
                    </a:extLst>
                  </p:cNvPr>
                  <p:cNvSpPr/>
                  <p:nvPr/>
                </p:nvSpPr>
                <p:spPr>
                  <a:xfrm>
                    <a:off x="7747760" y="-3362654"/>
                    <a:ext cx="637527" cy="65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340" extrusionOk="0">
                        <a:moveTo>
                          <a:pt x="2009" y="0"/>
                        </a:moveTo>
                        <a:lnTo>
                          <a:pt x="1879" y="71"/>
                        </a:lnTo>
                        <a:lnTo>
                          <a:pt x="521" y="862"/>
                        </a:lnTo>
                        <a:lnTo>
                          <a:pt x="521" y="1878"/>
                        </a:lnTo>
                        <a:lnTo>
                          <a:pt x="1" y="2185"/>
                        </a:lnTo>
                        <a:lnTo>
                          <a:pt x="249" y="2339"/>
                        </a:lnTo>
                        <a:lnTo>
                          <a:pt x="887" y="1961"/>
                        </a:lnTo>
                        <a:lnTo>
                          <a:pt x="887" y="945"/>
                        </a:lnTo>
                        <a:lnTo>
                          <a:pt x="2127" y="224"/>
                        </a:lnTo>
                        <a:lnTo>
                          <a:pt x="2269" y="154"/>
                        </a:lnTo>
                        <a:lnTo>
                          <a:pt x="20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0" name="Google Shape;5665;p47">
                    <a:extLst>
                      <a:ext uri="{FF2B5EF4-FFF2-40B4-BE49-F238E27FC236}">
                        <a16:creationId xmlns:a16="http://schemas.microsoft.com/office/drawing/2014/main" id="{B99D60B2-AEFB-828B-7D69-FDCDC0414E55}"/>
                      </a:ext>
                    </a:extLst>
                  </p:cNvPr>
                  <p:cNvSpPr/>
                  <p:nvPr/>
                </p:nvSpPr>
                <p:spPr>
                  <a:xfrm>
                    <a:off x="7538717" y="-3498925"/>
                    <a:ext cx="611115" cy="67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5" h="2411" extrusionOk="0">
                        <a:moveTo>
                          <a:pt x="1926" y="1"/>
                        </a:moveTo>
                        <a:lnTo>
                          <a:pt x="1773" y="83"/>
                        </a:lnTo>
                        <a:lnTo>
                          <a:pt x="438" y="875"/>
                        </a:lnTo>
                        <a:lnTo>
                          <a:pt x="438" y="2009"/>
                        </a:lnTo>
                        <a:lnTo>
                          <a:pt x="1" y="2245"/>
                        </a:lnTo>
                        <a:lnTo>
                          <a:pt x="272" y="2411"/>
                        </a:lnTo>
                        <a:lnTo>
                          <a:pt x="804" y="2092"/>
                        </a:lnTo>
                        <a:lnTo>
                          <a:pt x="804" y="958"/>
                        </a:lnTo>
                        <a:lnTo>
                          <a:pt x="2044" y="237"/>
                        </a:lnTo>
                        <a:lnTo>
                          <a:pt x="2174" y="142"/>
                        </a:lnTo>
                        <a:lnTo>
                          <a:pt x="192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1" name="Google Shape;5666;p47">
                    <a:extLst>
                      <a:ext uri="{FF2B5EF4-FFF2-40B4-BE49-F238E27FC236}">
                        <a16:creationId xmlns:a16="http://schemas.microsoft.com/office/drawing/2014/main" id="{D84A3056-9157-0A88-AB07-EE231CDEA614}"/>
                      </a:ext>
                    </a:extLst>
                  </p:cNvPr>
                  <p:cNvSpPr/>
                  <p:nvPr/>
                </p:nvSpPr>
                <p:spPr>
                  <a:xfrm>
                    <a:off x="7870545" y="-3037570"/>
                    <a:ext cx="1026112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" h="1442" extrusionOk="0">
                        <a:moveTo>
                          <a:pt x="3403" y="1"/>
                        </a:moveTo>
                        <a:lnTo>
                          <a:pt x="3344" y="24"/>
                        </a:lnTo>
                        <a:lnTo>
                          <a:pt x="2092" y="745"/>
                        </a:lnTo>
                        <a:lnTo>
                          <a:pt x="946" y="745"/>
                        </a:lnTo>
                        <a:lnTo>
                          <a:pt x="1" y="1288"/>
                        </a:lnTo>
                        <a:lnTo>
                          <a:pt x="273" y="1442"/>
                        </a:lnTo>
                        <a:lnTo>
                          <a:pt x="1100" y="958"/>
                        </a:lnTo>
                        <a:lnTo>
                          <a:pt x="2234" y="958"/>
                        </a:lnTo>
                        <a:lnTo>
                          <a:pt x="3592" y="178"/>
                        </a:lnTo>
                        <a:lnTo>
                          <a:pt x="3651" y="142"/>
                        </a:lnTo>
                        <a:lnTo>
                          <a:pt x="340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2" name="Google Shape;5667;p47">
                    <a:extLst>
                      <a:ext uri="{FF2B5EF4-FFF2-40B4-BE49-F238E27FC236}">
                        <a16:creationId xmlns:a16="http://schemas.microsoft.com/office/drawing/2014/main" id="{C8FDADEF-4836-4A42-2152-8A412B20CF52}"/>
                      </a:ext>
                    </a:extLst>
                  </p:cNvPr>
                  <p:cNvSpPr/>
                  <p:nvPr/>
                </p:nvSpPr>
                <p:spPr>
                  <a:xfrm>
                    <a:off x="6751994" y="-3661608"/>
                    <a:ext cx="1128948" cy="38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" h="1360" extrusionOk="0">
                        <a:moveTo>
                          <a:pt x="3746" y="1"/>
                        </a:moveTo>
                        <a:lnTo>
                          <a:pt x="3604" y="95"/>
                        </a:lnTo>
                        <a:lnTo>
                          <a:pt x="2470" y="757"/>
                        </a:lnTo>
                        <a:lnTo>
                          <a:pt x="781" y="757"/>
                        </a:lnTo>
                        <a:lnTo>
                          <a:pt x="1" y="1194"/>
                        </a:lnTo>
                        <a:lnTo>
                          <a:pt x="249" y="1359"/>
                        </a:lnTo>
                        <a:lnTo>
                          <a:pt x="934" y="958"/>
                        </a:lnTo>
                        <a:lnTo>
                          <a:pt x="2612" y="958"/>
                        </a:lnTo>
                        <a:lnTo>
                          <a:pt x="3852" y="237"/>
                        </a:lnTo>
                        <a:lnTo>
                          <a:pt x="4017" y="154"/>
                        </a:lnTo>
                        <a:lnTo>
                          <a:pt x="374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675" name="Google Shape;5668;p47">
                  <a:extLst>
                    <a:ext uri="{FF2B5EF4-FFF2-40B4-BE49-F238E27FC236}">
                      <a16:creationId xmlns:a16="http://schemas.microsoft.com/office/drawing/2014/main" id="{156D8E72-21AC-ABD3-0BE1-831416793BFC}"/>
                    </a:ext>
                  </a:extLst>
                </p:cNvPr>
                <p:cNvSpPr/>
                <p:nvPr/>
              </p:nvSpPr>
              <p:spPr>
                <a:xfrm>
                  <a:off x="6598965" y="-3776740"/>
                  <a:ext cx="1021412" cy="282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7" h="1182" extrusionOk="0">
                      <a:moveTo>
                        <a:pt x="4017" y="0"/>
                      </a:moveTo>
                      <a:lnTo>
                        <a:pt x="3887" y="71"/>
                      </a:lnTo>
                      <a:lnTo>
                        <a:pt x="2516" y="875"/>
                      </a:lnTo>
                      <a:lnTo>
                        <a:pt x="284" y="875"/>
                      </a:lnTo>
                      <a:lnTo>
                        <a:pt x="0" y="1028"/>
                      </a:lnTo>
                      <a:lnTo>
                        <a:pt x="272" y="1182"/>
                      </a:lnTo>
                      <a:lnTo>
                        <a:pt x="437" y="1075"/>
                      </a:lnTo>
                      <a:lnTo>
                        <a:pt x="2658" y="1075"/>
                      </a:lnTo>
                      <a:lnTo>
                        <a:pt x="4135" y="225"/>
                      </a:lnTo>
                      <a:lnTo>
                        <a:pt x="4277" y="142"/>
                      </a:lnTo>
                      <a:lnTo>
                        <a:pt x="401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304" name="Google Shape;5669;p47">
                <a:extLst>
                  <a:ext uri="{FF2B5EF4-FFF2-40B4-BE49-F238E27FC236}">
                    <a16:creationId xmlns:a16="http://schemas.microsoft.com/office/drawing/2014/main" id="{250CD6C5-E78D-F16D-8E69-9747B572A825}"/>
                  </a:ext>
                </a:extLst>
              </p:cNvPr>
              <p:cNvSpPr/>
              <p:nvPr/>
            </p:nvSpPr>
            <p:spPr>
              <a:xfrm flipH="1">
                <a:off x="9817982" y="7218955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5" name="Google Shape;5670;p47">
                <a:extLst>
                  <a:ext uri="{FF2B5EF4-FFF2-40B4-BE49-F238E27FC236}">
                    <a16:creationId xmlns:a16="http://schemas.microsoft.com/office/drawing/2014/main" id="{9D410818-6888-F531-50AE-2F2FA6A1B858}"/>
                  </a:ext>
                </a:extLst>
              </p:cNvPr>
              <p:cNvSpPr/>
              <p:nvPr/>
            </p:nvSpPr>
            <p:spPr>
              <a:xfrm flipH="1">
                <a:off x="11341013" y="7218966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6" name="Google Shape;5671;p47">
                <a:extLst>
                  <a:ext uri="{FF2B5EF4-FFF2-40B4-BE49-F238E27FC236}">
                    <a16:creationId xmlns:a16="http://schemas.microsoft.com/office/drawing/2014/main" id="{4D238EF8-E5E3-D4BD-FF8E-744A83B618E9}"/>
                  </a:ext>
                </a:extLst>
              </p:cNvPr>
              <p:cNvSpPr/>
              <p:nvPr/>
            </p:nvSpPr>
            <p:spPr>
              <a:xfrm flipH="1">
                <a:off x="9812585" y="7218966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7" name="Google Shape;5672;p47">
                <a:extLst>
                  <a:ext uri="{FF2B5EF4-FFF2-40B4-BE49-F238E27FC236}">
                    <a16:creationId xmlns:a16="http://schemas.microsoft.com/office/drawing/2014/main" id="{26B76C83-555F-D180-1D94-A549E02B18B2}"/>
                  </a:ext>
                </a:extLst>
              </p:cNvPr>
              <p:cNvGrpSpPr/>
              <p:nvPr/>
            </p:nvGrpSpPr>
            <p:grpSpPr>
              <a:xfrm>
                <a:off x="10884983" y="6879817"/>
                <a:ext cx="922893" cy="599206"/>
                <a:chOff x="-4004340" y="2465518"/>
                <a:chExt cx="1791330" cy="1162830"/>
              </a:xfrm>
            </p:grpSpPr>
            <p:sp>
              <p:nvSpPr>
                <p:cNvPr id="1308" name="Google Shape;5673;p47">
                  <a:extLst>
                    <a:ext uri="{FF2B5EF4-FFF2-40B4-BE49-F238E27FC236}">
                      <a16:creationId xmlns:a16="http://schemas.microsoft.com/office/drawing/2014/main" id="{E5812A44-8ED7-C598-6C7B-8923DC295FF5}"/>
                    </a:ext>
                  </a:extLst>
                </p:cNvPr>
                <p:cNvSpPr/>
                <p:nvPr/>
              </p:nvSpPr>
              <p:spPr>
                <a:xfrm>
                  <a:off x="-3238869" y="3540443"/>
                  <a:ext cx="296388" cy="7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86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2671" y="68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09" name="Google Shape;5674;p47">
                  <a:extLst>
                    <a:ext uri="{FF2B5EF4-FFF2-40B4-BE49-F238E27FC236}">
                      <a16:creationId xmlns:a16="http://schemas.microsoft.com/office/drawing/2014/main" id="{FBED748E-1F5F-E29A-671C-AFE223DF22D7}"/>
                    </a:ext>
                  </a:extLst>
                </p:cNvPr>
                <p:cNvSpPr/>
                <p:nvPr/>
              </p:nvSpPr>
              <p:spPr>
                <a:xfrm>
                  <a:off x="-2741963" y="2725067"/>
                  <a:ext cx="14536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31" extrusionOk="0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30" y="130"/>
                      </a:lnTo>
                      <a:lnTo>
                        <a:pt x="130" y="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0" name="Google Shape;5675;p47">
                  <a:extLst>
                    <a:ext uri="{FF2B5EF4-FFF2-40B4-BE49-F238E27FC236}">
                      <a16:creationId xmlns:a16="http://schemas.microsoft.com/office/drawing/2014/main" id="{10480F64-5331-7239-54E0-2DCF3EABCC43}"/>
                    </a:ext>
                  </a:extLst>
                </p:cNvPr>
                <p:cNvSpPr/>
                <p:nvPr/>
              </p:nvSpPr>
              <p:spPr>
                <a:xfrm>
                  <a:off x="-3461689" y="2727730"/>
                  <a:ext cx="14536" cy="1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42" extrusionOk="0">
                      <a:moveTo>
                        <a:pt x="131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31" y="4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1" name="Google Shape;5676;p47">
                  <a:extLst>
                    <a:ext uri="{FF2B5EF4-FFF2-40B4-BE49-F238E27FC236}">
                      <a16:creationId xmlns:a16="http://schemas.microsoft.com/office/drawing/2014/main" id="{521FFD51-043C-44E1-51DC-6A324F022FE1}"/>
                    </a:ext>
                  </a:extLst>
                </p:cNvPr>
                <p:cNvSpPr/>
                <p:nvPr/>
              </p:nvSpPr>
              <p:spPr>
                <a:xfrm>
                  <a:off x="-2942590" y="3124876"/>
                  <a:ext cx="714504" cy="491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431" extrusionOk="0">
                      <a:moveTo>
                        <a:pt x="6439" y="0"/>
                      </a:moveTo>
                      <a:lnTo>
                        <a:pt x="1" y="3745"/>
                      </a:lnTo>
                      <a:lnTo>
                        <a:pt x="1" y="4430"/>
                      </a:lnTo>
                      <a:lnTo>
                        <a:pt x="6439" y="697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2" name="Google Shape;5677;p47">
                  <a:extLst>
                    <a:ext uri="{FF2B5EF4-FFF2-40B4-BE49-F238E27FC236}">
                      <a16:creationId xmlns:a16="http://schemas.microsoft.com/office/drawing/2014/main" id="{32DFA1A1-37B0-59A9-0537-A6F077F1493B}"/>
                    </a:ext>
                  </a:extLst>
                </p:cNvPr>
                <p:cNvSpPr/>
                <p:nvPr/>
              </p:nvSpPr>
              <p:spPr>
                <a:xfrm>
                  <a:off x="-3958484" y="3126208"/>
                  <a:ext cx="719719" cy="49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419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6486" y="4418"/>
                      </a:lnTo>
                      <a:lnTo>
                        <a:pt x="6486" y="37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3" name="Google Shape;5678;p47">
                  <a:extLst>
                    <a:ext uri="{FF2B5EF4-FFF2-40B4-BE49-F238E27FC236}">
                      <a16:creationId xmlns:a16="http://schemas.microsoft.com/office/drawing/2014/main" id="{495EA5A6-7539-4F50-9498-A6B1658774B7}"/>
                    </a:ext>
                  </a:extLst>
                </p:cNvPr>
                <p:cNvSpPr/>
                <p:nvPr/>
              </p:nvSpPr>
              <p:spPr>
                <a:xfrm>
                  <a:off x="-3958484" y="2537645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4"/>
                      </a:lnTo>
                      <a:lnTo>
                        <a:pt x="6486" y="9037"/>
                      </a:lnTo>
                      <a:lnTo>
                        <a:pt x="9156" y="9037"/>
                      </a:lnTo>
                      <a:lnTo>
                        <a:pt x="15594" y="5292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4" name="Google Shape;5679;p47">
                  <a:extLst>
                    <a:ext uri="{FF2B5EF4-FFF2-40B4-BE49-F238E27FC236}">
                      <a16:creationId xmlns:a16="http://schemas.microsoft.com/office/drawing/2014/main" id="{E1500912-2413-0C10-DEED-F92643E828E4}"/>
                    </a:ext>
                  </a:extLst>
                </p:cNvPr>
                <p:cNvSpPr/>
                <p:nvPr/>
              </p:nvSpPr>
              <p:spPr>
                <a:xfrm>
                  <a:off x="-2709228" y="2744708"/>
                  <a:ext cx="15868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31" extrusionOk="0">
                      <a:moveTo>
                        <a:pt x="1" y="1"/>
                      </a:moveTo>
                      <a:lnTo>
                        <a:pt x="12" y="60"/>
                      </a:lnTo>
                      <a:lnTo>
                        <a:pt x="142" y="131"/>
                      </a:lnTo>
                      <a:lnTo>
                        <a:pt x="142" y="8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5" name="Google Shape;5680;p47">
                  <a:extLst>
                    <a:ext uri="{FF2B5EF4-FFF2-40B4-BE49-F238E27FC236}">
                      <a16:creationId xmlns:a16="http://schemas.microsoft.com/office/drawing/2014/main" id="{290622C3-77B5-F6B2-B32C-C35826A5E3FC}"/>
                    </a:ext>
                  </a:extLst>
                </p:cNvPr>
                <p:cNvSpPr/>
                <p:nvPr/>
              </p:nvSpPr>
              <p:spPr>
                <a:xfrm>
                  <a:off x="-2709228" y="2725067"/>
                  <a:ext cx="48603" cy="28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1" extrusionOk="0">
                      <a:moveTo>
                        <a:pt x="308" y="0"/>
                      </a:moveTo>
                      <a:lnTo>
                        <a:pt x="1" y="178"/>
                      </a:lnTo>
                      <a:lnTo>
                        <a:pt x="142" y="260"/>
                      </a:lnTo>
                      <a:lnTo>
                        <a:pt x="438" y="83"/>
                      </a:lnTo>
                      <a:lnTo>
                        <a:pt x="3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6" name="Google Shape;5681;p47">
                  <a:extLst>
                    <a:ext uri="{FF2B5EF4-FFF2-40B4-BE49-F238E27FC236}">
                      <a16:creationId xmlns:a16="http://schemas.microsoft.com/office/drawing/2014/main" id="{063794B6-3380-CB84-18D4-FBBBF193202F}"/>
                    </a:ext>
                  </a:extLst>
                </p:cNvPr>
                <p:cNvSpPr/>
                <p:nvPr/>
              </p:nvSpPr>
              <p:spPr>
                <a:xfrm>
                  <a:off x="-3495755" y="2747371"/>
                  <a:ext cx="15868" cy="1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43" extrusionOk="0">
                      <a:moveTo>
                        <a:pt x="142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42" y="4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7" name="Google Shape;5682;p47">
                  <a:extLst>
                    <a:ext uri="{FF2B5EF4-FFF2-40B4-BE49-F238E27FC236}">
                      <a16:creationId xmlns:a16="http://schemas.microsoft.com/office/drawing/2014/main" id="{8A2DD044-1BFC-82ED-DF2D-ADC7AF9DF37A}"/>
                    </a:ext>
                  </a:extLst>
                </p:cNvPr>
                <p:cNvSpPr/>
                <p:nvPr/>
              </p:nvSpPr>
              <p:spPr>
                <a:xfrm>
                  <a:off x="-3528490" y="2727730"/>
                  <a:ext cx="48603" cy="2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0" extrusionOk="0">
                      <a:moveTo>
                        <a:pt x="130" y="0"/>
                      </a:moveTo>
                      <a:lnTo>
                        <a:pt x="0" y="83"/>
                      </a:lnTo>
                      <a:lnTo>
                        <a:pt x="296" y="260"/>
                      </a:lnTo>
                      <a:lnTo>
                        <a:pt x="437" y="177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8" name="Google Shape;5683;p47">
                  <a:extLst>
                    <a:ext uri="{FF2B5EF4-FFF2-40B4-BE49-F238E27FC236}">
                      <a16:creationId xmlns:a16="http://schemas.microsoft.com/office/drawing/2014/main" id="{A5468A37-AEA4-CEB3-AD43-F0F0E785297A}"/>
                    </a:ext>
                  </a:extLst>
                </p:cNvPr>
                <p:cNvSpPr/>
                <p:nvPr/>
              </p:nvSpPr>
              <p:spPr>
                <a:xfrm>
                  <a:off x="-2942590" y="3054080"/>
                  <a:ext cx="714504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171" extrusionOk="0">
                      <a:moveTo>
                        <a:pt x="6439" y="1"/>
                      </a:moveTo>
                      <a:lnTo>
                        <a:pt x="1" y="3734"/>
                      </a:lnTo>
                      <a:lnTo>
                        <a:pt x="1" y="4171"/>
                      </a:lnTo>
                      <a:lnTo>
                        <a:pt x="6439" y="414"/>
                      </a:lnTo>
                      <a:lnTo>
                        <a:pt x="6439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9" name="Google Shape;5684;p47">
                  <a:extLst>
                    <a:ext uri="{FF2B5EF4-FFF2-40B4-BE49-F238E27FC236}">
                      <a16:creationId xmlns:a16="http://schemas.microsoft.com/office/drawing/2014/main" id="{D5FCDEDA-BFFA-8E7A-46DD-4C5318B8FD1F}"/>
                    </a:ext>
                  </a:extLst>
                </p:cNvPr>
                <p:cNvSpPr/>
                <p:nvPr/>
              </p:nvSpPr>
              <p:spPr>
                <a:xfrm>
                  <a:off x="-3958484" y="3054080"/>
                  <a:ext cx="719719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171" extrusionOk="0">
                      <a:moveTo>
                        <a:pt x="1" y="1"/>
                      </a:moveTo>
                      <a:lnTo>
                        <a:pt x="1" y="414"/>
                      </a:lnTo>
                      <a:lnTo>
                        <a:pt x="6486" y="4171"/>
                      </a:lnTo>
                      <a:lnTo>
                        <a:pt x="6486" y="373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0" name="Google Shape;5685;p47">
                  <a:extLst>
                    <a:ext uri="{FF2B5EF4-FFF2-40B4-BE49-F238E27FC236}">
                      <a16:creationId xmlns:a16="http://schemas.microsoft.com/office/drawing/2014/main" id="{9696E911-C2C9-1700-BAB2-D761E6B3B5D1}"/>
                    </a:ext>
                  </a:extLst>
                </p:cNvPr>
                <p:cNvSpPr/>
                <p:nvPr/>
              </p:nvSpPr>
              <p:spPr>
                <a:xfrm>
                  <a:off x="-3238869" y="3468316"/>
                  <a:ext cx="296388" cy="48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438" extrusionOk="0">
                      <a:moveTo>
                        <a:pt x="1" y="1"/>
                      </a:moveTo>
                      <a:lnTo>
                        <a:pt x="1" y="438"/>
                      </a:lnTo>
                      <a:lnTo>
                        <a:pt x="2671" y="438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1" name="Google Shape;5686;p47">
                  <a:extLst>
                    <a:ext uri="{FF2B5EF4-FFF2-40B4-BE49-F238E27FC236}">
                      <a16:creationId xmlns:a16="http://schemas.microsoft.com/office/drawing/2014/main" id="{D39F7F10-CC67-506C-6000-A2E0BAC9E151}"/>
                    </a:ext>
                  </a:extLst>
                </p:cNvPr>
                <p:cNvSpPr/>
                <p:nvPr/>
              </p:nvSpPr>
              <p:spPr>
                <a:xfrm>
                  <a:off x="-3958484" y="2465518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5"/>
                      </a:lnTo>
                      <a:lnTo>
                        <a:pt x="6486" y="9038"/>
                      </a:lnTo>
                      <a:lnTo>
                        <a:pt x="9156" y="9038"/>
                      </a:lnTo>
                      <a:lnTo>
                        <a:pt x="15594" y="5305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2" name="Google Shape;5687;p47">
                  <a:extLst>
                    <a:ext uri="{FF2B5EF4-FFF2-40B4-BE49-F238E27FC236}">
                      <a16:creationId xmlns:a16="http://schemas.microsoft.com/office/drawing/2014/main" id="{F10121A1-DA5C-E0C7-E422-DE8B5125C110}"/>
                    </a:ext>
                  </a:extLst>
                </p:cNvPr>
                <p:cNvSpPr/>
                <p:nvPr/>
              </p:nvSpPr>
              <p:spPr>
                <a:xfrm>
                  <a:off x="-3904776" y="2516673"/>
                  <a:ext cx="1625637" cy="89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0" h="8105" extrusionOk="0">
                      <a:moveTo>
                        <a:pt x="8412" y="402"/>
                      </a:moveTo>
                      <a:lnTo>
                        <a:pt x="14271" y="3769"/>
                      </a:lnTo>
                      <a:lnTo>
                        <a:pt x="14271" y="4347"/>
                      </a:lnTo>
                      <a:lnTo>
                        <a:pt x="8447" y="7726"/>
                      </a:lnTo>
                      <a:lnTo>
                        <a:pt x="6226" y="7726"/>
                      </a:lnTo>
                      <a:lnTo>
                        <a:pt x="355" y="4347"/>
                      </a:lnTo>
                      <a:lnTo>
                        <a:pt x="355" y="3780"/>
                      </a:lnTo>
                      <a:lnTo>
                        <a:pt x="6179" y="402"/>
                      </a:lnTo>
                      <a:close/>
                      <a:moveTo>
                        <a:pt x="6085" y="0"/>
                      </a:moveTo>
                      <a:lnTo>
                        <a:pt x="1" y="3544"/>
                      </a:lnTo>
                      <a:lnTo>
                        <a:pt x="1" y="4560"/>
                      </a:lnTo>
                      <a:lnTo>
                        <a:pt x="6132" y="8104"/>
                      </a:lnTo>
                      <a:lnTo>
                        <a:pt x="8565" y="8104"/>
                      </a:lnTo>
                      <a:lnTo>
                        <a:pt x="14649" y="4560"/>
                      </a:lnTo>
                      <a:lnTo>
                        <a:pt x="14649" y="3544"/>
                      </a:lnTo>
                      <a:lnTo>
                        <a:pt x="8518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3" name="Google Shape;5688;p47">
                  <a:extLst>
                    <a:ext uri="{FF2B5EF4-FFF2-40B4-BE49-F238E27FC236}">
                      <a16:creationId xmlns:a16="http://schemas.microsoft.com/office/drawing/2014/main" id="{19A98CE0-5BA7-64B4-DBB3-4AB2F58941E2}"/>
                    </a:ext>
                  </a:extLst>
                </p:cNvPr>
                <p:cNvSpPr/>
                <p:nvPr/>
              </p:nvSpPr>
              <p:spPr>
                <a:xfrm>
                  <a:off x="-3722570" y="2675243"/>
                  <a:ext cx="668675" cy="385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6" h="3474" extrusionOk="0">
                      <a:moveTo>
                        <a:pt x="4502" y="1"/>
                      </a:moveTo>
                      <a:lnTo>
                        <a:pt x="1" y="2599"/>
                      </a:lnTo>
                      <a:lnTo>
                        <a:pt x="1525" y="3474"/>
                      </a:lnTo>
                      <a:lnTo>
                        <a:pt x="6026" y="875"/>
                      </a:lnTo>
                      <a:lnTo>
                        <a:pt x="4502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4" name="Google Shape;5689;p47">
                  <a:extLst>
                    <a:ext uri="{FF2B5EF4-FFF2-40B4-BE49-F238E27FC236}">
                      <a16:creationId xmlns:a16="http://schemas.microsoft.com/office/drawing/2014/main" id="{6C1BC427-C18C-DDF2-4DF8-37AFE490B44D}"/>
                    </a:ext>
                  </a:extLst>
                </p:cNvPr>
                <p:cNvSpPr/>
                <p:nvPr/>
              </p:nvSpPr>
              <p:spPr>
                <a:xfrm>
                  <a:off x="-3537701" y="2688337"/>
                  <a:ext cx="778752" cy="449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4053" extrusionOk="0">
                      <a:moveTo>
                        <a:pt x="5966" y="1"/>
                      </a:moveTo>
                      <a:lnTo>
                        <a:pt x="1" y="3450"/>
                      </a:lnTo>
                      <a:lnTo>
                        <a:pt x="1052" y="4053"/>
                      </a:lnTo>
                      <a:lnTo>
                        <a:pt x="7018" y="615"/>
                      </a:lnTo>
                      <a:lnTo>
                        <a:pt x="5966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5" name="Google Shape;5690;p47">
                  <a:extLst>
                    <a:ext uri="{FF2B5EF4-FFF2-40B4-BE49-F238E27FC236}">
                      <a16:creationId xmlns:a16="http://schemas.microsoft.com/office/drawing/2014/main" id="{F4AE7967-36B9-50F0-F6A0-12D038E47C51}"/>
                    </a:ext>
                  </a:extLst>
                </p:cNvPr>
                <p:cNvSpPr/>
                <p:nvPr/>
              </p:nvSpPr>
              <p:spPr>
                <a:xfrm>
                  <a:off x="-3402655" y="2832593"/>
                  <a:ext cx="624067" cy="3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" h="3249" extrusionOk="0">
                      <a:moveTo>
                        <a:pt x="4915" y="0"/>
                      </a:moveTo>
                      <a:lnTo>
                        <a:pt x="0" y="2859"/>
                      </a:lnTo>
                      <a:lnTo>
                        <a:pt x="709" y="3249"/>
                      </a:lnTo>
                      <a:lnTo>
                        <a:pt x="5623" y="414"/>
                      </a:lnTo>
                      <a:lnTo>
                        <a:pt x="491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6" name="Google Shape;5691;p47">
                  <a:extLst>
                    <a:ext uri="{FF2B5EF4-FFF2-40B4-BE49-F238E27FC236}">
                      <a16:creationId xmlns:a16="http://schemas.microsoft.com/office/drawing/2014/main" id="{470E4F31-9D79-A482-AA6C-75022F9A0205}"/>
                    </a:ext>
                  </a:extLst>
                </p:cNvPr>
                <p:cNvSpPr/>
                <p:nvPr/>
              </p:nvSpPr>
              <p:spPr>
                <a:xfrm>
                  <a:off x="-3210018" y="2946554"/>
                  <a:ext cx="626730" cy="36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8" h="3250" extrusionOk="0">
                      <a:moveTo>
                        <a:pt x="4939" y="1"/>
                      </a:moveTo>
                      <a:lnTo>
                        <a:pt x="1" y="2836"/>
                      </a:lnTo>
                      <a:lnTo>
                        <a:pt x="733" y="3250"/>
                      </a:lnTo>
                      <a:lnTo>
                        <a:pt x="5648" y="391"/>
                      </a:lnTo>
                      <a:lnTo>
                        <a:pt x="4939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7" name="Google Shape;5692;p47">
                  <a:extLst>
                    <a:ext uri="{FF2B5EF4-FFF2-40B4-BE49-F238E27FC236}">
                      <a16:creationId xmlns:a16="http://schemas.microsoft.com/office/drawing/2014/main" id="{AEFB49E4-BFBB-0DF2-01AC-5E53A87B60BD}"/>
                    </a:ext>
                  </a:extLst>
                </p:cNvPr>
                <p:cNvSpPr/>
                <p:nvPr/>
              </p:nvSpPr>
              <p:spPr>
                <a:xfrm>
                  <a:off x="-3305671" y="3060627"/>
                  <a:ext cx="329122" cy="18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702" extrusionOk="0">
                      <a:moveTo>
                        <a:pt x="2257" y="1"/>
                      </a:moveTo>
                      <a:lnTo>
                        <a:pt x="0" y="1300"/>
                      </a:lnTo>
                      <a:lnTo>
                        <a:pt x="709" y="1702"/>
                      </a:lnTo>
                      <a:lnTo>
                        <a:pt x="2966" y="402"/>
                      </a:lnTo>
                      <a:lnTo>
                        <a:pt x="2257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8" name="Google Shape;5693;p47">
                  <a:extLst>
                    <a:ext uri="{FF2B5EF4-FFF2-40B4-BE49-F238E27FC236}">
                      <a16:creationId xmlns:a16="http://schemas.microsoft.com/office/drawing/2014/main" id="{AFC07D23-FCCE-1A60-1721-4C387B854146}"/>
                    </a:ext>
                  </a:extLst>
                </p:cNvPr>
                <p:cNvSpPr/>
                <p:nvPr/>
              </p:nvSpPr>
              <p:spPr>
                <a:xfrm>
                  <a:off x="-3009391" y="2888963"/>
                  <a:ext cx="327791" cy="19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" h="1714" extrusionOk="0">
                      <a:moveTo>
                        <a:pt x="2245" y="0"/>
                      </a:moveTo>
                      <a:lnTo>
                        <a:pt x="0" y="1300"/>
                      </a:lnTo>
                      <a:lnTo>
                        <a:pt x="709" y="1713"/>
                      </a:lnTo>
                      <a:lnTo>
                        <a:pt x="2954" y="414"/>
                      </a:lnTo>
                      <a:lnTo>
                        <a:pt x="224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329" name="Google Shape;5694;p47">
                  <a:extLst>
                    <a:ext uri="{FF2B5EF4-FFF2-40B4-BE49-F238E27FC236}">
                      <a16:creationId xmlns:a16="http://schemas.microsoft.com/office/drawing/2014/main" id="{F3E82789-6F01-68AC-D7CD-831C34D1F0FB}"/>
                    </a:ext>
                  </a:extLst>
                </p:cNvPr>
                <p:cNvGrpSpPr/>
                <p:nvPr/>
              </p:nvGrpSpPr>
              <p:grpSpPr>
                <a:xfrm>
                  <a:off x="-4004340" y="3104789"/>
                  <a:ext cx="1791330" cy="523558"/>
                  <a:chOff x="-4004340" y="3104789"/>
                  <a:chExt cx="1791330" cy="523558"/>
                </a:xfrm>
              </p:grpSpPr>
              <p:grpSp>
                <p:nvGrpSpPr>
                  <p:cNvPr id="1330" name="Google Shape;5695;p47">
                    <a:extLst>
                      <a:ext uri="{FF2B5EF4-FFF2-40B4-BE49-F238E27FC236}">
                        <a16:creationId xmlns:a16="http://schemas.microsoft.com/office/drawing/2014/main" id="{74A5A86E-1CE9-544E-0B87-E94BA81764B3}"/>
                      </a:ext>
                    </a:extLst>
                  </p:cNvPr>
                  <p:cNvGrpSpPr/>
                  <p:nvPr/>
                </p:nvGrpSpPr>
                <p:grpSpPr>
                  <a:xfrm>
                    <a:off x="-2940565" y="3136014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502" name="Google Shape;5696;p47">
                      <a:extLst>
                        <a:ext uri="{FF2B5EF4-FFF2-40B4-BE49-F238E27FC236}">
                          <a16:creationId xmlns:a16="http://schemas.microsoft.com/office/drawing/2014/main" id="{BF960222-7E7E-8ADE-15E9-E0EF50591E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63" name="Google Shape;5697;p47">
                        <a:extLst>
                          <a:ext uri="{FF2B5EF4-FFF2-40B4-BE49-F238E27FC236}">
                            <a16:creationId xmlns:a16="http://schemas.microsoft.com/office/drawing/2014/main" id="{1F42C948-2DD3-A74A-7ABD-AD3DD45F6B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4" name="Google Shape;5698;p47">
                        <a:extLst>
                          <a:ext uri="{FF2B5EF4-FFF2-40B4-BE49-F238E27FC236}">
                            <a16:creationId xmlns:a16="http://schemas.microsoft.com/office/drawing/2014/main" id="{A14FCF86-3816-A3F0-7C44-C5B5EF04E9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5" name="Google Shape;5699;p47">
                        <a:extLst>
                          <a:ext uri="{FF2B5EF4-FFF2-40B4-BE49-F238E27FC236}">
                            <a16:creationId xmlns:a16="http://schemas.microsoft.com/office/drawing/2014/main" id="{9E75AF79-4F97-0903-D767-BA92136444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6" name="Google Shape;5700;p47">
                        <a:extLst>
                          <a:ext uri="{FF2B5EF4-FFF2-40B4-BE49-F238E27FC236}">
                            <a16:creationId xmlns:a16="http://schemas.microsoft.com/office/drawing/2014/main" id="{5EF34E14-94E1-033F-7FEA-60D243DA08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7" name="Google Shape;5701;p47">
                        <a:extLst>
                          <a:ext uri="{FF2B5EF4-FFF2-40B4-BE49-F238E27FC236}">
                            <a16:creationId xmlns:a16="http://schemas.microsoft.com/office/drawing/2014/main" id="{DED59CA7-83C6-AFFE-4A1B-AE0F0FAE8B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8" name="Google Shape;5702;p47">
                        <a:extLst>
                          <a:ext uri="{FF2B5EF4-FFF2-40B4-BE49-F238E27FC236}">
                            <a16:creationId xmlns:a16="http://schemas.microsoft.com/office/drawing/2014/main" id="{F10EFE37-8D0D-348D-8607-C8C9D1E5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9" name="Google Shape;5703;p47">
                        <a:extLst>
                          <a:ext uri="{FF2B5EF4-FFF2-40B4-BE49-F238E27FC236}">
                            <a16:creationId xmlns:a16="http://schemas.microsoft.com/office/drawing/2014/main" id="{6B10BC65-79D6-BD6D-EB26-C666B9E86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0" name="Google Shape;5704;p47">
                        <a:extLst>
                          <a:ext uri="{FF2B5EF4-FFF2-40B4-BE49-F238E27FC236}">
                            <a16:creationId xmlns:a16="http://schemas.microsoft.com/office/drawing/2014/main" id="{E9E3B532-DCE0-D96E-0B3B-1D27AEB47C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1" name="Google Shape;5705;p47">
                        <a:extLst>
                          <a:ext uri="{FF2B5EF4-FFF2-40B4-BE49-F238E27FC236}">
                            <a16:creationId xmlns:a16="http://schemas.microsoft.com/office/drawing/2014/main" id="{C1437191-D801-B908-33F2-EF82A3EB60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3" name="Google Shape;5706;p47">
                      <a:extLst>
                        <a:ext uri="{FF2B5EF4-FFF2-40B4-BE49-F238E27FC236}">
                          <a16:creationId xmlns:a16="http://schemas.microsoft.com/office/drawing/2014/main" id="{D22869C0-C956-F913-3036-E7250BF77E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54" name="Google Shape;5707;p47">
                        <a:extLst>
                          <a:ext uri="{FF2B5EF4-FFF2-40B4-BE49-F238E27FC236}">
                            <a16:creationId xmlns:a16="http://schemas.microsoft.com/office/drawing/2014/main" id="{E6F96325-FF80-B09C-A11B-ADFC4FE60A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5" name="Google Shape;5708;p47">
                        <a:extLst>
                          <a:ext uri="{FF2B5EF4-FFF2-40B4-BE49-F238E27FC236}">
                            <a16:creationId xmlns:a16="http://schemas.microsoft.com/office/drawing/2014/main" id="{41EFF904-79E5-8388-C8DA-C5F6B82DB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6" name="Google Shape;5709;p47">
                        <a:extLst>
                          <a:ext uri="{FF2B5EF4-FFF2-40B4-BE49-F238E27FC236}">
                            <a16:creationId xmlns:a16="http://schemas.microsoft.com/office/drawing/2014/main" id="{72585B13-118B-30E7-8C18-2001855BF7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7" name="Google Shape;5710;p47">
                        <a:extLst>
                          <a:ext uri="{FF2B5EF4-FFF2-40B4-BE49-F238E27FC236}">
                            <a16:creationId xmlns:a16="http://schemas.microsoft.com/office/drawing/2014/main" id="{23D324D4-6F40-3C9D-8A1C-710F9FEA04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8" name="Google Shape;5711;p47">
                        <a:extLst>
                          <a:ext uri="{FF2B5EF4-FFF2-40B4-BE49-F238E27FC236}">
                            <a16:creationId xmlns:a16="http://schemas.microsoft.com/office/drawing/2014/main" id="{B7D3BDAB-B266-6AAE-3CFB-1EF2ED080C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9" name="Google Shape;5712;p47">
                        <a:extLst>
                          <a:ext uri="{FF2B5EF4-FFF2-40B4-BE49-F238E27FC236}">
                            <a16:creationId xmlns:a16="http://schemas.microsoft.com/office/drawing/2014/main" id="{ABB61ADF-4535-AC88-0354-A4B9D0061A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0" name="Google Shape;5713;p47">
                        <a:extLst>
                          <a:ext uri="{FF2B5EF4-FFF2-40B4-BE49-F238E27FC236}">
                            <a16:creationId xmlns:a16="http://schemas.microsoft.com/office/drawing/2014/main" id="{4A5DD798-1DB2-78E9-982F-06833E3793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1" name="Google Shape;5714;p47">
                        <a:extLst>
                          <a:ext uri="{FF2B5EF4-FFF2-40B4-BE49-F238E27FC236}">
                            <a16:creationId xmlns:a16="http://schemas.microsoft.com/office/drawing/2014/main" id="{41423CCB-806C-D8C7-9A75-D0855F265E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2" name="Google Shape;5715;p47">
                        <a:extLst>
                          <a:ext uri="{FF2B5EF4-FFF2-40B4-BE49-F238E27FC236}">
                            <a16:creationId xmlns:a16="http://schemas.microsoft.com/office/drawing/2014/main" id="{546DAE90-D768-824B-38FF-905AEA2A91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4" name="Google Shape;5716;p47">
                      <a:extLst>
                        <a:ext uri="{FF2B5EF4-FFF2-40B4-BE49-F238E27FC236}">
                          <a16:creationId xmlns:a16="http://schemas.microsoft.com/office/drawing/2014/main" id="{6A56C100-A58C-E577-9BF0-2A17C5E5F2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45" name="Google Shape;5717;p47">
                        <a:extLst>
                          <a:ext uri="{FF2B5EF4-FFF2-40B4-BE49-F238E27FC236}">
                            <a16:creationId xmlns:a16="http://schemas.microsoft.com/office/drawing/2014/main" id="{8D4BC388-2AF2-4F80-6A35-94A5000083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6" name="Google Shape;5718;p47">
                        <a:extLst>
                          <a:ext uri="{FF2B5EF4-FFF2-40B4-BE49-F238E27FC236}">
                            <a16:creationId xmlns:a16="http://schemas.microsoft.com/office/drawing/2014/main" id="{C02E5A30-34A0-8B52-30A0-27B9EB3B9D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7" name="Google Shape;5719;p47">
                        <a:extLst>
                          <a:ext uri="{FF2B5EF4-FFF2-40B4-BE49-F238E27FC236}">
                            <a16:creationId xmlns:a16="http://schemas.microsoft.com/office/drawing/2014/main" id="{E2025363-305C-57D8-8EA0-A8CE7CCA2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8" name="Google Shape;5720;p47">
                        <a:extLst>
                          <a:ext uri="{FF2B5EF4-FFF2-40B4-BE49-F238E27FC236}">
                            <a16:creationId xmlns:a16="http://schemas.microsoft.com/office/drawing/2014/main" id="{7DE16BA8-4270-3143-3D88-006A26AC4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9" name="Google Shape;5721;p47">
                        <a:extLst>
                          <a:ext uri="{FF2B5EF4-FFF2-40B4-BE49-F238E27FC236}">
                            <a16:creationId xmlns:a16="http://schemas.microsoft.com/office/drawing/2014/main" id="{998BC761-416A-2013-94EA-2088E40752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0" name="Google Shape;5722;p47">
                        <a:extLst>
                          <a:ext uri="{FF2B5EF4-FFF2-40B4-BE49-F238E27FC236}">
                            <a16:creationId xmlns:a16="http://schemas.microsoft.com/office/drawing/2014/main" id="{FF8194A6-BA00-4C35-C9DC-5D3DE4D17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1" name="Google Shape;5723;p47">
                        <a:extLst>
                          <a:ext uri="{FF2B5EF4-FFF2-40B4-BE49-F238E27FC236}">
                            <a16:creationId xmlns:a16="http://schemas.microsoft.com/office/drawing/2014/main" id="{868BC630-C823-DA2A-BF18-F267B16A55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2" name="Google Shape;5724;p47">
                        <a:extLst>
                          <a:ext uri="{FF2B5EF4-FFF2-40B4-BE49-F238E27FC236}">
                            <a16:creationId xmlns:a16="http://schemas.microsoft.com/office/drawing/2014/main" id="{C659595B-FF18-7FE6-B8F0-4DC875A3F5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3" name="Google Shape;5725;p47">
                        <a:extLst>
                          <a:ext uri="{FF2B5EF4-FFF2-40B4-BE49-F238E27FC236}">
                            <a16:creationId xmlns:a16="http://schemas.microsoft.com/office/drawing/2014/main" id="{F6B5C808-DBA2-18A9-340E-B6C6C38F3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5" name="Google Shape;5726;p47">
                      <a:extLst>
                        <a:ext uri="{FF2B5EF4-FFF2-40B4-BE49-F238E27FC236}">
                          <a16:creationId xmlns:a16="http://schemas.microsoft.com/office/drawing/2014/main" id="{78CD43D5-CCFD-6FAD-D776-20A2DA2813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36" name="Google Shape;5727;p47">
                        <a:extLst>
                          <a:ext uri="{FF2B5EF4-FFF2-40B4-BE49-F238E27FC236}">
                            <a16:creationId xmlns:a16="http://schemas.microsoft.com/office/drawing/2014/main" id="{5470E78F-5023-3F2E-F26D-57A60C464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7" name="Google Shape;5728;p47">
                        <a:extLst>
                          <a:ext uri="{FF2B5EF4-FFF2-40B4-BE49-F238E27FC236}">
                            <a16:creationId xmlns:a16="http://schemas.microsoft.com/office/drawing/2014/main" id="{BEFF5191-0C97-A4C9-E6A6-A987A3F2CD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8" name="Google Shape;5729;p47">
                        <a:extLst>
                          <a:ext uri="{FF2B5EF4-FFF2-40B4-BE49-F238E27FC236}">
                            <a16:creationId xmlns:a16="http://schemas.microsoft.com/office/drawing/2014/main" id="{0AE8058D-8F6F-F672-E1D7-07E7922E51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9" name="Google Shape;5730;p47">
                        <a:extLst>
                          <a:ext uri="{FF2B5EF4-FFF2-40B4-BE49-F238E27FC236}">
                            <a16:creationId xmlns:a16="http://schemas.microsoft.com/office/drawing/2014/main" id="{C674CB95-EB6B-C954-8872-7D3E3E9DED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0" name="Google Shape;5731;p47">
                        <a:extLst>
                          <a:ext uri="{FF2B5EF4-FFF2-40B4-BE49-F238E27FC236}">
                            <a16:creationId xmlns:a16="http://schemas.microsoft.com/office/drawing/2014/main" id="{F56F3E26-EF27-5F54-840B-5719ED470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1" name="Google Shape;5732;p47">
                        <a:extLst>
                          <a:ext uri="{FF2B5EF4-FFF2-40B4-BE49-F238E27FC236}">
                            <a16:creationId xmlns:a16="http://schemas.microsoft.com/office/drawing/2014/main" id="{BDFC7989-02CC-4A7E-25C7-2BEB3F6FD9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2" name="Google Shape;5733;p47">
                        <a:extLst>
                          <a:ext uri="{FF2B5EF4-FFF2-40B4-BE49-F238E27FC236}">
                            <a16:creationId xmlns:a16="http://schemas.microsoft.com/office/drawing/2014/main" id="{5C4EE358-1E21-3A39-4DD4-27D65A9A86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3" name="Google Shape;5734;p47">
                        <a:extLst>
                          <a:ext uri="{FF2B5EF4-FFF2-40B4-BE49-F238E27FC236}">
                            <a16:creationId xmlns:a16="http://schemas.microsoft.com/office/drawing/2014/main" id="{8FA72FB5-5AF3-F5BC-3D96-923BBB5D4E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4" name="Google Shape;5735;p47">
                        <a:extLst>
                          <a:ext uri="{FF2B5EF4-FFF2-40B4-BE49-F238E27FC236}">
                            <a16:creationId xmlns:a16="http://schemas.microsoft.com/office/drawing/2014/main" id="{E2508A75-4669-950A-9380-E710789278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6" name="Google Shape;5736;p47">
                      <a:extLst>
                        <a:ext uri="{FF2B5EF4-FFF2-40B4-BE49-F238E27FC236}">
                          <a16:creationId xmlns:a16="http://schemas.microsoft.com/office/drawing/2014/main" id="{D60FB157-4CC7-95DE-8A9B-AE04F4B08C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27" name="Google Shape;5737;p47">
                        <a:extLst>
                          <a:ext uri="{FF2B5EF4-FFF2-40B4-BE49-F238E27FC236}">
                            <a16:creationId xmlns:a16="http://schemas.microsoft.com/office/drawing/2014/main" id="{35F852F1-C552-4E59-2D53-1F40870D24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8" name="Google Shape;5738;p47">
                        <a:extLst>
                          <a:ext uri="{FF2B5EF4-FFF2-40B4-BE49-F238E27FC236}">
                            <a16:creationId xmlns:a16="http://schemas.microsoft.com/office/drawing/2014/main" id="{7B2205A6-FDF1-C8F6-599D-3629FEA5A8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9" name="Google Shape;5739;p47">
                        <a:extLst>
                          <a:ext uri="{FF2B5EF4-FFF2-40B4-BE49-F238E27FC236}">
                            <a16:creationId xmlns:a16="http://schemas.microsoft.com/office/drawing/2014/main" id="{1E62F3C7-C8A2-56C5-F677-AA0E01E74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0" name="Google Shape;5740;p47">
                        <a:extLst>
                          <a:ext uri="{FF2B5EF4-FFF2-40B4-BE49-F238E27FC236}">
                            <a16:creationId xmlns:a16="http://schemas.microsoft.com/office/drawing/2014/main" id="{2032B1A2-A666-CEB1-B210-CD47C09F0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1" name="Google Shape;5741;p47">
                        <a:extLst>
                          <a:ext uri="{FF2B5EF4-FFF2-40B4-BE49-F238E27FC236}">
                            <a16:creationId xmlns:a16="http://schemas.microsoft.com/office/drawing/2014/main" id="{80368B56-954F-9C42-BA6D-3F7CD192B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2" name="Google Shape;5742;p47">
                        <a:extLst>
                          <a:ext uri="{FF2B5EF4-FFF2-40B4-BE49-F238E27FC236}">
                            <a16:creationId xmlns:a16="http://schemas.microsoft.com/office/drawing/2014/main" id="{96F34A9B-D1F4-E71C-76C7-C62C745C19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3" name="Google Shape;5743;p47">
                        <a:extLst>
                          <a:ext uri="{FF2B5EF4-FFF2-40B4-BE49-F238E27FC236}">
                            <a16:creationId xmlns:a16="http://schemas.microsoft.com/office/drawing/2014/main" id="{B8A12194-A32A-B9B2-0D79-0B023465CC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4" name="Google Shape;5744;p47">
                        <a:extLst>
                          <a:ext uri="{FF2B5EF4-FFF2-40B4-BE49-F238E27FC236}">
                            <a16:creationId xmlns:a16="http://schemas.microsoft.com/office/drawing/2014/main" id="{B59941D4-21B5-7E36-0A23-0CD5D09D1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5" name="Google Shape;5745;p47">
                        <a:extLst>
                          <a:ext uri="{FF2B5EF4-FFF2-40B4-BE49-F238E27FC236}">
                            <a16:creationId xmlns:a16="http://schemas.microsoft.com/office/drawing/2014/main" id="{DEC2941A-1E24-E285-904B-6AF1261DAB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7" name="Google Shape;5746;p47">
                      <a:extLst>
                        <a:ext uri="{FF2B5EF4-FFF2-40B4-BE49-F238E27FC236}">
                          <a16:creationId xmlns:a16="http://schemas.microsoft.com/office/drawing/2014/main" id="{7A509240-552E-478D-7E56-2BD4FED911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18" name="Google Shape;5747;p47">
                        <a:extLst>
                          <a:ext uri="{FF2B5EF4-FFF2-40B4-BE49-F238E27FC236}">
                            <a16:creationId xmlns:a16="http://schemas.microsoft.com/office/drawing/2014/main" id="{FDDF3884-3A47-15A2-9C69-7A0FF5A6CE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9" name="Google Shape;5748;p47">
                        <a:extLst>
                          <a:ext uri="{FF2B5EF4-FFF2-40B4-BE49-F238E27FC236}">
                            <a16:creationId xmlns:a16="http://schemas.microsoft.com/office/drawing/2014/main" id="{6B2525AF-132C-D451-B091-3991FC85E3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0" name="Google Shape;5749;p47">
                        <a:extLst>
                          <a:ext uri="{FF2B5EF4-FFF2-40B4-BE49-F238E27FC236}">
                            <a16:creationId xmlns:a16="http://schemas.microsoft.com/office/drawing/2014/main" id="{6BC66D9A-4873-2BB8-5333-1CA01FBAAA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1" name="Google Shape;5750;p47">
                        <a:extLst>
                          <a:ext uri="{FF2B5EF4-FFF2-40B4-BE49-F238E27FC236}">
                            <a16:creationId xmlns:a16="http://schemas.microsoft.com/office/drawing/2014/main" id="{2F982C1E-3F2D-8E74-FECD-2FFA7EB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2" name="Google Shape;5751;p47">
                        <a:extLst>
                          <a:ext uri="{FF2B5EF4-FFF2-40B4-BE49-F238E27FC236}">
                            <a16:creationId xmlns:a16="http://schemas.microsoft.com/office/drawing/2014/main" id="{3615DC29-9616-2AB0-46F9-ECFC7FE1BA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3" name="Google Shape;5752;p47">
                        <a:extLst>
                          <a:ext uri="{FF2B5EF4-FFF2-40B4-BE49-F238E27FC236}">
                            <a16:creationId xmlns:a16="http://schemas.microsoft.com/office/drawing/2014/main" id="{10687B23-49C7-ED88-E17C-BF4EEB95DE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4" name="Google Shape;5753;p47">
                        <a:extLst>
                          <a:ext uri="{FF2B5EF4-FFF2-40B4-BE49-F238E27FC236}">
                            <a16:creationId xmlns:a16="http://schemas.microsoft.com/office/drawing/2014/main" id="{5170D3FA-963E-F4CF-BF53-57C4EE9C43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5" name="Google Shape;5754;p47">
                        <a:extLst>
                          <a:ext uri="{FF2B5EF4-FFF2-40B4-BE49-F238E27FC236}">
                            <a16:creationId xmlns:a16="http://schemas.microsoft.com/office/drawing/2014/main" id="{F080A9FA-2C4C-89DF-24F8-1FCF5158AE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6" name="Google Shape;5755;p47">
                        <a:extLst>
                          <a:ext uri="{FF2B5EF4-FFF2-40B4-BE49-F238E27FC236}">
                            <a16:creationId xmlns:a16="http://schemas.microsoft.com/office/drawing/2014/main" id="{94189620-632E-B9B7-EE08-8866BD7748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8" name="Google Shape;5756;p47">
                      <a:extLst>
                        <a:ext uri="{FF2B5EF4-FFF2-40B4-BE49-F238E27FC236}">
                          <a16:creationId xmlns:a16="http://schemas.microsoft.com/office/drawing/2014/main" id="{00DF413E-22F7-CB9F-6C30-5A5D3129B4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9" name="Google Shape;5757;p47">
                        <a:extLst>
                          <a:ext uri="{FF2B5EF4-FFF2-40B4-BE49-F238E27FC236}">
                            <a16:creationId xmlns:a16="http://schemas.microsoft.com/office/drawing/2014/main" id="{B02A2C37-249B-358D-07E2-4176EC1F0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0" name="Google Shape;5758;p47">
                        <a:extLst>
                          <a:ext uri="{FF2B5EF4-FFF2-40B4-BE49-F238E27FC236}">
                            <a16:creationId xmlns:a16="http://schemas.microsoft.com/office/drawing/2014/main" id="{5C50B213-628D-F0B8-77CF-3272E0D944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1" name="Google Shape;5759;p47">
                        <a:extLst>
                          <a:ext uri="{FF2B5EF4-FFF2-40B4-BE49-F238E27FC236}">
                            <a16:creationId xmlns:a16="http://schemas.microsoft.com/office/drawing/2014/main" id="{0FBFA57D-10EB-EA72-2E69-92042FDE28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2" name="Google Shape;5760;p47">
                        <a:extLst>
                          <a:ext uri="{FF2B5EF4-FFF2-40B4-BE49-F238E27FC236}">
                            <a16:creationId xmlns:a16="http://schemas.microsoft.com/office/drawing/2014/main" id="{93CE4EB3-7541-0F29-F9D6-5658FA6C2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3" name="Google Shape;5761;p47">
                        <a:extLst>
                          <a:ext uri="{FF2B5EF4-FFF2-40B4-BE49-F238E27FC236}">
                            <a16:creationId xmlns:a16="http://schemas.microsoft.com/office/drawing/2014/main" id="{B8BA8C00-31FE-5953-8B50-C1CEB61CB8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4" name="Google Shape;5762;p47">
                        <a:extLst>
                          <a:ext uri="{FF2B5EF4-FFF2-40B4-BE49-F238E27FC236}">
                            <a16:creationId xmlns:a16="http://schemas.microsoft.com/office/drawing/2014/main" id="{41D13389-D748-25C8-181E-A4B0B41173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5" name="Google Shape;5763;p47">
                        <a:extLst>
                          <a:ext uri="{FF2B5EF4-FFF2-40B4-BE49-F238E27FC236}">
                            <a16:creationId xmlns:a16="http://schemas.microsoft.com/office/drawing/2014/main" id="{A74C3DFA-9A62-8390-BEA6-7D8EC5F90E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6" name="Google Shape;5764;p47">
                        <a:extLst>
                          <a:ext uri="{FF2B5EF4-FFF2-40B4-BE49-F238E27FC236}">
                            <a16:creationId xmlns:a16="http://schemas.microsoft.com/office/drawing/2014/main" id="{BB2EF226-F11D-6881-0147-449CF3A62F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7" name="Google Shape;5765;p47">
                        <a:extLst>
                          <a:ext uri="{FF2B5EF4-FFF2-40B4-BE49-F238E27FC236}">
                            <a16:creationId xmlns:a16="http://schemas.microsoft.com/office/drawing/2014/main" id="{45E40A56-27DE-34DD-5126-44C271943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9" name="Google Shape;5766;p47">
                      <a:extLst>
                        <a:ext uri="{FF2B5EF4-FFF2-40B4-BE49-F238E27FC236}">
                          <a16:creationId xmlns:a16="http://schemas.microsoft.com/office/drawing/2014/main" id="{39C6A04B-6AA9-54EA-585F-233F4E7345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0" name="Google Shape;5767;p47">
                        <a:extLst>
                          <a:ext uri="{FF2B5EF4-FFF2-40B4-BE49-F238E27FC236}">
                            <a16:creationId xmlns:a16="http://schemas.microsoft.com/office/drawing/2014/main" id="{78F97867-846F-A9BC-88A3-B65788305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1" name="Google Shape;5768;p47">
                        <a:extLst>
                          <a:ext uri="{FF2B5EF4-FFF2-40B4-BE49-F238E27FC236}">
                            <a16:creationId xmlns:a16="http://schemas.microsoft.com/office/drawing/2014/main" id="{4CB26702-722C-7571-C510-E758F850BC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2" name="Google Shape;5769;p47">
                        <a:extLst>
                          <a:ext uri="{FF2B5EF4-FFF2-40B4-BE49-F238E27FC236}">
                            <a16:creationId xmlns:a16="http://schemas.microsoft.com/office/drawing/2014/main" id="{47D4F77F-0685-5A84-2976-67BE2C743F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3" name="Google Shape;5770;p47">
                        <a:extLst>
                          <a:ext uri="{FF2B5EF4-FFF2-40B4-BE49-F238E27FC236}">
                            <a16:creationId xmlns:a16="http://schemas.microsoft.com/office/drawing/2014/main" id="{5ECCE8C6-AA66-5BE3-1E83-0DD8261C2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4" name="Google Shape;5771;p47">
                        <a:extLst>
                          <a:ext uri="{FF2B5EF4-FFF2-40B4-BE49-F238E27FC236}">
                            <a16:creationId xmlns:a16="http://schemas.microsoft.com/office/drawing/2014/main" id="{D6D2C7A3-A128-293B-1B8D-33A889D15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5" name="Google Shape;5772;p47">
                        <a:extLst>
                          <a:ext uri="{FF2B5EF4-FFF2-40B4-BE49-F238E27FC236}">
                            <a16:creationId xmlns:a16="http://schemas.microsoft.com/office/drawing/2014/main" id="{476363CB-B927-F601-C531-598E0F1F10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6" name="Google Shape;5773;p47">
                        <a:extLst>
                          <a:ext uri="{FF2B5EF4-FFF2-40B4-BE49-F238E27FC236}">
                            <a16:creationId xmlns:a16="http://schemas.microsoft.com/office/drawing/2014/main" id="{5757E2AF-D8A2-91E5-0ACE-15EEADA6F5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7" name="Google Shape;5774;p47">
                        <a:extLst>
                          <a:ext uri="{FF2B5EF4-FFF2-40B4-BE49-F238E27FC236}">
                            <a16:creationId xmlns:a16="http://schemas.microsoft.com/office/drawing/2014/main" id="{4215E1F6-1CBF-326A-8EF1-EFAB45BBF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8" name="Google Shape;5775;p47">
                        <a:extLst>
                          <a:ext uri="{FF2B5EF4-FFF2-40B4-BE49-F238E27FC236}">
                            <a16:creationId xmlns:a16="http://schemas.microsoft.com/office/drawing/2014/main" id="{6CF17544-6C11-971D-EEDD-3FCDCC9A5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0" name="Google Shape;5776;p47">
                      <a:extLst>
                        <a:ext uri="{FF2B5EF4-FFF2-40B4-BE49-F238E27FC236}">
                          <a16:creationId xmlns:a16="http://schemas.microsoft.com/office/drawing/2014/main" id="{C8DA0430-3B95-A1B3-F176-26D897EDBF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91" name="Google Shape;5777;p47">
                        <a:extLst>
                          <a:ext uri="{FF2B5EF4-FFF2-40B4-BE49-F238E27FC236}">
                            <a16:creationId xmlns:a16="http://schemas.microsoft.com/office/drawing/2014/main" id="{2A525C9B-FDB7-2BFD-6595-A5C69307F9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2" name="Google Shape;5778;p47">
                        <a:extLst>
                          <a:ext uri="{FF2B5EF4-FFF2-40B4-BE49-F238E27FC236}">
                            <a16:creationId xmlns:a16="http://schemas.microsoft.com/office/drawing/2014/main" id="{5C3877D1-BFD4-0135-CE30-13AF52CEEA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3" name="Google Shape;5779;p47">
                        <a:extLst>
                          <a:ext uri="{FF2B5EF4-FFF2-40B4-BE49-F238E27FC236}">
                            <a16:creationId xmlns:a16="http://schemas.microsoft.com/office/drawing/2014/main" id="{15FE9656-4B40-D792-8C0C-C616E50351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4" name="Google Shape;5780;p47">
                        <a:extLst>
                          <a:ext uri="{FF2B5EF4-FFF2-40B4-BE49-F238E27FC236}">
                            <a16:creationId xmlns:a16="http://schemas.microsoft.com/office/drawing/2014/main" id="{F8F84602-99E2-EF7E-E8F3-C98883311E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5" name="Google Shape;5781;p47">
                        <a:extLst>
                          <a:ext uri="{FF2B5EF4-FFF2-40B4-BE49-F238E27FC236}">
                            <a16:creationId xmlns:a16="http://schemas.microsoft.com/office/drawing/2014/main" id="{2BCEF2AA-F5F1-7B28-9901-9FCFDCE7C1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6" name="Google Shape;5782;p47">
                        <a:extLst>
                          <a:ext uri="{FF2B5EF4-FFF2-40B4-BE49-F238E27FC236}">
                            <a16:creationId xmlns:a16="http://schemas.microsoft.com/office/drawing/2014/main" id="{B11E66E6-72C4-1FF2-B2EB-FB705BD719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7" name="Google Shape;5783;p47">
                        <a:extLst>
                          <a:ext uri="{FF2B5EF4-FFF2-40B4-BE49-F238E27FC236}">
                            <a16:creationId xmlns:a16="http://schemas.microsoft.com/office/drawing/2014/main" id="{64D01E5D-7356-2A1D-D8D4-E6F3C51DB6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8" name="Google Shape;5784;p47">
                        <a:extLst>
                          <a:ext uri="{FF2B5EF4-FFF2-40B4-BE49-F238E27FC236}">
                            <a16:creationId xmlns:a16="http://schemas.microsoft.com/office/drawing/2014/main" id="{72AEDE46-7576-FF73-F347-7BF7E2FC38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9" name="Google Shape;5785;p47">
                        <a:extLst>
                          <a:ext uri="{FF2B5EF4-FFF2-40B4-BE49-F238E27FC236}">
                            <a16:creationId xmlns:a16="http://schemas.microsoft.com/office/drawing/2014/main" id="{5F43861D-9608-33F8-B87C-F36A53A70F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1" name="Google Shape;5786;p47">
                      <a:extLst>
                        <a:ext uri="{FF2B5EF4-FFF2-40B4-BE49-F238E27FC236}">
                          <a16:creationId xmlns:a16="http://schemas.microsoft.com/office/drawing/2014/main" id="{E5C7B4B1-8CDD-BDFF-E1B9-2469E24E9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82" name="Google Shape;5787;p47">
                        <a:extLst>
                          <a:ext uri="{FF2B5EF4-FFF2-40B4-BE49-F238E27FC236}">
                            <a16:creationId xmlns:a16="http://schemas.microsoft.com/office/drawing/2014/main" id="{853B26D7-9850-AB52-494A-488D5DBAE4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3" name="Google Shape;5788;p47">
                        <a:extLst>
                          <a:ext uri="{FF2B5EF4-FFF2-40B4-BE49-F238E27FC236}">
                            <a16:creationId xmlns:a16="http://schemas.microsoft.com/office/drawing/2014/main" id="{4924103A-D337-F391-B556-D290E1C22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4" name="Google Shape;5789;p47">
                        <a:extLst>
                          <a:ext uri="{FF2B5EF4-FFF2-40B4-BE49-F238E27FC236}">
                            <a16:creationId xmlns:a16="http://schemas.microsoft.com/office/drawing/2014/main" id="{464BE71A-B5FC-7A88-49BE-63CE12F3F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5" name="Google Shape;5790;p47">
                        <a:extLst>
                          <a:ext uri="{FF2B5EF4-FFF2-40B4-BE49-F238E27FC236}">
                            <a16:creationId xmlns:a16="http://schemas.microsoft.com/office/drawing/2014/main" id="{D1754CF6-3F31-B105-9498-3D17A459D9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6" name="Google Shape;5791;p47">
                        <a:extLst>
                          <a:ext uri="{FF2B5EF4-FFF2-40B4-BE49-F238E27FC236}">
                            <a16:creationId xmlns:a16="http://schemas.microsoft.com/office/drawing/2014/main" id="{704D2D14-1900-6BD6-BBC2-2CD09C9C9C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7" name="Google Shape;5792;p47">
                        <a:extLst>
                          <a:ext uri="{FF2B5EF4-FFF2-40B4-BE49-F238E27FC236}">
                            <a16:creationId xmlns:a16="http://schemas.microsoft.com/office/drawing/2014/main" id="{9ED5D2FC-7D73-2F47-01DA-21B984F169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8" name="Google Shape;5793;p47">
                        <a:extLst>
                          <a:ext uri="{FF2B5EF4-FFF2-40B4-BE49-F238E27FC236}">
                            <a16:creationId xmlns:a16="http://schemas.microsoft.com/office/drawing/2014/main" id="{CA3144EE-3237-B7BD-4463-B79ADAAD39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9" name="Google Shape;5794;p47">
                        <a:extLst>
                          <a:ext uri="{FF2B5EF4-FFF2-40B4-BE49-F238E27FC236}">
                            <a16:creationId xmlns:a16="http://schemas.microsoft.com/office/drawing/2014/main" id="{A73FB281-EECD-DCBF-2F8A-C3FF0CD99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0" name="Google Shape;5795;p47">
                        <a:extLst>
                          <a:ext uri="{FF2B5EF4-FFF2-40B4-BE49-F238E27FC236}">
                            <a16:creationId xmlns:a16="http://schemas.microsoft.com/office/drawing/2014/main" id="{E4742489-15EE-A2D2-94EB-BB3CAFD2A2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2" name="Google Shape;5796;p47">
                      <a:extLst>
                        <a:ext uri="{FF2B5EF4-FFF2-40B4-BE49-F238E27FC236}">
                          <a16:creationId xmlns:a16="http://schemas.microsoft.com/office/drawing/2014/main" id="{57BF0F4A-7A01-622C-14F5-06A1E6B460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73" name="Google Shape;5797;p47">
                        <a:extLst>
                          <a:ext uri="{FF2B5EF4-FFF2-40B4-BE49-F238E27FC236}">
                            <a16:creationId xmlns:a16="http://schemas.microsoft.com/office/drawing/2014/main" id="{D583DE51-4B12-A761-4066-263E2BCDAE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4" name="Google Shape;5798;p47">
                        <a:extLst>
                          <a:ext uri="{FF2B5EF4-FFF2-40B4-BE49-F238E27FC236}">
                            <a16:creationId xmlns:a16="http://schemas.microsoft.com/office/drawing/2014/main" id="{3D96C8BA-5C34-0EB6-101E-D197F5F310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5" name="Google Shape;5799;p47">
                        <a:extLst>
                          <a:ext uri="{FF2B5EF4-FFF2-40B4-BE49-F238E27FC236}">
                            <a16:creationId xmlns:a16="http://schemas.microsoft.com/office/drawing/2014/main" id="{1C7F19AE-47A6-AFBC-846E-8C9DC17F0F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6" name="Google Shape;5800;p47">
                        <a:extLst>
                          <a:ext uri="{FF2B5EF4-FFF2-40B4-BE49-F238E27FC236}">
                            <a16:creationId xmlns:a16="http://schemas.microsoft.com/office/drawing/2014/main" id="{C9733BBB-FF7C-3CC3-6087-C24E0BFC96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7" name="Google Shape;5801;p47">
                        <a:extLst>
                          <a:ext uri="{FF2B5EF4-FFF2-40B4-BE49-F238E27FC236}">
                            <a16:creationId xmlns:a16="http://schemas.microsoft.com/office/drawing/2014/main" id="{9821EF0B-E727-F474-57C0-BF664944A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8" name="Google Shape;5802;p47">
                        <a:extLst>
                          <a:ext uri="{FF2B5EF4-FFF2-40B4-BE49-F238E27FC236}">
                            <a16:creationId xmlns:a16="http://schemas.microsoft.com/office/drawing/2014/main" id="{B69BED6A-43ED-B589-4935-C5646E79BF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9" name="Google Shape;5803;p47">
                        <a:extLst>
                          <a:ext uri="{FF2B5EF4-FFF2-40B4-BE49-F238E27FC236}">
                            <a16:creationId xmlns:a16="http://schemas.microsoft.com/office/drawing/2014/main" id="{251A31D5-A5F2-1E86-164A-6E6A76707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0" name="Google Shape;5804;p47">
                        <a:extLst>
                          <a:ext uri="{FF2B5EF4-FFF2-40B4-BE49-F238E27FC236}">
                            <a16:creationId xmlns:a16="http://schemas.microsoft.com/office/drawing/2014/main" id="{895A771C-6A86-5C26-93F1-ED61E0D13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1" name="Google Shape;5805;p47">
                        <a:extLst>
                          <a:ext uri="{FF2B5EF4-FFF2-40B4-BE49-F238E27FC236}">
                            <a16:creationId xmlns:a16="http://schemas.microsoft.com/office/drawing/2014/main" id="{F07BA1C0-B52A-7E9A-AFDC-E562AD5BA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3" name="Google Shape;5806;p47">
                      <a:extLst>
                        <a:ext uri="{FF2B5EF4-FFF2-40B4-BE49-F238E27FC236}">
                          <a16:creationId xmlns:a16="http://schemas.microsoft.com/office/drawing/2014/main" id="{65D12DE8-945C-5F7E-099D-E3109A8278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64" name="Google Shape;5807;p47">
                        <a:extLst>
                          <a:ext uri="{FF2B5EF4-FFF2-40B4-BE49-F238E27FC236}">
                            <a16:creationId xmlns:a16="http://schemas.microsoft.com/office/drawing/2014/main" id="{696042E0-23B3-05CD-0C66-207F305946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5" name="Google Shape;5808;p47">
                        <a:extLst>
                          <a:ext uri="{FF2B5EF4-FFF2-40B4-BE49-F238E27FC236}">
                            <a16:creationId xmlns:a16="http://schemas.microsoft.com/office/drawing/2014/main" id="{7C3AEC59-E791-46D3-6E18-7C664615A7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6" name="Google Shape;5809;p47">
                        <a:extLst>
                          <a:ext uri="{FF2B5EF4-FFF2-40B4-BE49-F238E27FC236}">
                            <a16:creationId xmlns:a16="http://schemas.microsoft.com/office/drawing/2014/main" id="{5EA2C94E-1C05-E619-1033-B04E4F414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7" name="Google Shape;5810;p47">
                        <a:extLst>
                          <a:ext uri="{FF2B5EF4-FFF2-40B4-BE49-F238E27FC236}">
                            <a16:creationId xmlns:a16="http://schemas.microsoft.com/office/drawing/2014/main" id="{DB30AC17-6981-5A49-DD86-2EA7930DB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8" name="Google Shape;5811;p47">
                        <a:extLst>
                          <a:ext uri="{FF2B5EF4-FFF2-40B4-BE49-F238E27FC236}">
                            <a16:creationId xmlns:a16="http://schemas.microsoft.com/office/drawing/2014/main" id="{B1282C84-9E90-A2A8-4C72-79135B28E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9" name="Google Shape;5812;p47">
                        <a:extLst>
                          <a:ext uri="{FF2B5EF4-FFF2-40B4-BE49-F238E27FC236}">
                            <a16:creationId xmlns:a16="http://schemas.microsoft.com/office/drawing/2014/main" id="{6F6BB581-C81B-2A01-393D-9B6FD11860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0" name="Google Shape;5813;p47">
                        <a:extLst>
                          <a:ext uri="{FF2B5EF4-FFF2-40B4-BE49-F238E27FC236}">
                            <a16:creationId xmlns:a16="http://schemas.microsoft.com/office/drawing/2014/main" id="{97F883B5-8290-F2F3-205B-6D400A050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1" name="Google Shape;5814;p47">
                        <a:extLst>
                          <a:ext uri="{FF2B5EF4-FFF2-40B4-BE49-F238E27FC236}">
                            <a16:creationId xmlns:a16="http://schemas.microsoft.com/office/drawing/2014/main" id="{FAEB30EE-D4DB-BCEC-5F56-C5D492CEB3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2" name="Google Shape;5815;p47">
                        <a:extLst>
                          <a:ext uri="{FF2B5EF4-FFF2-40B4-BE49-F238E27FC236}">
                            <a16:creationId xmlns:a16="http://schemas.microsoft.com/office/drawing/2014/main" id="{3BB42DC4-6F96-FFD7-674A-71CBCECA5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4" name="Google Shape;5816;p47">
                      <a:extLst>
                        <a:ext uri="{FF2B5EF4-FFF2-40B4-BE49-F238E27FC236}">
                          <a16:creationId xmlns:a16="http://schemas.microsoft.com/office/drawing/2014/main" id="{8C4482D5-E4FD-A733-B297-CDE699C30D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55" name="Google Shape;5817;p47">
                        <a:extLst>
                          <a:ext uri="{FF2B5EF4-FFF2-40B4-BE49-F238E27FC236}">
                            <a16:creationId xmlns:a16="http://schemas.microsoft.com/office/drawing/2014/main" id="{D43FDAFD-040B-11C8-8088-21FC47567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6" name="Google Shape;5818;p47">
                        <a:extLst>
                          <a:ext uri="{FF2B5EF4-FFF2-40B4-BE49-F238E27FC236}">
                            <a16:creationId xmlns:a16="http://schemas.microsoft.com/office/drawing/2014/main" id="{0F88A988-6896-C481-E32F-AFA26B603B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7" name="Google Shape;5819;p47">
                        <a:extLst>
                          <a:ext uri="{FF2B5EF4-FFF2-40B4-BE49-F238E27FC236}">
                            <a16:creationId xmlns:a16="http://schemas.microsoft.com/office/drawing/2014/main" id="{311563EE-A30B-C8E2-8E93-4220C6139D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8" name="Google Shape;5820;p47">
                        <a:extLst>
                          <a:ext uri="{FF2B5EF4-FFF2-40B4-BE49-F238E27FC236}">
                            <a16:creationId xmlns:a16="http://schemas.microsoft.com/office/drawing/2014/main" id="{A6E30969-0160-D344-91C3-CFE69F3CC9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9" name="Google Shape;5821;p47">
                        <a:extLst>
                          <a:ext uri="{FF2B5EF4-FFF2-40B4-BE49-F238E27FC236}">
                            <a16:creationId xmlns:a16="http://schemas.microsoft.com/office/drawing/2014/main" id="{D97D8B10-41D1-66C5-C823-E72CBA730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0" name="Google Shape;5822;p47">
                        <a:extLst>
                          <a:ext uri="{FF2B5EF4-FFF2-40B4-BE49-F238E27FC236}">
                            <a16:creationId xmlns:a16="http://schemas.microsoft.com/office/drawing/2014/main" id="{CF00A3C2-80C5-B8B0-25C4-5A29FFC172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1" name="Google Shape;5823;p47">
                        <a:extLst>
                          <a:ext uri="{FF2B5EF4-FFF2-40B4-BE49-F238E27FC236}">
                            <a16:creationId xmlns:a16="http://schemas.microsoft.com/office/drawing/2014/main" id="{641B4E44-D2C6-7F94-7865-F176DE21D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2" name="Google Shape;5824;p47">
                        <a:extLst>
                          <a:ext uri="{FF2B5EF4-FFF2-40B4-BE49-F238E27FC236}">
                            <a16:creationId xmlns:a16="http://schemas.microsoft.com/office/drawing/2014/main" id="{B65E6C9F-8350-71E7-79FE-E146E1DA33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3" name="Google Shape;5825;p47">
                        <a:extLst>
                          <a:ext uri="{FF2B5EF4-FFF2-40B4-BE49-F238E27FC236}">
                            <a16:creationId xmlns:a16="http://schemas.microsoft.com/office/drawing/2014/main" id="{1717E040-E1DD-3003-7FF7-15313F3BC4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5" name="Google Shape;5826;p47">
                      <a:extLst>
                        <a:ext uri="{FF2B5EF4-FFF2-40B4-BE49-F238E27FC236}">
                          <a16:creationId xmlns:a16="http://schemas.microsoft.com/office/drawing/2014/main" id="{64CF76D4-B37F-23C0-FCFC-9848D718CF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46" name="Google Shape;5827;p47">
                        <a:extLst>
                          <a:ext uri="{FF2B5EF4-FFF2-40B4-BE49-F238E27FC236}">
                            <a16:creationId xmlns:a16="http://schemas.microsoft.com/office/drawing/2014/main" id="{426C6305-F53D-F464-29BF-749DD65143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7" name="Google Shape;5828;p47">
                        <a:extLst>
                          <a:ext uri="{FF2B5EF4-FFF2-40B4-BE49-F238E27FC236}">
                            <a16:creationId xmlns:a16="http://schemas.microsoft.com/office/drawing/2014/main" id="{58A83C0F-18A5-3277-52E9-B0F9B9EACA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8" name="Google Shape;5829;p47">
                        <a:extLst>
                          <a:ext uri="{FF2B5EF4-FFF2-40B4-BE49-F238E27FC236}">
                            <a16:creationId xmlns:a16="http://schemas.microsoft.com/office/drawing/2014/main" id="{FA5F2E53-6584-E068-3967-DDDBB6EB4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9" name="Google Shape;5830;p47">
                        <a:extLst>
                          <a:ext uri="{FF2B5EF4-FFF2-40B4-BE49-F238E27FC236}">
                            <a16:creationId xmlns:a16="http://schemas.microsoft.com/office/drawing/2014/main" id="{3F8BDA1B-6486-1E13-D721-8898659F99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0" name="Google Shape;5831;p47">
                        <a:extLst>
                          <a:ext uri="{FF2B5EF4-FFF2-40B4-BE49-F238E27FC236}">
                            <a16:creationId xmlns:a16="http://schemas.microsoft.com/office/drawing/2014/main" id="{E0486475-9452-669C-AE2A-C2123475B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1" name="Google Shape;5832;p47">
                        <a:extLst>
                          <a:ext uri="{FF2B5EF4-FFF2-40B4-BE49-F238E27FC236}">
                            <a16:creationId xmlns:a16="http://schemas.microsoft.com/office/drawing/2014/main" id="{9E3FF91F-DC3E-E9A0-0CEC-35D637649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2" name="Google Shape;5833;p47">
                        <a:extLst>
                          <a:ext uri="{FF2B5EF4-FFF2-40B4-BE49-F238E27FC236}">
                            <a16:creationId xmlns:a16="http://schemas.microsoft.com/office/drawing/2014/main" id="{30568525-0395-0E88-A601-F0784915C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3" name="Google Shape;5834;p47">
                        <a:extLst>
                          <a:ext uri="{FF2B5EF4-FFF2-40B4-BE49-F238E27FC236}">
                            <a16:creationId xmlns:a16="http://schemas.microsoft.com/office/drawing/2014/main" id="{DE3588E1-CAD5-8AF1-CCBA-A47D6F184C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4" name="Google Shape;5835;p47">
                        <a:extLst>
                          <a:ext uri="{FF2B5EF4-FFF2-40B4-BE49-F238E27FC236}">
                            <a16:creationId xmlns:a16="http://schemas.microsoft.com/office/drawing/2014/main" id="{24312163-E18F-67F6-90CB-2959530305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6" name="Google Shape;5836;p47">
                      <a:extLst>
                        <a:ext uri="{FF2B5EF4-FFF2-40B4-BE49-F238E27FC236}">
                          <a16:creationId xmlns:a16="http://schemas.microsoft.com/office/drawing/2014/main" id="{C13ABBE1-38B2-837B-4E11-5570D9058E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37" name="Google Shape;5837;p47">
                        <a:extLst>
                          <a:ext uri="{FF2B5EF4-FFF2-40B4-BE49-F238E27FC236}">
                            <a16:creationId xmlns:a16="http://schemas.microsoft.com/office/drawing/2014/main" id="{75FE666C-B9F7-4C27-D086-04A9C11A17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8" name="Google Shape;5838;p47">
                        <a:extLst>
                          <a:ext uri="{FF2B5EF4-FFF2-40B4-BE49-F238E27FC236}">
                            <a16:creationId xmlns:a16="http://schemas.microsoft.com/office/drawing/2014/main" id="{2A5DE2B6-3BDE-BF18-F9A2-CA35AA154E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9" name="Google Shape;5839;p47">
                        <a:extLst>
                          <a:ext uri="{FF2B5EF4-FFF2-40B4-BE49-F238E27FC236}">
                            <a16:creationId xmlns:a16="http://schemas.microsoft.com/office/drawing/2014/main" id="{4237E791-E393-01EB-FF67-E911CD504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0" name="Google Shape;5840;p47">
                        <a:extLst>
                          <a:ext uri="{FF2B5EF4-FFF2-40B4-BE49-F238E27FC236}">
                            <a16:creationId xmlns:a16="http://schemas.microsoft.com/office/drawing/2014/main" id="{1AAE74EB-E974-E1D5-0E3C-49F1C9C4B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1" name="Google Shape;5841;p47">
                        <a:extLst>
                          <a:ext uri="{FF2B5EF4-FFF2-40B4-BE49-F238E27FC236}">
                            <a16:creationId xmlns:a16="http://schemas.microsoft.com/office/drawing/2014/main" id="{889E2E4A-0506-9806-C745-4A6C5ADA7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2" name="Google Shape;5842;p47">
                        <a:extLst>
                          <a:ext uri="{FF2B5EF4-FFF2-40B4-BE49-F238E27FC236}">
                            <a16:creationId xmlns:a16="http://schemas.microsoft.com/office/drawing/2014/main" id="{F9DFB033-55A1-1319-B1EC-254A6173AD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3" name="Google Shape;5843;p47">
                        <a:extLst>
                          <a:ext uri="{FF2B5EF4-FFF2-40B4-BE49-F238E27FC236}">
                            <a16:creationId xmlns:a16="http://schemas.microsoft.com/office/drawing/2014/main" id="{41F51D1C-308D-6E72-7FE9-D602D540AB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4" name="Google Shape;5844;p47">
                        <a:extLst>
                          <a:ext uri="{FF2B5EF4-FFF2-40B4-BE49-F238E27FC236}">
                            <a16:creationId xmlns:a16="http://schemas.microsoft.com/office/drawing/2014/main" id="{F25891D5-3A63-25CA-0D23-A51AD04B31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5" name="Google Shape;5845;p47">
                        <a:extLst>
                          <a:ext uri="{FF2B5EF4-FFF2-40B4-BE49-F238E27FC236}">
                            <a16:creationId xmlns:a16="http://schemas.microsoft.com/office/drawing/2014/main" id="{90C050CF-5272-AF76-BB0A-B85008FFCE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7" name="Google Shape;5846;p47">
                      <a:extLst>
                        <a:ext uri="{FF2B5EF4-FFF2-40B4-BE49-F238E27FC236}">
                          <a16:creationId xmlns:a16="http://schemas.microsoft.com/office/drawing/2014/main" id="{71B22169-C326-FB66-4170-754C6FBCBB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28" name="Google Shape;5847;p47">
                        <a:extLst>
                          <a:ext uri="{FF2B5EF4-FFF2-40B4-BE49-F238E27FC236}">
                            <a16:creationId xmlns:a16="http://schemas.microsoft.com/office/drawing/2014/main" id="{3F265A9C-679A-3F2D-2CD1-1B4971906C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9" name="Google Shape;5848;p47">
                        <a:extLst>
                          <a:ext uri="{FF2B5EF4-FFF2-40B4-BE49-F238E27FC236}">
                            <a16:creationId xmlns:a16="http://schemas.microsoft.com/office/drawing/2014/main" id="{022296DC-23A8-AA75-1966-3AC867A567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0" name="Google Shape;5849;p47">
                        <a:extLst>
                          <a:ext uri="{FF2B5EF4-FFF2-40B4-BE49-F238E27FC236}">
                            <a16:creationId xmlns:a16="http://schemas.microsoft.com/office/drawing/2014/main" id="{A1841647-2569-05BC-3E34-4D481CBF89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1" name="Google Shape;5850;p47">
                        <a:extLst>
                          <a:ext uri="{FF2B5EF4-FFF2-40B4-BE49-F238E27FC236}">
                            <a16:creationId xmlns:a16="http://schemas.microsoft.com/office/drawing/2014/main" id="{224A4613-0194-95E3-2B75-0A6525E0B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2" name="Google Shape;5851;p47">
                        <a:extLst>
                          <a:ext uri="{FF2B5EF4-FFF2-40B4-BE49-F238E27FC236}">
                            <a16:creationId xmlns:a16="http://schemas.microsoft.com/office/drawing/2014/main" id="{53EAD0C0-F3F0-366A-D249-47B33A0C1B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3" name="Google Shape;5852;p47">
                        <a:extLst>
                          <a:ext uri="{FF2B5EF4-FFF2-40B4-BE49-F238E27FC236}">
                            <a16:creationId xmlns:a16="http://schemas.microsoft.com/office/drawing/2014/main" id="{04ECC952-C884-9571-1777-C9AF25C312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4" name="Google Shape;5853;p47">
                        <a:extLst>
                          <a:ext uri="{FF2B5EF4-FFF2-40B4-BE49-F238E27FC236}">
                            <a16:creationId xmlns:a16="http://schemas.microsoft.com/office/drawing/2014/main" id="{1D0CE3B7-6879-B004-2ED8-65BBFC332A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5" name="Google Shape;5854;p47">
                        <a:extLst>
                          <a:ext uri="{FF2B5EF4-FFF2-40B4-BE49-F238E27FC236}">
                            <a16:creationId xmlns:a16="http://schemas.microsoft.com/office/drawing/2014/main" id="{EFB599DC-5363-2FE6-2C54-44CB3EE34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6" name="Google Shape;5855;p47">
                        <a:extLst>
                          <a:ext uri="{FF2B5EF4-FFF2-40B4-BE49-F238E27FC236}">
                            <a16:creationId xmlns:a16="http://schemas.microsoft.com/office/drawing/2014/main" id="{89920369-92D4-094B-99FF-A1D6CA1E65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8" name="Google Shape;5856;p47">
                      <a:extLst>
                        <a:ext uri="{FF2B5EF4-FFF2-40B4-BE49-F238E27FC236}">
                          <a16:creationId xmlns:a16="http://schemas.microsoft.com/office/drawing/2014/main" id="{93BD0CB9-A2EB-F913-FA50-769E3A1BEA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19" name="Google Shape;5857;p47">
                        <a:extLst>
                          <a:ext uri="{FF2B5EF4-FFF2-40B4-BE49-F238E27FC236}">
                            <a16:creationId xmlns:a16="http://schemas.microsoft.com/office/drawing/2014/main" id="{5CBECB4C-1824-F8A8-9392-9A5C40B3FE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0" name="Google Shape;5858;p47">
                        <a:extLst>
                          <a:ext uri="{FF2B5EF4-FFF2-40B4-BE49-F238E27FC236}">
                            <a16:creationId xmlns:a16="http://schemas.microsoft.com/office/drawing/2014/main" id="{9486B2F5-DF06-CCAA-6F52-3CA1F55CE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1" name="Google Shape;5859;p47">
                        <a:extLst>
                          <a:ext uri="{FF2B5EF4-FFF2-40B4-BE49-F238E27FC236}">
                            <a16:creationId xmlns:a16="http://schemas.microsoft.com/office/drawing/2014/main" id="{E160458E-35D2-2A52-62E9-CDE468D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2" name="Google Shape;5860;p47">
                        <a:extLst>
                          <a:ext uri="{FF2B5EF4-FFF2-40B4-BE49-F238E27FC236}">
                            <a16:creationId xmlns:a16="http://schemas.microsoft.com/office/drawing/2014/main" id="{FEE56D4A-EEB6-7733-ACE5-DBC78F8BF9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3" name="Google Shape;5861;p47">
                        <a:extLst>
                          <a:ext uri="{FF2B5EF4-FFF2-40B4-BE49-F238E27FC236}">
                            <a16:creationId xmlns:a16="http://schemas.microsoft.com/office/drawing/2014/main" id="{F028216E-3B84-A9E6-14FA-9AF759D0A3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4" name="Google Shape;5862;p47">
                        <a:extLst>
                          <a:ext uri="{FF2B5EF4-FFF2-40B4-BE49-F238E27FC236}">
                            <a16:creationId xmlns:a16="http://schemas.microsoft.com/office/drawing/2014/main" id="{8155F523-6B66-8D43-7350-63E172B31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5" name="Google Shape;5863;p47">
                        <a:extLst>
                          <a:ext uri="{FF2B5EF4-FFF2-40B4-BE49-F238E27FC236}">
                            <a16:creationId xmlns:a16="http://schemas.microsoft.com/office/drawing/2014/main" id="{372BD610-4E03-0D8D-1974-43619144C0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6" name="Google Shape;5864;p47">
                        <a:extLst>
                          <a:ext uri="{FF2B5EF4-FFF2-40B4-BE49-F238E27FC236}">
                            <a16:creationId xmlns:a16="http://schemas.microsoft.com/office/drawing/2014/main" id="{7B8DE774-5473-B4A8-E534-B0C084D2E5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7" name="Google Shape;5865;p47">
                        <a:extLst>
                          <a:ext uri="{FF2B5EF4-FFF2-40B4-BE49-F238E27FC236}">
                            <a16:creationId xmlns:a16="http://schemas.microsoft.com/office/drawing/2014/main" id="{31D91F85-C5BF-821A-4758-29BF17216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grpSp>
                <p:nvGrpSpPr>
                  <p:cNvPr id="1331" name="Google Shape;5866;p47">
                    <a:extLst>
                      <a:ext uri="{FF2B5EF4-FFF2-40B4-BE49-F238E27FC236}">
                        <a16:creationId xmlns:a16="http://schemas.microsoft.com/office/drawing/2014/main" id="{BD737235-322E-44CE-29AD-84416412998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-4004340" y="3104789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332" name="Google Shape;5867;p47">
                      <a:extLst>
                        <a:ext uri="{FF2B5EF4-FFF2-40B4-BE49-F238E27FC236}">
                          <a16:creationId xmlns:a16="http://schemas.microsoft.com/office/drawing/2014/main" id="{CFA67487-A61E-DBE6-FC3D-4CB397EDB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93" name="Google Shape;5868;p47">
                        <a:extLst>
                          <a:ext uri="{FF2B5EF4-FFF2-40B4-BE49-F238E27FC236}">
                            <a16:creationId xmlns:a16="http://schemas.microsoft.com/office/drawing/2014/main" id="{BF38F33E-A150-DF13-0A55-B7D64ECB8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4" name="Google Shape;5869;p47">
                        <a:extLst>
                          <a:ext uri="{FF2B5EF4-FFF2-40B4-BE49-F238E27FC236}">
                            <a16:creationId xmlns:a16="http://schemas.microsoft.com/office/drawing/2014/main" id="{A62526CB-9200-4B4F-6ACA-58BEC93244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5" name="Google Shape;5870;p47">
                        <a:extLst>
                          <a:ext uri="{FF2B5EF4-FFF2-40B4-BE49-F238E27FC236}">
                            <a16:creationId xmlns:a16="http://schemas.microsoft.com/office/drawing/2014/main" id="{0600F668-0772-D627-19A4-A15E726F1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6" name="Google Shape;5871;p47">
                        <a:extLst>
                          <a:ext uri="{FF2B5EF4-FFF2-40B4-BE49-F238E27FC236}">
                            <a16:creationId xmlns:a16="http://schemas.microsoft.com/office/drawing/2014/main" id="{4CD49DFB-8578-7897-707D-600F5B3FC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7" name="Google Shape;5872;p47">
                        <a:extLst>
                          <a:ext uri="{FF2B5EF4-FFF2-40B4-BE49-F238E27FC236}">
                            <a16:creationId xmlns:a16="http://schemas.microsoft.com/office/drawing/2014/main" id="{1906F948-F762-FDB8-E94C-3AA95A7E6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8" name="Google Shape;5873;p47">
                        <a:extLst>
                          <a:ext uri="{FF2B5EF4-FFF2-40B4-BE49-F238E27FC236}">
                            <a16:creationId xmlns:a16="http://schemas.microsoft.com/office/drawing/2014/main" id="{0A81B1AC-A6CE-1A2C-041B-7E79F1BBD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9" name="Google Shape;5874;p47">
                        <a:extLst>
                          <a:ext uri="{FF2B5EF4-FFF2-40B4-BE49-F238E27FC236}">
                            <a16:creationId xmlns:a16="http://schemas.microsoft.com/office/drawing/2014/main" id="{F09C3245-990C-946E-9FF8-14CF3453B2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0" name="Google Shape;5875;p47">
                        <a:extLst>
                          <a:ext uri="{FF2B5EF4-FFF2-40B4-BE49-F238E27FC236}">
                            <a16:creationId xmlns:a16="http://schemas.microsoft.com/office/drawing/2014/main" id="{53E96940-7E46-C902-4498-A7BB3CBB1B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1" name="Google Shape;5876;p47">
                        <a:extLst>
                          <a:ext uri="{FF2B5EF4-FFF2-40B4-BE49-F238E27FC236}">
                            <a16:creationId xmlns:a16="http://schemas.microsoft.com/office/drawing/2014/main" id="{EFDA5AED-2D7E-2221-A92A-6618D066E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3" name="Google Shape;5877;p47">
                      <a:extLst>
                        <a:ext uri="{FF2B5EF4-FFF2-40B4-BE49-F238E27FC236}">
                          <a16:creationId xmlns:a16="http://schemas.microsoft.com/office/drawing/2014/main" id="{80875758-6239-5BAB-1737-955B2EF945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84" name="Google Shape;5878;p47">
                        <a:extLst>
                          <a:ext uri="{FF2B5EF4-FFF2-40B4-BE49-F238E27FC236}">
                            <a16:creationId xmlns:a16="http://schemas.microsoft.com/office/drawing/2014/main" id="{CE492849-A0C2-6720-2386-F170F0BBB8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5" name="Google Shape;5879;p47">
                        <a:extLst>
                          <a:ext uri="{FF2B5EF4-FFF2-40B4-BE49-F238E27FC236}">
                            <a16:creationId xmlns:a16="http://schemas.microsoft.com/office/drawing/2014/main" id="{809D1968-B605-2D08-A022-DA46CACC37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6" name="Google Shape;5880;p47">
                        <a:extLst>
                          <a:ext uri="{FF2B5EF4-FFF2-40B4-BE49-F238E27FC236}">
                            <a16:creationId xmlns:a16="http://schemas.microsoft.com/office/drawing/2014/main" id="{D1D0C24F-89D1-2174-853B-87CF7D093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7" name="Google Shape;5881;p47">
                        <a:extLst>
                          <a:ext uri="{FF2B5EF4-FFF2-40B4-BE49-F238E27FC236}">
                            <a16:creationId xmlns:a16="http://schemas.microsoft.com/office/drawing/2014/main" id="{2B163DD8-EB85-73F8-8511-8D60EB7F9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8" name="Google Shape;5882;p47">
                        <a:extLst>
                          <a:ext uri="{FF2B5EF4-FFF2-40B4-BE49-F238E27FC236}">
                            <a16:creationId xmlns:a16="http://schemas.microsoft.com/office/drawing/2014/main" id="{D282123E-15B1-9F41-8A57-4D0C1CE0A6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9" name="Google Shape;5883;p47">
                        <a:extLst>
                          <a:ext uri="{FF2B5EF4-FFF2-40B4-BE49-F238E27FC236}">
                            <a16:creationId xmlns:a16="http://schemas.microsoft.com/office/drawing/2014/main" id="{78C8C261-106A-02BB-09CA-C201D3377C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0" name="Google Shape;5884;p47">
                        <a:extLst>
                          <a:ext uri="{FF2B5EF4-FFF2-40B4-BE49-F238E27FC236}">
                            <a16:creationId xmlns:a16="http://schemas.microsoft.com/office/drawing/2014/main" id="{9ACE8435-BD6C-8DE9-7831-15768B6D97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1" name="Google Shape;5885;p47">
                        <a:extLst>
                          <a:ext uri="{FF2B5EF4-FFF2-40B4-BE49-F238E27FC236}">
                            <a16:creationId xmlns:a16="http://schemas.microsoft.com/office/drawing/2014/main" id="{5126BBC8-FAA3-EEB1-A4EF-7C24CB8FC7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2" name="Google Shape;5886;p47">
                        <a:extLst>
                          <a:ext uri="{FF2B5EF4-FFF2-40B4-BE49-F238E27FC236}">
                            <a16:creationId xmlns:a16="http://schemas.microsoft.com/office/drawing/2014/main" id="{0FED4A6E-CF2A-7695-33AB-8CA2B79D96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4" name="Google Shape;5887;p47">
                      <a:extLst>
                        <a:ext uri="{FF2B5EF4-FFF2-40B4-BE49-F238E27FC236}">
                          <a16:creationId xmlns:a16="http://schemas.microsoft.com/office/drawing/2014/main" id="{EF615565-AE99-C137-662F-5D1C1FA65A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75" name="Google Shape;5888;p47">
                        <a:extLst>
                          <a:ext uri="{FF2B5EF4-FFF2-40B4-BE49-F238E27FC236}">
                            <a16:creationId xmlns:a16="http://schemas.microsoft.com/office/drawing/2014/main" id="{AD7BCF22-95B6-7CD3-BC00-26D98BF4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6" name="Google Shape;5889;p47">
                        <a:extLst>
                          <a:ext uri="{FF2B5EF4-FFF2-40B4-BE49-F238E27FC236}">
                            <a16:creationId xmlns:a16="http://schemas.microsoft.com/office/drawing/2014/main" id="{4E420FA1-7D3A-C7CA-DB91-75C2BB308A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7" name="Google Shape;5890;p47">
                        <a:extLst>
                          <a:ext uri="{FF2B5EF4-FFF2-40B4-BE49-F238E27FC236}">
                            <a16:creationId xmlns:a16="http://schemas.microsoft.com/office/drawing/2014/main" id="{A7980809-84D5-CB8B-A821-8758E3A0A4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8" name="Google Shape;5891;p47">
                        <a:extLst>
                          <a:ext uri="{FF2B5EF4-FFF2-40B4-BE49-F238E27FC236}">
                            <a16:creationId xmlns:a16="http://schemas.microsoft.com/office/drawing/2014/main" id="{104479B0-37D5-B43E-7B07-9A4EAE205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9" name="Google Shape;5892;p47">
                        <a:extLst>
                          <a:ext uri="{FF2B5EF4-FFF2-40B4-BE49-F238E27FC236}">
                            <a16:creationId xmlns:a16="http://schemas.microsoft.com/office/drawing/2014/main" id="{66CFBBC7-C745-B8B5-E0CE-F482BDFFDB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0" name="Google Shape;5893;p47">
                        <a:extLst>
                          <a:ext uri="{FF2B5EF4-FFF2-40B4-BE49-F238E27FC236}">
                            <a16:creationId xmlns:a16="http://schemas.microsoft.com/office/drawing/2014/main" id="{07B185AE-979C-A810-E2F2-EC28270BE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1" name="Google Shape;5894;p47">
                        <a:extLst>
                          <a:ext uri="{FF2B5EF4-FFF2-40B4-BE49-F238E27FC236}">
                            <a16:creationId xmlns:a16="http://schemas.microsoft.com/office/drawing/2014/main" id="{368D3339-6161-99E4-4806-986A343A9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2" name="Google Shape;5895;p47">
                        <a:extLst>
                          <a:ext uri="{FF2B5EF4-FFF2-40B4-BE49-F238E27FC236}">
                            <a16:creationId xmlns:a16="http://schemas.microsoft.com/office/drawing/2014/main" id="{E7483F44-F2A5-BAE7-8BAD-7B46EBA367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3" name="Google Shape;5896;p47">
                        <a:extLst>
                          <a:ext uri="{FF2B5EF4-FFF2-40B4-BE49-F238E27FC236}">
                            <a16:creationId xmlns:a16="http://schemas.microsoft.com/office/drawing/2014/main" id="{B883D907-7A32-EA80-56D7-349EF7D4A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5" name="Google Shape;5897;p47">
                      <a:extLst>
                        <a:ext uri="{FF2B5EF4-FFF2-40B4-BE49-F238E27FC236}">
                          <a16:creationId xmlns:a16="http://schemas.microsoft.com/office/drawing/2014/main" id="{15581A27-CEC5-31CA-693B-9305E358B9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66" name="Google Shape;5898;p47">
                        <a:extLst>
                          <a:ext uri="{FF2B5EF4-FFF2-40B4-BE49-F238E27FC236}">
                            <a16:creationId xmlns:a16="http://schemas.microsoft.com/office/drawing/2014/main" id="{E4DAFE96-5459-6D05-BD2A-596ED8C5E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7" name="Google Shape;5899;p47">
                        <a:extLst>
                          <a:ext uri="{FF2B5EF4-FFF2-40B4-BE49-F238E27FC236}">
                            <a16:creationId xmlns:a16="http://schemas.microsoft.com/office/drawing/2014/main" id="{4D166E86-5C5C-BA29-EFDA-49D646EE18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8" name="Google Shape;5900;p47">
                        <a:extLst>
                          <a:ext uri="{FF2B5EF4-FFF2-40B4-BE49-F238E27FC236}">
                            <a16:creationId xmlns:a16="http://schemas.microsoft.com/office/drawing/2014/main" id="{BD626496-E082-7C22-5D0A-4605C19073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9" name="Google Shape;5901;p47">
                        <a:extLst>
                          <a:ext uri="{FF2B5EF4-FFF2-40B4-BE49-F238E27FC236}">
                            <a16:creationId xmlns:a16="http://schemas.microsoft.com/office/drawing/2014/main" id="{6F53EA17-F09B-C62E-A3A1-13D699CEA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0" name="Google Shape;5902;p47">
                        <a:extLst>
                          <a:ext uri="{FF2B5EF4-FFF2-40B4-BE49-F238E27FC236}">
                            <a16:creationId xmlns:a16="http://schemas.microsoft.com/office/drawing/2014/main" id="{196345D5-0CCA-BEEB-6FDF-FFEC66F580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1" name="Google Shape;5903;p47">
                        <a:extLst>
                          <a:ext uri="{FF2B5EF4-FFF2-40B4-BE49-F238E27FC236}">
                            <a16:creationId xmlns:a16="http://schemas.microsoft.com/office/drawing/2014/main" id="{1BBFC714-6C61-FC4E-836B-8CC9311C2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2" name="Google Shape;5904;p47">
                        <a:extLst>
                          <a:ext uri="{FF2B5EF4-FFF2-40B4-BE49-F238E27FC236}">
                            <a16:creationId xmlns:a16="http://schemas.microsoft.com/office/drawing/2014/main" id="{84FC0060-699A-D3BA-5F2B-3D77A4B0D4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3" name="Google Shape;5905;p47">
                        <a:extLst>
                          <a:ext uri="{FF2B5EF4-FFF2-40B4-BE49-F238E27FC236}">
                            <a16:creationId xmlns:a16="http://schemas.microsoft.com/office/drawing/2014/main" id="{DE4E9B9D-7F2D-1858-B043-4C336C265D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4" name="Google Shape;5906;p47">
                        <a:extLst>
                          <a:ext uri="{FF2B5EF4-FFF2-40B4-BE49-F238E27FC236}">
                            <a16:creationId xmlns:a16="http://schemas.microsoft.com/office/drawing/2014/main" id="{285E838B-28D4-D538-D0FF-0A41BB9F5B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6" name="Google Shape;5907;p47">
                      <a:extLst>
                        <a:ext uri="{FF2B5EF4-FFF2-40B4-BE49-F238E27FC236}">
                          <a16:creationId xmlns:a16="http://schemas.microsoft.com/office/drawing/2014/main" id="{DBEBDC76-71BE-352B-A984-53492C94D4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57" name="Google Shape;5908;p47">
                        <a:extLst>
                          <a:ext uri="{FF2B5EF4-FFF2-40B4-BE49-F238E27FC236}">
                            <a16:creationId xmlns:a16="http://schemas.microsoft.com/office/drawing/2014/main" id="{D34CFF17-ED1D-8AA6-17D5-243EDAE7F0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8" name="Google Shape;5909;p47">
                        <a:extLst>
                          <a:ext uri="{FF2B5EF4-FFF2-40B4-BE49-F238E27FC236}">
                            <a16:creationId xmlns:a16="http://schemas.microsoft.com/office/drawing/2014/main" id="{AFA51C52-C9B7-568C-1616-523DA1700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9" name="Google Shape;5910;p47">
                        <a:extLst>
                          <a:ext uri="{FF2B5EF4-FFF2-40B4-BE49-F238E27FC236}">
                            <a16:creationId xmlns:a16="http://schemas.microsoft.com/office/drawing/2014/main" id="{5C067428-227E-D3C6-819D-9C6C0C038E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0" name="Google Shape;5911;p47">
                        <a:extLst>
                          <a:ext uri="{FF2B5EF4-FFF2-40B4-BE49-F238E27FC236}">
                            <a16:creationId xmlns:a16="http://schemas.microsoft.com/office/drawing/2014/main" id="{C1F0E2A3-4AF9-21CF-D9CE-E1185BAFC0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1" name="Google Shape;5912;p47">
                        <a:extLst>
                          <a:ext uri="{FF2B5EF4-FFF2-40B4-BE49-F238E27FC236}">
                            <a16:creationId xmlns:a16="http://schemas.microsoft.com/office/drawing/2014/main" id="{E351667A-8BD6-3197-FAB2-9DFA7C68CE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2" name="Google Shape;5913;p47">
                        <a:extLst>
                          <a:ext uri="{FF2B5EF4-FFF2-40B4-BE49-F238E27FC236}">
                            <a16:creationId xmlns:a16="http://schemas.microsoft.com/office/drawing/2014/main" id="{18248B4D-535D-3B64-3C66-46979799F2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3" name="Google Shape;5914;p47">
                        <a:extLst>
                          <a:ext uri="{FF2B5EF4-FFF2-40B4-BE49-F238E27FC236}">
                            <a16:creationId xmlns:a16="http://schemas.microsoft.com/office/drawing/2014/main" id="{9A5A73E7-439D-786A-4FC9-B92D5EA70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4" name="Google Shape;5915;p47">
                        <a:extLst>
                          <a:ext uri="{FF2B5EF4-FFF2-40B4-BE49-F238E27FC236}">
                            <a16:creationId xmlns:a16="http://schemas.microsoft.com/office/drawing/2014/main" id="{EA36A25E-755A-859E-6312-4F484FCDF5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5" name="Google Shape;5916;p47">
                        <a:extLst>
                          <a:ext uri="{FF2B5EF4-FFF2-40B4-BE49-F238E27FC236}">
                            <a16:creationId xmlns:a16="http://schemas.microsoft.com/office/drawing/2014/main" id="{5E4BC48D-4143-600C-453A-9C9224155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7" name="Google Shape;5917;p47">
                      <a:extLst>
                        <a:ext uri="{FF2B5EF4-FFF2-40B4-BE49-F238E27FC236}">
                          <a16:creationId xmlns:a16="http://schemas.microsoft.com/office/drawing/2014/main" id="{9FCDD1A1-7BC0-1F82-85F1-49EB67A4C4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48" name="Google Shape;5918;p47">
                        <a:extLst>
                          <a:ext uri="{FF2B5EF4-FFF2-40B4-BE49-F238E27FC236}">
                            <a16:creationId xmlns:a16="http://schemas.microsoft.com/office/drawing/2014/main" id="{A9D91C83-2EDF-6D98-8F44-5B19A983A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9" name="Google Shape;5919;p47">
                        <a:extLst>
                          <a:ext uri="{FF2B5EF4-FFF2-40B4-BE49-F238E27FC236}">
                            <a16:creationId xmlns:a16="http://schemas.microsoft.com/office/drawing/2014/main" id="{601F43D0-822C-33AA-B243-0CE3A45A89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0" name="Google Shape;5920;p47">
                        <a:extLst>
                          <a:ext uri="{FF2B5EF4-FFF2-40B4-BE49-F238E27FC236}">
                            <a16:creationId xmlns:a16="http://schemas.microsoft.com/office/drawing/2014/main" id="{2DB68444-6F27-6F3F-0581-259D0AEF77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1" name="Google Shape;5921;p47">
                        <a:extLst>
                          <a:ext uri="{FF2B5EF4-FFF2-40B4-BE49-F238E27FC236}">
                            <a16:creationId xmlns:a16="http://schemas.microsoft.com/office/drawing/2014/main" id="{0582F8A5-7E26-3D71-FECC-1EC923AF34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2" name="Google Shape;5922;p47">
                        <a:extLst>
                          <a:ext uri="{FF2B5EF4-FFF2-40B4-BE49-F238E27FC236}">
                            <a16:creationId xmlns:a16="http://schemas.microsoft.com/office/drawing/2014/main" id="{3E9092EB-2389-3710-650C-E9F56963CB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3" name="Google Shape;5923;p47">
                        <a:extLst>
                          <a:ext uri="{FF2B5EF4-FFF2-40B4-BE49-F238E27FC236}">
                            <a16:creationId xmlns:a16="http://schemas.microsoft.com/office/drawing/2014/main" id="{C7C79A61-7D65-55A5-7FBD-0B9A321F00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4" name="Google Shape;5924;p47">
                        <a:extLst>
                          <a:ext uri="{FF2B5EF4-FFF2-40B4-BE49-F238E27FC236}">
                            <a16:creationId xmlns:a16="http://schemas.microsoft.com/office/drawing/2014/main" id="{AE4320B6-2D6E-E815-6E71-41F2173FB5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5" name="Google Shape;5925;p47">
                        <a:extLst>
                          <a:ext uri="{FF2B5EF4-FFF2-40B4-BE49-F238E27FC236}">
                            <a16:creationId xmlns:a16="http://schemas.microsoft.com/office/drawing/2014/main" id="{36C4E22C-6624-5E72-05EB-D54BE779D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6" name="Google Shape;5926;p47">
                        <a:extLst>
                          <a:ext uri="{FF2B5EF4-FFF2-40B4-BE49-F238E27FC236}">
                            <a16:creationId xmlns:a16="http://schemas.microsoft.com/office/drawing/2014/main" id="{05EC9B56-0CFE-9CAC-4393-A8AF7B8C39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8" name="Google Shape;5927;p47">
                      <a:extLst>
                        <a:ext uri="{FF2B5EF4-FFF2-40B4-BE49-F238E27FC236}">
                          <a16:creationId xmlns:a16="http://schemas.microsoft.com/office/drawing/2014/main" id="{F0E3DC6F-B186-EDFC-CD30-D6A0CAFC12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9" name="Google Shape;5928;p47">
                        <a:extLst>
                          <a:ext uri="{FF2B5EF4-FFF2-40B4-BE49-F238E27FC236}">
                            <a16:creationId xmlns:a16="http://schemas.microsoft.com/office/drawing/2014/main" id="{E7D8B06B-A2DC-E38C-AD72-50F908C4D6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0" name="Google Shape;5929;p47">
                        <a:extLst>
                          <a:ext uri="{FF2B5EF4-FFF2-40B4-BE49-F238E27FC236}">
                            <a16:creationId xmlns:a16="http://schemas.microsoft.com/office/drawing/2014/main" id="{7CD2EFBA-02C5-D88F-C246-20BE1A761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1" name="Google Shape;5930;p47">
                        <a:extLst>
                          <a:ext uri="{FF2B5EF4-FFF2-40B4-BE49-F238E27FC236}">
                            <a16:creationId xmlns:a16="http://schemas.microsoft.com/office/drawing/2014/main" id="{D2A886D8-7F2F-9059-A29C-0C4D7EA111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2" name="Google Shape;5931;p47">
                        <a:extLst>
                          <a:ext uri="{FF2B5EF4-FFF2-40B4-BE49-F238E27FC236}">
                            <a16:creationId xmlns:a16="http://schemas.microsoft.com/office/drawing/2014/main" id="{BA75FDB4-444C-CA67-2516-26214681E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3" name="Google Shape;5932;p47">
                        <a:extLst>
                          <a:ext uri="{FF2B5EF4-FFF2-40B4-BE49-F238E27FC236}">
                            <a16:creationId xmlns:a16="http://schemas.microsoft.com/office/drawing/2014/main" id="{72E157BE-9FAF-5EC8-06F8-190FB9C1A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4" name="Google Shape;5933;p47">
                        <a:extLst>
                          <a:ext uri="{FF2B5EF4-FFF2-40B4-BE49-F238E27FC236}">
                            <a16:creationId xmlns:a16="http://schemas.microsoft.com/office/drawing/2014/main" id="{3C984959-0B4E-EF25-9B58-AE9310051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5" name="Google Shape;5934;p47">
                        <a:extLst>
                          <a:ext uri="{FF2B5EF4-FFF2-40B4-BE49-F238E27FC236}">
                            <a16:creationId xmlns:a16="http://schemas.microsoft.com/office/drawing/2014/main" id="{3EB4DC9B-5B1A-7CFA-3C9E-27A1F9F07D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6" name="Google Shape;5935;p47">
                        <a:extLst>
                          <a:ext uri="{FF2B5EF4-FFF2-40B4-BE49-F238E27FC236}">
                            <a16:creationId xmlns:a16="http://schemas.microsoft.com/office/drawing/2014/main" id="{7E89CF25-8853-5015-99EF-0A75F87B1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7" name="Google Shape;5936;p47">
                        <a:extLst>
                          <a:ext uri="{FF2B5EF4-FFF2-40B4-BE49-F238E27FC236}">
                            <a16:creationId xmlns:a16="http://schemas.microsoft.com/office/drawing/2014/main" id="{E9EA3FD8-18F1-8006-D9F8-E4A1E3B16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9" name="Google Shape;5937;p47">
                      <a:extLst>
                        <a:ext uri="{FF2B5EF4-FFF2-40B4-BE49-F238E27FC236}">
                          <a16:creationId xmlns:a16="http://schemas.microsoft.com/office/drawing/2014/main" id="{9C86C891-8F03-8620-D0D6-6D78CCD9A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0" name="Google Shape;5938;p47">
                        <a:extLst>
                          <a:ext uri="{FF2B5EF4-FFF2-40B4-BE49-F238E27FC236}">
                            <a16:creationId xmlns:a16="http://schemas.microsoft.com/office/drawing/2014/main" id="{2260BD21-61B2-E30E-4657-B69B7F921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1" name="Google Shape;5939;p47">
                        <a:extLst>
                          <a:ext uri="{FF2B5EF4-FFF2-40B4-BE49-F238E27FC236}">
                            <a16:creationId xmlns:a16="http://schemas.microsoft.com/office/drawing/2014/main" id="{B65F2BC1-529A-2A53-EDDB-1A3008BDB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2" name="Google Shape;5940;p47">
                        <a:extLst>
                          <a:ext uri="{FF2B5EF4-FFF2-40B4-BE49-F238E27FC236}">
                            <a16:creationId xmlns:a16="http://schemas.microsoft.com/office/drawing/2014/main" id="{B5972752-4292-8CA0-7E1D-94A410FA21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3" name="Google Shape;5941;p47">
                        <a:extLst>
                          <a:ext uri="{FF2B5EF4-FFF2-40B4-BE49-F238E27FC236}">
                            <a16:creationId xmlns:a16="http://schemas.microsoft.com/office/drawing/2014/main" id="{6B095C77-B28F-5710-F03A-F358CB3D75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4" name="Google Shape;5942;p47">
                        <a:extLst>
                          <a:ext uri="{FF2B5EF4-FFF2-40B4-BE49-F238E27FC236}">
                            <a16:creationId xmlns:a16="http://schemas.microsoft.com/office/drawing/2014/main" id="{4974988A-3C25-B4A1-C5E3-122EFC8D85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5" name="Google Shape;5943;p47">
                        <a:extLst>
                          <a:ext uri="{FF2B5EF4-FFF2-40B4-BE49-F238E27FC236}">
                            <a16:creationId xmlns:a16="http://schemas.microsoft.com/office/drawing/2014/main" id="{441FFFAD-ECCB-3109-4A40-84EFDC736A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6" name="Google Shape;5944;p47">
                        <a:extLst>
                          <a:ext uri="{FF2B5EF4-FFF2-40B4-BE49-F238E27FC236}">
                            <a16:creationId xmlns:a16="http://schemas.microsoft.com/office/drawing/2014/main" id="{EADF984D-4893-6607-F676-6FD7178A93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7" name="Google Shape;5945;p47">
                        <a:extLst>
                          <a:ext uri="{FF2B5EF4-FFF2-40B4-BE49-F238E27FC236}">
                            <a16:creationId xmlns:a16="http://schemas.microsoft.com/office/drawing/2014/main" id="{73C2B8C8-0B42-115D-706F-B7D6610695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8" name="Google Shape;5946;p47">
                        <a:extLst>
                          <a:ext uri="{FF2B5EF4-FFF2-40B4-BE49-F238E27FC236}">
                            <a16:creationId xmlns:a16="http://schemas.microsoft.com/office/drawing/2014/main" id="{0D7AB295-D1F5-B7F6-7216-8CF775C4E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0" name="Google Shape;5947;p47">
                      <a:extLst>
                        <a:ext uri="{FF2B5EF4-FFF2-40B4-BE49-F238E27FC236}">
                          <a16:creationId xmlns:a16="http://schemas.microsoft.com/office/drawing/2014/main" id="{B191AB9A-F2F7-A717-6901-1DCD24AADD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21" name="Google Shape;5948;p47">
                        <a:extLst>
                          <a:ext uri="{FF2B5EF4-FFF2-40B4-BE49-F238E27FC236}">
                            <a16:creationId xmlns:a16="http://schemas.microsoft.com/office/drawing/2014/main" id="{A371CB75-4B91-B25B-9F4D-25DE214059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2" name="Google Shape;5949;p47">
                        <a:extLst>
                          <a:ext uri="{FF2B5EF4-FFF2-40B4-BE49-F238E27FC236}">
                            <a16:creationId xmlns:a16="http://schemas.microsoft.com/office/drawing/2014/main" id="{3878C62E-0BAD-9CBD-4EF1-3CA7FA76FF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3" name="Google Shape;5950;p47">
                        <a:extLst>
                          <a:ext uri="{FF2B5EF4-FFF2-40B4-BE49-F238E27FC236}">
                            <a16:creationId xmlns:a16="http://schemas.microsoft.com/office/drawing/2014/main" id="{2304874F-C6BB-D64D-1F8D-7ECCDB5287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4" name="Google Shape;5951;p47">
                        <a:extLst>
                          <a:ext uri="{FF2B5EF4-FFF2-40B4-BE49-F238E27FC236}">
                            <a16:creationId xmlns:a16="http://schemas.microsoft.com/office/drawing/2014/main" id="{0151911F-C3EB-BCF7-507B-C4576BE70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5" name="Google Shape;5952;p47">
                        <a:extLst>
                          <a:ext uri="{FF2B5EF4-FFF2-40B4-BE49-F238E27FC236}">
                            <a16:creationId xmlns:a16="http://schemas.microsoft.com/office/drawing/2014/main" id="{829D3F12-8594-CB90-999F-F470E8E8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6" name="Google Shape;5953;p47">
                        <a:extLst>
                          <a:ext uri="{FF2B5EF4-FFF2-40B4-BE49-F238E27FC236}">
                            <a16:creationId xmlns:a16="http://schemas.microsoft.com/office/drawing/2014/main" id="{526DEE05-44F7-B397-E2C9-F1B069B042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7" name="Google Shape;5954;p47">
                        <a:extLst>
                          <a:ext uri="{FF2B5EF4-FFF2-40B4-BE49-F238E27FC236}">
                            <a16:creationId xmlns:a16="http://schemas.microsoft.com/office/drawing/2014/main" id="{68EF8700-F730-0EC4-91EF-7FD98123B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8" name="Google Shape;5955;p47">
                        <a:extLst>
                          <a:ext uri="{FF2B5EF4-FFF2-40B4-BE49-F238E27FC236}">
                            <a16:creationId xmlns:a16="http://schemas.microsoft.com/office/drawing/2014/main" id="{C8B2292D-D9C6-FC55-467C-8BEC7E2645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9" name="Google Shape;5956;p47">
                        <a:extLst>
                          <a:ext uri="{FF2B5EF4-FFF2-40B4-BE49-F238E27FC236}">
                            <a16:creationId xmlns:a16="http://schemas.microsoft.com/office/drawing/2014/main" id="{0BF9EF64-DBA5-0AB2-69F1-A7339CA2EC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1" name="Google Shape;5957;p47">
                      <a:extLst>
                        <a:ext uri="{FF2B5EF4-FFF2-40B4-BE49-F238E27FC236}">
                          <a16:creationId xmlns:a16="http://schemas.microsoft.com/office/drawing/2014/main" id="{D7A5EEF6-AE0D-AFCA-445E-B256F81E04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12" name="Google Shape;5958;p47">
                        <a:extLst>
                          <a:ext uri="{FF2B5EF4-FFF2-40B4-BE49-F238E27FC236}">
                            <a16:creationId xmlns:a16="http://schemas.microsoft.com/office/drawing/2014/main" id="{3EF3704D-55F6-8678-5C79-A1EF8AA365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3" name="Google Shape;5959;p47">
                        <a:extLst>
                          <a:ext uri="{FF2B5EF4-FFF2-40B4-BE49-F238E27FC236}">
                            <a16:creationId xmlns:a16="http://schemas.microsoft.com/office/drawing/2014/main" id="{99B00FAE-F81B-FB23-8353-AEB7ABE9A7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4" name="Google Shape;5960;p47">
                        <a:extLst>
                          <a:ext uri="{FF2B5EF4-FFF2-40B4-BE49-F238E27FC236}">
                            <a16:creationId xmlns:a16="http://schemas.microsoft.com/office/drawing/2014/main" id="{4A7325DF-8739-8FF5-0756-7056BC3182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5" name="Google Shape;5961;p47">
                        <a:extLst>
                          <a:ext uri="{FF2B5EF4-FFF2-40B4-BE49-F238E27FC236}">
                            <a16:creationId xmlns:a16="http://schemas.microsoft.com/office/drawing/2014/main" id="{2BCDCD30-D2FD-C9C5-2B13-DB6F6DD40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6" name="Google Shape;5962;p47">
                        <a:extLst>
                          <a:ext uri="{FF2B5EF4-FFF2-40B4-BE49-F238E27FC236}">
                            <a16:creationId xmlns:a16="http://schemas.microsoft.com/office/drawing/2014/main" id="{5564448C-E822-76B1-8EE2-8E5850FD5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7" name="Google Shape;5963;p47">
                        <a:extLst>
                          <a:ext uri="{FF2B5EF4-FFF2-40B4-BE49-F238E27FC236}">
                            <a16:creationId xmlns:a16="http://schemas.microsoft.com/office/drawing/2014/main" id="{CCCA2450-4C3B-557F-7A4E-4C288DCAE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8" name="Google Shape;5964;p47">
                        <a:extLst>
                          <a:ext uri="{FF2B5EF4-FFF2-40B4-BE49-F238E27FC236}">
                            <a16:creationId xmlns:a16="http://schemas.microsoft.com/office/drawing/2014/main" id="{B951C14D-CAC7-85EE-EE57-A96E72D64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9" name="Google Shape;5965;p47">
                        <a:extLst>
                          <a:ext uri="{FF2B5EF4-FFF2-40B4-BE49-F238E27FC236}">
                            <a16:creationId xmlns:a16="http://schemas.microsoft.com/office/drawing/2014/main" id="{05BC4368-6373-73B9-6E0E-E396F9974C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0" name="Google Shape;5966;p47">
                        <a:extLst>
                          <a:ext uri="{FF2B5EF4-FFF2-40B4-BE49-F238E27FC236}">
                            <a16:creationId xmlns:a16="http://schemas.microsoft.com/office/drawing/2014/main" id="{07BD6C58-7710-D306-CF99-905931B8C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2" name="Google Shape;5967;p47">
                      <a:extLst>
                        <a:ext uri="{FF2B5EF4-FFF2-40B4-BE49-F238E27FC236}">
                          <a16:creationId xmlns:a16="http://schemas.microsoft.com/office/drawing/2014/main" id="{6B283F54-A1F4-F710-F724-DC126B7FE9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03" name="Google Shape;5968;p47">
                        <a:extLst>
                          <a:ext uri="{FF2B5EF4-FFF2-40B4-BE49-F238E27FC236}">
                            <a16:creationId xmlns:a16="http://schemas.microsoft.com/office/drawing/2014/main" id="{ABC8E999-0D00-774C-D95F-5E18800898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4" name="Google Shape;5969;p47">
                        <a:extLst>
                          <a:ext uri="{FF2B5EF4-FFF2-40B4-BE49-F238E27FC236}">
                            <a16:creationId xmlns:a16="http://schemas.microsoft.com/office/drawing/2014/main" id="{3C303557-6909-BD9D-E9DB-C37A4BD5F1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5" name="Google Shape;5970;p47">
                        <a:extLst>
                          <a:ext uri="{FF2B5EF4-FFF2-40B4-BE49-F238E27FC236}">
                            <a16:creationId xmlns:a16="http://schemas.microsoft.com/office/drawing/2014/main" id="{8CB07D3D-D6B9-8301-744F-78F0D6EE5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6" name="Google Shape;5971;p47">
                        <a:extLst>
                          <a:ext uri="{FF2B5EF4-FFF2-40B4-BE49-F238E27FC236}">
                            <a16:creationId xmlns:a16="http://schemas.microsoft.com/office/drawing/2014/main" id="{925A463D-49B3-9ABC-C2AB-14690C1788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7" name="Google Shape;5972;p47">
                        <a:extLst>
                          <a:ext uri="{FF2B5EF4-FFF2-40B4-BE49-F238E27FC236}">
                            <a16:creationId xmlns:a16="http://schemas.microsoft.com/office/drawing/2014/main" id="{A568C4DC-834A-F40A-3D4C-819E1112A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8" name="Google Shape;5973;p47">
                        <a:extLst>
                          <a:ext uri="{FF2B5EF4-FFF2-40B4-BE49-F238E27FC236}">
                            <a16:creationId xmlns:a16="http://schemas.microsoft.com/office/drawing/2014/main" id="{524BECFA-3860-A483-337A-D3F97F50B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9" name="Google Shape;5974;p47">
                        <a:extLst>
                          <a:ext uri="{FF2B5EF4-FFF2-40B4-BE49-F238E27FC236}">
                            <a16:creationId xmlns:a16="http://schemas.microsoft.com/office/drawing/2014/main" id="{47FE965C-FD0C-3AB8-3BF9-EBCF36F695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0" name="Google Shape;5975;p47">
                        <a:extLst>
                          <a:ext uri="{FF2B5EF4-FFF2-40B4-BE49-F238E27FC236}">
                            <a16:creationId xmlns:a16="http://schemas.microsoft.com/office/drawing/2014/main" id="{D73BDAF1-B7E1-2ADE-E7A7-D72AAC00C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1" name="Google Shape;5976;p47">
                        <a:extLst>
                          <a:ext uri="{FF2B5EF4-FFF2-40B4-BE49-F238E27FC236}">
                            <a16:creationId xmlns:a16="http://schemas.microsoft.com/office/drawing/2014/main" id="{5E798CC4-A0E0-6BC0-F449-F5294E25BC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3" name="Google Shape;5977;p47">
                      <a:extLst>
                        <a:ext uri="{FF2B5EF4-FFF2-40B4-BE49-F238E27FC236}">
                          <a16:creationId xmlns:a16="http://schemas.microsoft.com/office/drawing/2014/main" id="{E333ADEC-2765-C2A4-63CC-4401EB1335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94" name="Google Shape;5978;p47">
                        <a:extLst>
                          <a:ext uri="{FF2B5EF4-FFF2-40B4-BE49-F238E27FC236}">
                            <a16:creationId xmlns:a16="http://schemas.microsoft.com/office/drawing/2014/main" id="{AFB30223-DDC0-222C-93E2-854143417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5" name="Google Shape;5979;p47">
                        <a:extLst>
                          <a:ext uri="{FF2B5EF4-FFF2-40B4-BE49-F238E27FC236}">
                            <a16:creationId xmlns:a16="http://schemas.microsoft.com/office/drawing/2014/main" id="{6EB9CF27-2A35-FBD6-6067-82097E4EC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6" name="Google Shape;5980;p47">
                        <a:extLst>
                          <a:ext uri="{FF2B5EF4-FFF2-40B4-BE49-F238E27FC236}">
                            <a16:creationId xmlns:a16="http://schemas.microsoft.com/office/drawing/2014/main" id="{AD357AEC-0C7E-D403-CECA-6EFF0DECAC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7" name="Google Shape;5981;p47">
                        <a:extLst>
                          <a:ext uri="{FF2B5EF4-FFF2-40B4-BE49-F238E27FC236}">
                            <a16:creationId xmlns:a16="http://schemas.microsoft.com/office/drawing/2014/main" id="{9002A9E7-91ED-C2BC-922A-4AAD63F5D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8" name="Google Shape;5982;p47">
                        <a:extLst>
                          <a:ext uri="{FF2B5EF4-FFF2-40B4-BE49-F238E27FC236}">
                            <a16:creationId xmlns:a16="http://schemas.microsoft.com/office/drawing/2014/main" id="{3F0B42E5-B827-84BB-352F-3DA93F6B7C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9" name="Google Shape;5983;p47">
                        <a:extLst>
                          <a:ext uri="{FF2B5EF4-FFF2-40B4-BE49-F238E27FC236}">
                            <a16:creationId xmlns:a16="http://schemas.microsoft.com/office/drawing/2014/main" id="{D8647522-3DAD-3B0F-65DC-CBD4534C0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0" name="Google Shape;5984;p47">
                        <a:extLst>
                          <a:ext uri="{FF2B5EF4-FFF2-40B4-BE49-F238E27FC236}">
                            <a16:creationId xmlns:a16="http://schemas.microsoft.com/office/drawing/2014/main" id="{157D57BE-3D12-0A2A-EC8D-C3E01528D8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1" name="Google Shape;5985;p47">
                        <a:extLst>
                          <a:ext uri="{FF2B5EF4-FFF2-40B4-BE49-F238E27FC236}">
                            <a16:creationId xmlns:a16="http://schemas.microsoft.com/office/drawing/2014/main" id="{0DF842BB-E674-71E4-2841-A81BC8301F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2" name="Google Shape;5986;p47">
                        <a:extLst>
                          <a:ext uri="{FF2B5EF4-FFF2-40B4-BE49-F238E27FC236}">
                            <a16:creationId xmlns:a16="http://schemas.microsoft.com/office/drawing/2014/main" id="{20489802-B11A-7EC6-0389-8D1CD9B53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4" name="Google Shape;5987;p47">
                      <a:extLst>
                        <a:ext uri="{FF2B5EF4-FFF2-40B4-BE49-F238E27FC236}">
                          <a16:creationId xmlns:a16="http://schemas.microsoft.com/office/drawing/2014/main" id="{C66FE4EF-54E6-2D6F-96DA-7270C9208A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85" name="Google Shape;5988;p47">
                        <a:extLst>
                          <a:ext uri="{FF2B5EF4-FFF2-40B4-BE49-F238E27FC236}">
                            <a16:creationId xmlns:a16="http://schemas.microsoft.com/office/drawing/2014/main" id="{421B20D9-47E7-A738-4637-CA6D62DA97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6" name="Google Shape;5989;p47">
                        <a:extLst>
                          <a:ext uri="{FF2B5EF4-FFF2-40B4-BE49-F238E27FC236}">
                            <a16:creationId xmlns:a16="http://schemas.microsoft.com/office/drawing/2014/main" id="{341839D1-F9FC-4858-88EC-1BC1B94F73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7" name="Google Shape;5990;p47">
                        <a:extLst>
                          <a:ext uri="{FF2B5EF4-FFF2-40B4-BE49-F238E27FC236}">
                            <a16:creationId xmlns:a16="http://schemas.microsoft.com/office/drawing/2014/main" id="{150A5761-4F33-415C-EB92-E50A7779D5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8" name="Google Shape;5991;p47">
                        <a:extLst>
                          <a:ext uri="{FF2B5EF4-FFF2-40B4-BE49-F238E27FC236}">
                            <a16:creationId xmlns:a16="http://schemas.microsoft.com/office/drawing/2014/main" id="{15B02DF5-6F5E-A175-9A44-77DDB4E52A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9" name="Google Shape;5992;p47">
                        <a:extLst>
                          <a:ext uri="{FF2B5EF4-FFF2-40B4-BE49-F238E27FC236}">
                            <a16:creationId xmlns:a16="http://schemas.microsoft.com/office/drawing/2014/main" id="{E3A6D167-9832-CEAD-E1EB-26C97E44F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0" name="Google Shape;5993;p47">
                        <a:extLst>
                          <a:ext uri="{FF2B5EF4-FFF2-40B4-BE49-F238E27FC236}">
                            <a16:creationId xmlns:a16="http://schemas.microsoft.com/office/drawing/2014/main" id="{D17B42DE-F985-7F9C-6F8C-57CF9D16A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1" name="Google Shape;5994;p47">
                        <a:extLst>
                          <a:ext uri="{FF2B5EF4-FFF2-40B4-BE49-F238E27FC236}">
                            <a16:creationId xmlns:a16="http://schemas.microsoft.com/office/drawing/2014/main" id="{F0FB1C17-A0AB-3322-A25D-6040B53FD7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2" name="Google Shape;5995;p47">
                        <a:extLst>
                          <a:ext uri="{FF2B5EF4-FFF2-40B4-BE49-F238E27FC236}">
                            <a16:creationId xmlns:a16="http://schemas.microsoft.com/office/drawing/2014/main" id="{77469DC2-F91E-9B44-3754-040B6CAB5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3" name="Google Shape;5996;p47">
                        <a:extLst>
                          <a:ext uri="{FF2B5EF4-FFF2-40B4-BE49-F238E27FC236}">
                            <a16:creationId xmlns:a16="http://schemas.microsoft.com/office/drawing/2014/main" id="{1C30B6AE-ABF1-6835-EBE6-68FE91A4B0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5" name="Google Shape;5997;p47">
                      <a:extLst>
                        <a:ext uri="{FF2B5EF4-FFF2-40B4-BE49-F238E27FC236}">
                          <a16:creationId xmlns:a16="http://schemas.microsoft.com/office/drawing/2014/main" id="{72CCF47C-DD6A-6887-89C1-A017F02F1B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76" name="Google Shape;5998;p47">
                        <a:extLst>
                          <a:ext uri="{FF2B5EF4-FFF2-40B4-BE49-F238E27FC236}">
                            <a16:creationId xmlns:a16="http://schemas.microsoft.com/office/drawing/2014/main" id="{E8D4ECA8-25DD-DC63-67B6-2167DEF02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7" name="Google Shape;5999;p47">
                        <a:extLst>
                          <a:ext uri="{FF2B5EF4-FFF2-40B4-BE49-F238E27FC236}">
                            <a16:creationId xmlns:a16="http://schemas.microsoft.com/office/drawing/2014/main" id="{FE19C13E-ED4D-AB4C-7DF0-17247397B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8" name="Google Shape;6000;p47">
                        <a:extLst>
                          <a:ext uri="{FF2B5EF4-FFF2-40B4-BE49-F238E27FC236}">
                            <a16:creationId xmlns:a16="http://schemas.microsoft.com/office/drawing/2014/main" id="{DC7A4F38-06FE-ECCB-1042-3A56A0FA6A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9" name="Google Shape;6001;p47">
                        <a:extLst>
                          <a:ext uri="{FF2B5EF4-FFF2-40B4-BE49-F238E27FC236}">
                            <a16:creationId xmlns:a16="http://schemas.microsoft.com/office/drawing/2014/main" id="{83A68F36-4161-C28B-C5EF-527529D63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0" name="Google Shape;6002;p47">
                        <a:extLst>
                          <a:ext uri="{FF2B5EF4-FFF2-40B4-BE49-F238E27FC236}">
                            <a16:creationId xmlns:a16="http://schemas.microsoft.com/office/drawing/2014/main" id="{34A4379E-EA61-FE1F-3476-614560E68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1" name="Google Shape;6003;p47">
                        <a:extLst>
                          <a:ext uri="{FF2B5EF4-FFF2-40B4-BE49-F238E27FC236}">
                            <a16:creationId xmlns:a16="http://schemas.microsoft.com/office/drawing/2014/main" id="{4527EA18-EBCE-AB1A-AAE9-9F2562C53A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2" name="Google Shape;6004;p47">
                        <a:extLst>
                          <a:ext uri="{FF2B5EF4-FFF2-40B4-BE49-F238E27FC236}">
                            <a16:creationId xmlns:a16="http://schemas.microsoft.com/office/drawing/2014/main" id="{1C2517E1-BF96-AD97-26A7-49F1C0C1F0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3" name="Google Shape;6005;p47">
                        <a:extLst>
                          <a:ext uri="{FF2B5EF4-FFF2-40B4-BE49-F238E27FC236}">
                            <a16:creationId xmlns:a16="http://schemas.microsoft.com/office/drawing/2014/main" id="{EAD16EAE-64FD-828A-C379-B4D2024156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4" name="Google Shape;6006;p47">
                        <a:extLst>
                          <a:ext uri="{FF2B5EF4-FFF2-40B4-BE49-F238E27FC236}">
                            <a16:creationId xmlns:a16="http://schemas.microsoft.com/office/drawing/2014/main" id="{E3A4AF6D-ADA3-E954-C342-02EAD54EB3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6" name="Google Shape;6007;p47">
                      <a:extLst>
                        <a:ext uri="{FF2B5EF4-FFF2-40B4-BE49-F238E27FC236}">
                          <a16:creationId xmlns:a16="http://schemas.microsoft.com/office/drawing/2014/main" id="{4425B7FE-57FA-DD02-1277-173AA9C46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67" name="Google Shape;6008;p47">
                        <a:extLst>
                          <a:ext uri="{FF2B5EF4-FFF2-40B4-BE49-F238E27FC236}">
                            <a16:creationId xmlns:a16="http://schemas.microsoft.com/office/drawing/2014/main" id="{62FF712E-6EA0-090F-B9A2-833C98FA56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8" name="Google Shape;6009;p47">
                        <a:extLst>
                          <a:ext uri="{FF2B5EF4-FFF2-40B4-BE49-F238E27FC236}">
                            <a16:creationId xmlns:a16="http://schemas.microsoft.com/office/drawing/2014/main" id="{D82C1DC9-CADD-E454-064D-629D855D2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9" name="Google Shape;6010;p47">
                        <a:extLst>
                          <a:ext uri="{FF2B5EF4-FFF2-40B4-BE49-F238E27FC236}">
                            <a16:creationId xmlns:a16="http://schemas.microsoft.com/office/drawing/2014/main" id="{23FF82B4-7586-643A-2E5E-B7C9387772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0" name="Google Shape;6011;p47">
                        <a:extLst>
                          <a:ext uri="{FF2B5EF4-FFF2-40B4-BE49-F238E27FC236}">
                            <a16:creationId xmlns:a16="http://schemas.microsoft.com/office/drawing/2014/main" id="{05EAACE1-63ED-78FB-F6B9-B6BE2AC15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1" name="Google Shape;6012;p47">
                        <a:extLst>
                          <a:ext uri="{FF2B5EF4-FFF2-40B4-BE49-F238E27FC236}">
                            <a16:creationId xmlns:a16="http://schemas.microsoft.com/office/drawing/2014/main" id="{67051FD4-82EF-38FD-CDA3-0C9F0044DB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2" name="Google Shape;6013;p47">
                        <a:extLst>
                          <a:ext uri="{FF2B5EF4-FFF2-40B4-BE49-F238E27FC236}">
                            <a16:creationId xmlns:a16="http://schemas.microsoft.com/office/drawing/2014/main" id="{6633CB20-0BDA-BBAB-6707-3ED78ED6E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3" name="Google Shape;6014;p47">
                        <a:extLst>
                          <a:ext uri="{FF2B5EF4-FFF2-40B4-BE49-F238E27FC236}">
                            <a16:creationId xmlns:a16="http://schemas.microsoft.com/office/drawing/2014/main" id="{9946DF54-35A0-241B-D512-84B2A984F5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4" name="Google Shape;6015;p47">
                        <a:extLst>
                          <a:ext uri="{FF2B5EF4-FFF2-40B4-BE49-F238E27FC236}">
                            <a16:creationId xmlns:a16="http://schemas.microsoft.com/office/drawing/2014/main" id="{BEB8EA13-71B2-D6DB-2100-8C17462A59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5" name="Google Shape;6016;p47">
                        <a:extLst>
                          <a:ext uri="{FF2B5EF4-FFF2-40B4-BE49-F238E27FC236}">
                            <a16:creationId xmlns:a16="http://schemas.microsoft.com/office/drawing/2014/main" id="{E75884CD-DA10-6ABF-B139-CB023B31D4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7" name="Google Shape;6017;p47">
                      <a:extLst>
                        <a:ext uri="{FF2B5EF4-FFF2-40B4-BE49-F238E27FC236}">
                          <a16:creationId xmlns:a16="http://schemas.microsoft.com/office/drawing/2014/main" id="{E0CDD2FB-073C-2759-BF2A-428BB0DE41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58" name="Google Shape;6018;p47">
                        <a:extLst>
                          <a:ext uri="{FF2B5EF4-FFF2-40B4-BE49-F238E27FC236}">
                            <a16:creationId xmlns:a16="http://schemas.microsoft.com/office/drawing/2014/main" id="{D39D94E2-1E67-046F-9D0E-86B7FCC4ED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9" name="Google Shape;6019;p47">
                        <a:extLst>
                          <a:ext uri="{FF2B5EF4-FFF2-40B4-BE49-F238E27FC236}">
                            <a16:creationId xmlns:a16="http://schemas.microsoft.com/office/drawing/2014/main" id="{4DCF5D86-FB90-868B-1A0B-802A2773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0" name="Google Shape;6020;p47">
                        <a:extLst>
                          <a:ext uri="{FF2B5EF4-FFF2-40B4-BE49-F238E27FC236}">
                            <a16:creationId xmlns:a16="http://schemas.microsoft.com/office/drawing/2014/main" id="{F1A7D0DE-EFC2-DA04-8420-785F5171E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1" name="Google Shape;6021;p47">
                        <a:extLst>
                          <a:ext uri="{FF2B5EF4-FFF2-40B4-BE49-F238E27FC236}">
                            <a16:creationId xmlns:a16="http://schemas.microsoft.com/office/drawing/2014/main" id="{9E10D965-BD2B-321D-2DED-5BD05CA9E4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2" name="Google Shape;6022;p47">
                        <a:extLst>
                          <a:ext uri="{FF2B5EF4-FFF2-40B4-BE49-F238E27FC236}">
                            <a16:creationId xmlns:a16="http://schemas.microsoft.com/office/drawing/2014/main" id="{D2EE68C4-863A-26D9-6DDF-0EC8DF1E45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3" name="Google Shape;6023;p47">
                        <a:extLst>
                          <a:ext uri="{FF2B5EF4-FFF2-40B4-BE49-F238E27FC236}">
                            <a16:creationId xmlns:a16="http://schemas.microsoft.com/office/drawing/2014/main" id="{104C6DDE-D38E-8C54-451D-5D60C266C8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4" name="Google Shape;6024;p47">
                        <a:extLst>
                          <a:ext uri="{FF2B5EF4-FFF2-40B4-BE49-F238E27FC236}">
                            <a16:creationId xmlns:a16="http://schemas.microsoft.com/office/drawing/2014/main" id="{0B752920-2146-9E68-6AD3-0D44B3E164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5" name="Google Shape;6025;p47">
                        <a:extLst>
                          <a:ext uri="{FF2B5EF4-FFF2-40B4-BE49-F238E27FC236}">
                            <a16:creationId xmlns:a16="http://schemas.microsoft.com/office/drawing/2014/main" id="{6107361E-F9AC-5A79-F3B5-702C0F5E7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6" name="Google Shape;6026;p47">
                        <a:extLst>
                          <a:ext uri="{FF2B5EF4-FFF2-40B4-BE49-F238E27FC236}">
                            <a16:creationId xmlns:a16="http://schemas.microsoft.com/office/drawing/2014/main" id="{631D02CD-1013-B374-4155-A41259EE87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8" name="Google Shape;6027;p47">
                      <a:extLst>
                        <a:ext uri="{FF2B5EF4-FFF2-40B4-BE49-F238E27FC236}">
                          <a16:creationId xmlns:a16="http://schemas.microsoft.com/office/drawing/2014/main" id="{75754D72-CE43-884C-C7C1-FA0D14F04E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49" name="Google Shape;6028;p47">
                        <a:extLst>
                          <a:ext uri="{FF2B5EF4-FFF2-40B4-BE49-F238E27FC236}">
                            <a16:creationId xmlns:a16="http://schemas.microsoft.com/office/drawing/2014/main" id="{9B1EEA2B-9BDB-ECE9-6AF4-C3A486CC1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0" name="Google Shape;6029;p47">
                        <a:extLst>
                          <a:ext uri="{FF2B5EF4-FFF2-40B4-BE49-F238E27FC236}">
                            <a16:creationId xmlns:a16="http://schemas.microsoft.com/office/drawing/2014/main" id="{54511B0A-F2E4-70F7-EB00-D911C461B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1" name="Google Shape;6030;p47">
                        <a:extLst>
                          <a:ext uri="{FF2B5EF4-FFF2-40B4-BE49-F238E27FC236}">
                            <a16:creationId xmlns:a16="http://schemas.microsoft.com/office/drawing/2014/main" id="{E02F9058-2A06-7A6A-9D56-A3A6FE425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2" name="Google Shape;6031;p47">
                        <a:extLst>
                          <a:ext uri="{FF2B5EF4-FFF2-40B4-BE49-F238E27FC236}">
                            <a16:creationId xmlns:a16="http://schemas.microsoft.com/office/drawing/2014/main" id="{6183CA13-3126-8A7A-707A-C20E01149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3" name="Google Shape;6032;p47">
                        <a:extLst>
                          <a:ext uri="{FF2B5EF4-FFF2-40B4-BE49-F238E27FC236}">
                            <a16:creationId xmlns:a16="http://schemas.microsoft.com/office/drawing/2014/main" id="{049270C9-2549-CF11-38AD-05529D72D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4" name="Google Shape;6033;p47">
                        <a:extLst>
                          <a:ext uri="{FF2B5EF4-FFF2-40B4-BE49-F238E27FC236}">
                            <a16:creationId xmlns:a16="http://schemas.microsoft.com/office/drawing/2014/main" id="{531A9B98-316F-83D1-7154-77036540E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5" name="Google Shape;6034;p47">
                        <a:extLst>
                          <a:ext uri="{FF2B5EF4-FFF2-40B4-BE49-F238E27FC236}">
                            <a16:creationId xmlns:a16="http://schemas.microsoft.com/office/drawing/2014/main" id="{1074D96E-6A89-C519-BAAC-BC0E5D88E0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6" name="Google Shape;6035;p47">
                        <a:extLst>
                          <a:ext uri="{FF2B5EF4-FFF2-40B4-BE49-F238E27FC236}">
                            <a16:creationId xmlns:a16="http://schemas.microsoft.com/office/drawing/2014/main" id="{F4F66606-38C0-6966-B1F3-FDD530DF38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7" name="Google Shape;6036;p47">
                        <a:extLst>
                          <a:ext uri="{FF2B5EF4-FFF2-40B4-BE49-F238E27FC236}">
                            <a16:creationId xmlns:a16="http://schemas.microsoft.com/office/drawing/2014/main" id="{B7ECBD4D-E997-0167-FD75-B9271A91A7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</p:grpSp>
          </p:grp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45076" y="323759"/>
            <a:ext cx="5679900" cy="572700"/>
          </a:xfrm>
        </p:spPr>
        <p:txBody>
          <a:bodyPr/>
          <a:lstStyle/>
          <a:p>
            <a:r>
              <a:rPr lang="en-US" dirty="0" smtClean="0"/>
              <a:t>4. SƠ ĐỒ TRẠNG THÁI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" y="1037116"/>
            <a:ext cx="5480423" cy="367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83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A979DAF7-97F4-542D-476C-FCB27DCF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5198;p47">
            <a:extLst>
              <a:ext uri="{FF2B5EF4-FFF2-40B4-BE49-F238E27FC236}">
                <a16:creationId xmlns:a16="http://schemas.microsoft.com/office/drawing/2014/main" id="{00FF964D-AE46-BBCD-1D7F-86FEE6F44681}"/>
              </a:ext>
            </a:extLst>
          </p:cNvPr>
          <p:cNvGrpSpPr/>
          <p:nvPr/>
        </p:nvGrpSpPr>
        <p:grpSpPr>
          <a:xfrm>
            <a:off x="5586521" y="314875"/>
            <a:ext cx="3503100" cy="4383600"/>
            <a:chOff x="5309625" y="391075"/>
            <a:chExt cx="3503100" cy="4383600"/>
          </a:xfrm>
        </p:grpSpPr>
        <p:grpSp>
          <p:nvGrpSpPr>
            <p:cNvPr id="1294" name="Google Shape;5199;p47">
              <a:extLst>
                <a:ext uri="{FF2B5EF4-FFF2-40B4-BE49-F238E27FC236}">
                  <a16:creationId xmlns:a16="http://schemas.microsoft.com/office/drawing/2014/main" id="{0C99C69C-C050-20F9-5505-DC51354F1C8C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1846" name="Google Shape;5200;p47">
                <a:extLst>
                  <a:ext uri="{FF2B5EF4-FFF2-40B4-BE49-F238E27FC236}">
                    <a16:creationId xmlns:a16="http://schemas.microsoft.com/office/drawing/2014/main" id="{5DE0FA07-7D6C-9087-4760-B85BB0B29DC5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rgbClr val="CDCDCD"/>
              </a:solidFill>
              <a:ln w="9525" cap="flat" cmpd="sng">
                <a:solidFill>
                  <a:srgbClr val="282A2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847" name="Google Shape;5201;p47">
                <a:extLst>
                  <a:ext uri="{FF2B5EF4-FFF2-40B4-BE49-F238E27FC236}">
                    <a16:creationId xmlns:a16="http://schemas.microsoft.com/office/drawing/2014/main" id="{013BA1E2-494E-16E6-863E-06790503C6AF}"/>
                  </a:ext>
                </a:extLst>
              </p:cNvPr>
              <p:cNvGrpSpPr/>
              <p:nvPr/>
            </p:nvGrpSpPr>
            <p:grpSpPr>
              <a:xfrm rot="10800000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1848" name="Google Shape;5202;p47">
                  <a:extLst>
                    <a:ext uri="{FF2B5EF4-FFF2-40B4-BE49-F238E27FC236}">
                      <a16:creationId xmlns:a16="http://schemas.microsoft.com/office/drawing/2014/main" id="{04F53624-98DE-EA13-E0E3-18C35B2A056C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Google Shape;5203;p47">
                  <a:extLst>
                    <a:ext uri="{FF2B5EF4-FFF2-40B4-BE49-F238E27FC236}">
                      <a16:creationId xmlns:a16="http://schemas.microsoft.com/office/drawing/2014/main" id="{12E8E287-621A-DB4E-89B7-69D3E5C3276A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0" name="Google Shape;5204;p47">
                  <a:extLst>
                    <a:ext uri="{FF2B5EF4-FFF2-40B4-BE49-F238E27FC236}">
                      <a16:creationId xmlns:a16="http://schemas.microsoft.com/office/drawing/2014/main" id="{D6619695-9883-554A-90AC-173FCD721594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1" name="Google Shape;5205;p47">
                  <a:extLst>
                    <a:ext uri="{FF2B5EF4-FFF2-40B4-BE49-F238E27FC236}">
                      <a16:creationId xmlns:a16="http://schemas.microsoft.com/office/drawing/2014/main" id="{BF0F63DE-2D1F-49B7-3060-553C70CAACA6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2" name="Google Shape;5206;p47">
                  <a:extLst>
                    <a:ext uri="{FF2B5EF4-FFF2-40B4-BE49-F238E27FC236}">
                      <a16:creationId xmlns:a16="http://schemas.microsoft.com/office/drawing/2014/main" id="{668A1D28-CB3C-243D-C8C0-AB33325B3088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3" name="Google Shape;5207;p47">
                  <a:extLst>
                    <a:ext uri="{FF2B5EF4-FFF2-40B4-BE49-F238E27FC236}">
                      <a16:creationId xmlns:a16="http://schemas.microsoft.com/office/drawing/2014/main" id="{7ADC88B6-4DDE-1A95-5B5B-0BBE189B4A2A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4" name="Google Shape;5208;p47">
                  <a:extLst>
                    <a:ext uri="{FF2B5EF4-FFF2-40B4-BE49-F238E27FC236}">
                      <a16:creationId xmlns:a16="http://schemas.microsoft.com/office/drawing/2014/main" id="{55960C8D-F603-2997-1D7D-5D8B98E72AED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5" name="Google Shape;5209;p47">
                  <a:extLst>
                    <a:ext uri="{FF2B5EF4-FFF2-40B4-BE49-F238E27FC236}">
                      <a16:creationId xmlns:a16="http://schemas.microsoft.com/office/drawing/2014/main" id="{32E07F36-D10E-F75D-5F37-A167DBE74888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6" name="Google Shape;5210;p47">
                  <a:extLst>
                    <a:ext uri="{FF2B5EF4-FFF2-40B4-BE49-F238E27FC236}">
                      <a16:creationId xmlns:a16="http://schemas.microsoft.com/office/drawing/2014/main" id="{2438D04E-C4AD-F7FB-5667-DF550878982D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7" name="Google Shape;5211;p47">
                  <a:extLst>
                    <a:ext uri="{FF2B5EF4-FFF2-40B4-BE49-F238E27FC236}">
                      <a16:creationId xmlns:a16="http://schemas.microsoft.com/office/drawing/2014/main" id="{2A0C1965-51A4-C2A9-7E04-9AD1AF5F72D1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8" name="Google Shape;5212;p47">
                  <a:extLst>
                    <a:ext uri="{FF2B5EF4-FFF2-40B4-BE49-F238E27FC236}">
                      <a16:creationId xmlns:a16="http://schemas.microsoft.com/office/drawing/2014/main" id="{A40E1381-A333-FE96-6FEC-75A7ED9E63F2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9" name="Google Shape;5213;p47">
                  <a:extLst>
                    <a:ext uri="{FF2B5EF4-FFF2-40B4-BE49-F238E27FC236}">
                      <a16:creationId xmlns:a16="http://schemas.microsoft.com/office/drawing/2014/main" id="{E14970D0-D3F1-AF63-94AB-5ACE785984EF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0" name="Google Shape;5214;p47">
                  <a:extLst>
                    <a:ext uri="{FF2B5EF4-FFF2-40B4-BE49-F238E27FC236}">
                      <a16:creationId xmlns:a16="http://schemas.microsoft.com/office/drawing/2014/main" id="{74BEF8B4-B86E-7F7E-8811-F3AEE9253376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1" name="Google Shape;5215;p47">
                  <a:extLst>
                    <a:ext uri="{FF2B5EF4-FFF2-40B4-BE49-F238E27FC236}">
                      <a16:creationId xmlns:a16="http://schemas.microsoft.com/office/drawing/2014/main" id="{BF1CC9FF-6275-9F0F-6522-87016F76109B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2" name="Google Shape;5216;p47">
                  <a:extLst>
                    <a:ext uri="{FF2B5EF4-FFF2-40B4-BE49-F238E27FC236}">
                      <a16:creationId xmlns:a16="http://schemas.microsoft.com/office/drawing/2014/main" id="{38393874-1CE3-D96B-5858-82E3AD504729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3" name="Google Shape;5217;p47">
                  <a:extLst>
                    <a:ext uri="{FF2B5EF4-FFF2-40B4-BE49-F238E27FC236}">
                      <a16:creationId xmlns:a16="http://schemas.microsoft.com/office/drawing/2014/main" id="{3ACE9BBD-3B8C-F9A5-29D8-6DD87F216D89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4" name="Google Shape;5218;p47">
                  <a:extLst>
                    <a:ext uri="{FF2B5EF4-FFF2-40B4-BE49-F238E27FC236}">
                      <a16:creationId xmlns:a16="http://schemas.microsoft.com/office/drawing/2014/main" id="{A91E72FB-BD08-6259-27C7-9B77B976E54B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5" name="Google Shape;5219;p47">
                  <a:extLst>
                    <a:ext uri="{FF2B5EF4-FFF2-40B4-BE49-F238E27FC236}">
                      <a16:creationId xmlns:a16="http://schemas.microsoft.com/office/drawing/2014/main" id="{B3F588E7-74F7-4D7C-3CBA-5733E9BBA054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6" name="Google Shape;5220;p47">
                  <a:extLst>
                    <a:ext uri="{FF2B5EF4-FFF2-40B4-BE49-F238E27FC236}">
                      <a16:creationId xmlns:a16="http://schemas.microsoft.com/office/drawing/2014/main" id="{3A5B48EF-5D1C-079F-30A4-21E979EA8A5A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7" name="Google Shape;5221;p47">
                  <a:extLst>
                    <a:ext uri="{FF2B5EF4-FFF2-40B4-BE49-F238E27FC236}">
                      <a16:creationId xmlns:a16="http://schemas.microsoft.com/office/drawing/2014/main" id="{0E78F893-AD44-53A5-5656-D0F3D86CA2C3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8" name="Google Shape;5222;p47">
                  <a:extLst>
                    <a:ext uri="{FF2B5EF4-FFF2-40B4-BE49-F238E27FC236}">
                      <a16:creationId xmlns:a16="http://schemas.microsoft.com/office/drawing/2014/main" id="{BD59BE97-D9D2-A22B-8C11-DF6E9A177438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9" name="Google Shape;5223;p47">
                  <a:extLst>
                    <a:ext uri="{FF2B5EF4-FFF2-40B4-BE49-F238E27FC236}">
                      <a16:creationId xmlns:a16="http://schemas.microsoft.com/office/drawing/2014/main" id="{0E5C6745-3383-4C63-575B-0184A0FD9EE2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0" name="Google Shape;5224;p47">
                  <a:extLst>
                    <a:ext uri="{FF2B5EF4-FFF2-40B4-BE49-F238E27FC236}">
                      <a16:creationId xmlns:a16="http://schemas.microsoft.com/office/drawing/2014/main" id="{0A4C9917-FB3A-338D-111E-AA8D23974D63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1" name="Google Shape;5225;p47">
                  <a:extLst>
                    <a:ext uri="{FF2B5EF4-FFF2-40B4-BE49-F238E27FC236}">
                      <a16:creationId xmlns:a16="http://schemas.microsoft.com/office/drawing/2014/main" id="{05A5A676-27CB-9886-AB6B-EB4C176137A4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2" name="Google Shape;5226;p47">
                  <a:extLst>
                    <a:ext uri="{FF2B5EF4-FFF2-40B4-BE49-F238E27FC236}">
                      <a16:creationId xmlns:a16="http://schemas.microsoft.com/office/drawing/2014/main" id="{D54F8747-E3E7-75C6-E6D9-84CEEF8C4387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3" name="Google Shape;5227;p47">
                  <a:extLst>
                    <a:ext uri="{FF2B5EF4-FFF2-40B4-BE49-F238E27FC236}">
                      <a16:creationId xmlns:a16="http://schemas.microsoft.com/office/drawing/2014/main" id="{B11F4DA5-6F2F-A429-19F6-D8B67DE47E2C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4" name="Google Shape;5228;p47">
                  <a:extLst>
                    <a:ext uri="{FF2B5EF4-FFF2-40B4-BE49-F238E27FC236}">
                      <a16:creationId xmlns:a16="http://schemas.microsoft.com/office/drawing/2014/main" id="{89828EF5-4AA0-C81C-4593-7428E0BACF4F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5" name="Google Shape;5229;p47">
                  <a:extLst>
                    <a:ext uri="{FF2B5EF4-FFF2-40B4-BE49-F238E27FC236}">
                      <a16:creationId xmlns:a16="http://schemas.microsoft.com/office/drawing/2014/main" id="{F160A730-9627-1F4E-DC2A-DEF37071E2A0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6" name="Google Shape;5230;p47">
                  <a:extLst>
                    <a:ext uri="{FF2B5EF4-FFF2-40B4-BE49-F238E27FC236}">
                      <a16:creationId xmlns:a16="http://schemas.microsoft.com/office/drawing/2014/main" id="{068D7304-5375-821B-E854-BBB78AF045DC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7" name="Google Shape;5231;p47">
                  <a:extLst>
                    <a:ext uri="{FF2B5EF4-FFF2-40B4-BE49-F238E27FC236}">
                      <a16:creationId xmlns:a16="http://schemas.microsoft.com/office/drawing/2014/main" id="{6D23514A-9834-27D6-51EC-BE3B0F01D985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8" name="Google Shape;5232;p47">
                  <a:extLst>
                    <a:ext uri="{FF2B5EF4-FFF2-40B4-BE49-F238E27FC236}">
                      <a16:creationId xmlns:a16="http://schemas.microsoft.com/office/drawing/2014/main" id="{F80D023D-86DD-0865-A3D4-60F12227AD95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9" name="Google Shape;5233;p47">
                  <a:extLst>
                    <a:ext uri="{FF2B5EF4-FFF2-40B4-BE49-F238E27FC236}">
                      <a16:creationId xmlns:a16="http://schemas.microsoft.com/office/drawing/2014/main" id="{8FC69503-4F8A-045E-34E7-5411FA29B734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0" name="Google Shape;5234;p47">
                  <a:extLst>
                    <a:ext uri="{FF2B5EF4-FFF2-40B4-BE49-F238E27FC236}">
                      <a16:creationId xmlns:a16="http://schemas.microsoft.com/office/drawing/2014/main" id="{E473B83B-5678-D039-2D91-FFB5360BC256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1" name="Google Shape;5235;p47">
                  <a:extLst>
                    <a:ext uri="{FF2B5EF4-FFF2-40B4-BE49-F238E27FC236}">
                      <a16:creationId xmlns:a16="http://schemas.microsoft.com/office/drawing/2014/main" id="{5D69CB0E-3B5C-6F84-68C5-425B59B51AE0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2" name="Google Shape;5236;p47">
                  <a:extLst>
                    <a:ext uri="{FF2B5EF4-FFF2-40B4-BE49-F238E27FC236}">
                      <a16:creationId xmlns:a16="http://schemas.microsoft.com/office/drawing/2014/main" id="{F3D36795-035F-79FC-75AA-62F749DF88A4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3" name="Google Shape;5237;p47">
                  <a:extLst>
                    <a:ext uri="{FF2B5EF4-FFF2-40B4-BE49-F238E27FC236}">
                      <a16:creationId xmlns:a16="http://schemas.microsoft.com/office/drawing/2014/main" id="{3369EF87-B05B-EE31-C19C-F0A3756CC18A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4" name="Google Shape;5238;p47">
                  <a:extLst>
                    <a:ext uri="{FF2B5EF4-FFF2-40B4-BE49-F238E27FC236}">
                      <a16:creationId xmlns:a16="http://schemas.microsoft.com/office/drawing/2014/main" id="{556AD10A-3A62-9DF4-B656-3022F3DFD6E6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5" name="Google Shape;5239;p47">
                  <a:extLst>
                    <a:ext uri="{FF2B5EF4-FFF2-40B4-BE49-F238E27FC236}">
                      <a16:creationId xmlns:a16="http://schemas.microsoft.com/office/drawing/2014/main" id="{6F51F7A4-C852-4111-B8BB-90C2CFD6E91D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6" name="Google Shape;5240;p47">
                  <a:extLst>
                    <a:ext uri="{FF2B5EF4-FFF2-40B4-BE49-F238E27FC236}">
                      <a16:creationId xmlns:a16="http://schemas.microsoft.com/office/drawing/2014/main" id="{BB926417-A1B9-31BC-FEDE-D9E263F8334A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7" name="Google Shape;5241;p47">
                  <a:extLst>
                    <a:ext uri="{FF2B5EF4-FFF2-40B4-BE49-F238E27FC236}">
                      <a16:creationId xmlns:a16="http://schemas.microsoft.com/office/drawing/2014/main" id="{D3C6D0C4-04FC-0929-F174-412FE0BFF812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8" name="Google Shape;5242;p47">
                  <a:extLst>
                    <a:ext uri="{FF2B5EF4-FFF2-40B4-BE49-F238E27FC236}">
                      <a16:creationId xmlns:a16="http://schemas.microsoft.com/office/drawing/2014/main" id="{CFAB1949-2A8D-8194-B6CD-8967D1E0E0D7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9" name="Google Shape;5243;p47">
                  <a:extLst>
                    <a:ext uri="{FF2B5EF4-FFF2-40B4-BE49-F238E27FC236}">
                      <a16:creationId xmlns:a16="http://schemas.microsoft.com/office/drawing/2014/main" id="{DBCF8B76-8756-7BEE-3094-262BE28B8268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0" name="Google Shape;5244;p47">
                  <a:extLst>
                    <a:ext uri="{FF2B5EF4-FFF2-40B4-BE49-F238E27FC236}">
                      <a16:creationId xmlns:a16="http://schemas.microsoft.com/office/drawing/2014/main" id="{CB51F99D-716F-BCBA-BDAC-7B5423D31F98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1" name="Google Shape;5245;p47">
                  <a:extLst>
                    <a:ext uri="{FF2B5EF4-FFF2-40B4-BE49-F238E27FC236}">
                      <a16:creationId xmlns:a16="http://schemas.microsoft.com/office/drawing/2014/main" id="{08D8DEAC-2783-A89B-F3E6-E126A09F6208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2" name="Google Shape;5246;p47">
                  <a:extLst>
                    <a:ext uri="{FF2B5EF4-FFF2-40B4-BE49-F238E27FC236}">
                      <a16:creationId xmlns:a16="http://schemas.microsoft.com/office/drawing/2014/main" id="{5324FCC2-1772-6614-2EF9-5AA8EF2D562C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3" name="Google Shape;5247;p47">
                  <a:extLst>
                    <a:ext uri="{FF2B5EF4-FFF2-40B4-BE49-F238E27FC236}">
                      <a16:creationId xmlns:a16="http://schemas.microsoft.com/office/drawing/2014/main" id="{7E44B1A8-7AF7-831C-4260-97AF71ACAF07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4" name="Google Shape;5248;p47">
                  <a:extLst>
                    <a:ext uri="{FF2B5EF4-FFF2-40B4-BE49-F238E27FC236}">
                      <a16:creationId xmlns:a16="http://schemas.microsoft.com/office/drawing/2014/main" id="{4DC2E4CA-2ED4-1B9E-00DE-C46CD5FE691C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5" name="Google Shape;5249;p47">
                  <a:extLst>
                    <a:ext uri="{FF2B5EF4-FFF2-40B4-BE49-F238E27FC236}">
                      <a16:creationId xmlns:a16="http://schemas.microsoft.com/office/drawing/2014/main" id="{73A1CE07-11CA-5B0C-BE33-86DD8D2E4915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6" name="Google Shape;5250;p47">
                  <a:extLst>
                    <a:ext uri="{FF2B5EF4-FFF2-40B4-BE49-F238E27FC236}">
                      <a16:creationId xmlns:a16="http://schemas.microsoft.com/office/drawing/2014/main" id="{A8095B4B-BC6B-B0CC-0B92-221905543242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7" name="Google Shape;5251;p47">
                  <a:extLst>
                    <a:ext uri="{FF2B5EF4-FFF2-40B4-BE49-F238E27FC236}">
                      <a16:creationId xmlns:a16="http://schemas.microsoft.com/office/drawing/2014/main" id="{09F3C2FE-9CC8-700B-7E2D-1EB043634774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8" name="Google Shape;5252;p47">
                  <a:extLst>
                    <a:ext uri="{FF2B5EF4-FFF2-40B4-BE49-F238E27FC236}">
                      <a16:creationId xmlns:a16="http://schemas.microsoft.com/office/drawing/2014/main" id="{85D9210A-58FA-2577-ED84-3A7AC3C8612E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9" name="Google Shape;5253;p47">
                  <a:extLst>
                    <a:ext uri="{FF2B5EF4-FFF2-40B4-BE49-F238E27FC236}">
                      <a16:creationId xmlns:a16="http://schemas.microsoft.com/office/drawing/2014/main" id="{1BC51E82-0343-CA91-25EA-1A3518E83CD3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0" name="Google Shape;5254;p47">
                  <a:extLst>
                    <a:ext uri="{FF2B5EF4-FFF2-40B4-BE49-F238E27FC236}">
                      <a16:creationId xmlns:a16="http://schemas.microsoft.com/office/drawing/2014/main" id="{2844B969-FF7E-86F1-0C7B-EB70C714D82F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1" name="Google Shape;5255;p47">
                  <a:extLst>
                    <a:ext uri="{FF2B5EF4-FFF2-40B4-BE49-F238E27FC236}">
                      <a16:creationId xmlns:a16="http://schemas.microsoft.com/office/drawing/2014/main" id="{4B4870E7-AADD-99ED-8525-BDEAFE8574E3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2" name="Google Shape;5256;p47">
                  <a:extLst>
                    <a:ext uri="{FF2B5EF4-FFF2-40B4-BE49-F238E27FC236}">
                      <a16:creationId xmlns:a16="http://schemas.microsoft.com/office/drawing/2014/main" id="{4CADC430-E929-ED3E-8963-124094428914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3" name="Google Shape;5257;p47">
                  <a:extLst>
                    <a:ext uri="{FF2B5EF4-FFF2-40B4-BE49-F238E27FC236}">
                      <a16:creationId xmlns:a16="http://schemas.microsoft.com/office/drawing/2014/main" id="{8EEB5CD8-BD58-F3D7-BF1B-E7600249466D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4" name="Google Shape;5258;p47">
                  <a:extLst>
                    <a:ext uri="{FF2B5EF4-FFF2-40B4-BE49-F238E27FC236}">
                      <a16:creationId xmlns:a16="http://schemas.microsoft.com/office/drawing/2014/main" id="{1EA715AB-343F-3135-9935-0867112EDD37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5" name="Google Shape;5259;p47">
                  <a:extLst>
                    <a:ext uri="{FF2B5EF4-FFF2-40B4-BE49-F238E27FC236}">
                      <a16:creationId xmlns:a16="http://schemas.microsoft.com/office/drawing/2014/main" id="{6CA64D21-B708-D91C-9CF6-AF96AE1E5E3D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6" name="Google Shape;5260;p47">
                  <a:extLst>
                    <a:ext uri="{FF2B5EF4-FFF2-40B4-BE49-F238E27FC236}">
                      <a16:creationId xmlns:a16="http://schemas.microsoft.com/office/drawing/2014/main" id="{94E51DFF-018A-6F1C-C6D3-A4557DD73A7C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7" name="Google Shape;5261;p47">
                  <a:extLst>
                    <a:ext uri="{FF2B5EF4-FFF2-40B4-BE49-F238E27FC236}">
                      <a16:creationId xmlns:a16="http://schemas.microsoft.com/office/drawing/2014/main" id="{FC33BF30-7DE6-6C84-717C-758C8867EA44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8" name="Google Shape;5262;p47">
                  <a:extLst>
                    <a:ext uri="{FF2B5EF4-FFF2-40B4-BE49-F238E27FC236}">
                      <a16:creationId xmlns:a16="http://schemas.microsoft.com/office/drawing/2014/main" id="{8C27A1F5-E21A-3E4D-DD3B-D0131CF6A07B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9" name="Google Shape;5263;p47">
                  <a:extLst>
                    <a:ext uri="{FF2B5EF4-FFF2-40B4-BE49-F238E27FC236}">
                      <a16:creationId xmlns:a16="http://schemas.microsoft.com/office/drawing/2014/main" id="{2FDB4A8D-07DF-40FF-3823-4A639A4A50D5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0" name="Google Shape;5264;p47">
                  <a:extLst>
                    <a:ext uri="{FF2B5EF4-FFF2-40B4-BE49-F238E27FC236}">
                      <a16:creationId xmlns:a16="http://schemas.microsoft.com/office/drawing/2014/main" id="{5395B157-C10F-2121-C4EB-15AEAA69AB00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1" name="Google Shape;5265;p47">
                  <a:extLst>
                    <a:ext uri="{FF2B5EF4-FFF2-40B4-BE49-F238E27FC236}">
                      <a16:creationId xmlns:a16="http://schemas.microsoft.com/office/drawing/2014/main" id="{053F880A-F529-2FFB-8D9B-B7BB6DE6CB30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2" name="Google Shape;5266;p47">
                  <a:extLst>
                    <a:ext uri="{FF2B5EF4-FFF2-40B4-BE49-F238E27FC236}">
                      <a16:creationId xmlns:a16="http://schemas.microsoft.com/office/drawing/2014/main" id="{466B9476-E44D-A691-B3C5-BAC982B5860D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3" name="Google Shape;5267;p47">
                  <a:extLst>
                    <a:ext uri="{FF2B5EF4-FFF2-40B4-BE49-F238E27FC236}">
                      <a16:creationId xmlns:a16="http://schemas.microsoft.com/office/drawing/2014/main" id="{B96F4D93-7B29-7B7D-EBC7-39D6D23333DD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4" name="Google Shape;5268;p47">
                  <a:extLst>
                    <a:ext uri="{FF2B5EF4-FFF2-40B4-BE49-F238E27FC236}">
                      <a16:creationId xmlns:a16="http://schemas.microsoft.com/office/drawing/2014/main" id="{DEC18618-BBB6-883E-7490-5B409B129A5B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5" name="Google Shape;5269;p47">
                  <a:extLst>
                    <a:ext uri="{FF2B5EF4-FFF2-40B4-BE49-F238E27FC236}">
                      <a16:creationId xmlns:a16="http://schemas.microsoft.com/office/drawing/2014/main" id="{2507763B-0768-EAD2-93B5-0AEEF569FEC0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6" name="Google Shape;5270;p47">
                  <a:extLst>
                    <a:ext uri="{FF2B5EF4-FFF2-40B4-BE49-F238E27FC236}">
                      <a16:creationId xmlns:a16="http://schemas.microsoft.com/office/drawing/2014/main" id="{71F216B0-A1C7-A04D-84C4-926FE24B7398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7" name="Google Shape;5271;p47">
                  <a:extLst>
                    <a:ext uri="{FF2B5EF4-FFF2-40B4-BE49-F238E27FC236}">
                      <a16:creationId xmlns:a16="http://schemas.microsoft.com/office/drawing/2014/main" id="{91427C44-6ABB-BA84-7ADA-BB00C4B39097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8" name="Google Shape;5272;p47">
                  <a:extLst>
                    <a:ext uri="{FF2B5EF4-FFF2-40B4-BE49-F238E27FC236}">
                      <a16:creationId xmlns:a16="http://schemas.microsoft.com/office/drawing/2014/main" id="{35B236F8-1A72-41B0-65B1-BBBBDC3107A9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9" name="Google Shape;5273;p47">
                  <a:extLst>
                    <a:ext uri="{FF2B5EF4-FFF2-40B4-BE49-F238E27FC236}">
                      <a16:creationId xmlns:a16="http://schemas.microsoft.com/office/drawing/2014/main" id="{AB669C0D-7325-FF16-90A1-4FAC4750D6BB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0" name="Google Shape;5274;p47">
                  <a:extLst>
                    <a:ext uri="{FF2B5EF4-FFF2-40B4-BE49-F238E27FC236}">
                      <a16:creationId xmlns:a16="http://schemas.microsoft.com/office/drawing/2014/main" id="{B6EB1C6A-A383-3D1D-3E31-94FFF60205AC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1" name="Google Shape;5275;p47">
                  <a:extLst>
                    <a:ext uri="{FF2B5EF4-FFF2-40B4-BE49-F238E27FC236}">
                      <a16:creationId xmlns:a16="http://schemas.microsoft.com/office/drawing/2014/main" id="{533C78A7-CC04-A863-6109-93039BD7D125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2" name="Google Shape;5276;p47">
                  <a:extLst>
                    <a:ext uri="{FF2B5EF4-FFF2-40B4-BE49-F238E27FC236}">
                      <a16:creationId xmlns:a16="http://schemas.microsoft.com/office/drawing/2014/main" id="{ADEF76FC-C738-F272-21B4-039C8D2D2595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3" name="Google Shape;5277;p47">
                  <a:extLst>
                    <a:ext uri="{FF2B5EF4-FFF2-40B4-BE49-F238E27FC236}">
                      <a16:creationId xmlns:a16="http://schemas.microsoft.com/office/drawing/2014/main" id="{4915D0F2-7786-D3DB-6A3F-4EB29FD0567E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4" name="Google Shape;5278;p47">
                  <a:extLst>
                    <a:ext uri="{FF2B5EF4-FFF2-40B4-BE49-F238E27FC236}">
                      <a16:creationId xmlns:a16="http://schemas.microsoft.com/office/drawing/2014/main" id="{5EEA664A-BE60-680A-FFC3-4F53969E39DB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5" name="Google Shape;5279;p47">
                  <a:extLst>
                    <a:ext uri="{FF2B5EF4-FFF2-40B4-BE49-F238E27FC236}">
                      <a16:creationId xmlns:a16="http://schemas.microsoft.com/office/drawing/2014/main" id="{4E22F564-B5D6-2F2D-67DA-93979C6180B6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6" name="Google Shape;5280;p47">
                  <a:extLst>
                    <a:ext uri="{FF2B5EF4-FFF2-40B4-BE49-F238E27FC236}">
                      <a16:creationId xmlns:a16="http://schemas.microsoft.com/office/drawing/2014/main" id="{107AAAB4-5040-FA6D-9A47-7277C7297E48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7" name="Google Shape;5281;p47">
                  <a:extLst>
                    <a:ext uri="{FF2B5EF4-FFF2-40B4-BE49-F238E27FC236}">
                      <a16:creationId xmlns:a16="http://schemas.microsoft.com/office/drawing/2014/main" id="{2CB12EFD-2FC9-0BB6-AB71-67CBBDC893EE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8" name="Google Shape;5282;p47">
                  <a:extLst>
                    <a:ext uri="{FF2B5EF4-FFF2-40B4-BE49-F238E27FC236}">
                      <a16:creationId xmlns:a16="http://schemas.microsoft.com/office/drawing/2014/main" id="{2134F20A-1291-465D-C1CA-23B08F5F3102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9" name="Google Shape;5283;p47">
                  <a:extLst>
                    <a:ext uri="{FF2B5EF4-FFF2-40B4-BE49-F238E27FC236}">
                      <a16:creationId xmlns:a16="http://schemas.microsoft.com/office/drawing/2014/main" id="{B867BA4E-B23A-534D-F3FB-F3E45EFF28C8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0" name="Google Shape;5284;p47">
                  <a:extLst>
                    <a:ext uri="{FF2B5EF4-FFF2-40B4-BE49-F238E27FC236}">
                      <a16:creationId xmlns:a16="http://schemas.microsoft.com/office/drawing/2014/main" id="{725A310E-3AFD-1D32-894B-E1B5ED6A01DE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1" name="Google Shape;5285;p47">
                  <a:extLst>
                    <a:ext uri="{FF2B5EF4-FFF2-40B4-BE49-F238E27FC236}">
                      <a16:creationId xmlns:a16="http://schemas.microsoft.com/office/drawing/2014/main" id="{551A5713-755F-579A-498C-B5CE578BE473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2" name="Google Shape;5286;p47">
                  <a:extLst>
                    <a:ext uri="{FF2B5EF4-FFF2-40B4-BE49-F238E27FC236}">
                      <a16:creationId xmlns:a16="http://schemas.microsoft.com/office/drawing/2014/main" id="{22B028A2-9061-88BE-1E3D-79846A14C798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3" name="Google Shape;5287;p47">
                  <a:extLst>
                    <a:ext uri="{FF2B5EF4-FFF2-40B4-BE49-F238E27FC236}">
                      <a16:creationId xmlns:a16="http://schemas.microsoft.com/office/drawing/2014/main" id="{2A34AEA2-6722-1B98-880C-BB29B18A918B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4" name="Google Shape;5288;p47">
                  <a:extLst>
                    <a:ext uri="{FF2B5EF4-FFF2-40B4-BE49-F238E27FC236}">
                      <a16:creationId xmlns:a16="http://schemas.microsoft.com/office/drawing/2014/main" id="{5EED71E5-4246-77CE-4FAB-77A234DED15E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5" name="Google Shape;5289;p47">
                  <a:extLst>
                    <a:ext uri="{FF2B5EF4-FFF2-40B4-BE49-F238E27FC236}">
                      <a16:creationId xmlns:a16="http://schemas.microsoft.com/office/drawing/2014/main" id="{FBEAA167-C4F4-7ECF-A42A-D9D5EBD3C271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6" name="Google Shape;5290;p47">
                  <a:extLst>
                    <a:ext uri="{FF2B5EF4-FFF2-40B4-BE49-F238E27FC236}">
                      <a16:creationId xmlns:a16="http://schemas.microsoft.com/office/drawing/2014/main" id="{6A01C306-E3B4-7086-4A89-85997C82B099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7" name="Google Shape;5291;p47">
                  <a:extLst>
                    <a:ext uri="{FF2B5EF4-FFF2-40B4-BE49-F238E27FC236}">
                      <a16:creationId xmlns:a16="http://schemas.microsoft.com/office/drawing/2014/main" id="{C92CCF1E-845E-0D14-9A80-2BDBF89EB11D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8" name="Google Shape;5292;p47">
                  <a:extLst>
                    <a:ext uri="{FF2B5EF4-FFF2-40B4-BE49-F238E27FC236}">
                      <a16:creationId xmlns:a16="http://schemas.microsoft.com/office/drawing/2014/main" id="{9348064E-8CE8-4E13-8BCC-CBC8E759F9C9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9" name="Google Shape;5293;p47">
                  <a:extLst>
                    <a:ext uri="{FF2B5EF4-FFF2-40B4-BE49-F238E27FC236}">
                      <a16:creationId xmlns:a16="http://schemas.microsoft.com/office/drawing/2014/main" id="{C8C29EA2-7447-17CB-6664-AC9FDB95F519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0" name="Google Shape;5294;p47">
                  <a:extLst>
                    <a:ext uri="{FF2B5EF4-FFF2-40B4-BE49-F238E27FC236}">
                      <a16:creationId xmlns:a16="http://schemas.microsoft.com/office/drawing/2014/main" id="{1931E8C9-1E0E-834B-EEE6-F14CBE3923E1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1" name="Google Shape;5295;p47">
                  <a:extLst>
                    <a:ext uri="{FF2B5EF4-FFF2-40B4-BE49-F238E27FC236}">
                      <a16:creationId xmlns:a16="http://schemas.microsoft.com/office/drawing/2014/main" id="{A4EECAB3-A1B7-62AC-1D19-E798A7AFE235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2" name="Google Shape;5296;p47">
                  <a:extLst>
                    <a:ext uri="{FF2B5EF4-FFF2-40B4-BE49-F238E27FC236}">
                      <a16:creationId xmlns:a16="http://schemas.microsoft.com/office/drawing/2014/main" id="{CBCA5260-7A39-62B8-D538-46AD79A57577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3" name="Google Shape;5297;p47">
                  <a:extLst>
                    <a:ext uri="{FF2B5EF4-FFF2-40B4-BE49-F238E27FC236}">
                      <a16:creationId xmlns:a16="http://schemas.microsoft.com/office/drawing/2014/main" id="{ABCB9745-A942-3B40-1746-5C7E2D46B64F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4" name="Google Shape;5298;p47">
                  <a:extLst>
                    <a:ext uri="{FF2B5EF4-FFF2-40B4-BE49-F238E27FC236}">
                      <a16:creationId xmlns:a16="http://schemas.microsoft.com/office/drawing/2014/main" id="{1AFD8A5A-1674-8453-38FD-67DFC0D33946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5" name="Google Shape;5299;p47">
                  <a:extLst>
                    <a:ext uri="{FF2B5EF4-FFF2-40B4-BE49-F238E27FC236}">
                      <a16:creationId xmlns:a16="http://schemas.microsoft.com/office/drawing/2014/main" id="{0B97A0E4-7565-2961-094E-B84435258EEF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6" name="Google Shape;5300;p47">
                  <a:extLst>
                    <a:ext uri="{FF2B5EF4-FFF2-40B4-BE49-F238E27FC236}">
                      <a16:creationId xmlns:a16="http://schemas.microsoft.com/office/drawing/2014/main" id="{FF73C5D6-3CB0-087F-54B0-59241818523C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7" name="Google Shape;5301;p47">
                  <a:extLst>
                    <a:ext uri="{FF2B5EF4-FFF2-40B4-BE49-F238E27FC236}">
                      <a16:creationId xmlns:a16="http://schemas.microsoft.com/office/drawing/2014/main" id="{AC524832-89C7-CF95-AC12-78B833A59643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8" name="Google Shape;5302;p47">
                  <a:extLst>
                    <a:ext uri="{FF2B5EF4-FFF2-40B4-BE49-F238E27FC236}">
                      <a16:creationId xmlns:a16="http://schemas.microsoft.com/office/drawing/2014/main" id="{764F8D30-BCFB-DFBB-B8AF-2EDFA086229D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9" name="Google Shape;5303;p47">
                  <a:extLst>
                    <a:ext uri="{FF2B5EF4-FFF2-40B4-BE49-F238E27FC236}">
                      <a16:creationId xmlns:a16="http://schemas.microsoft.com/office/drawing/2014/main" id="{FDCB9867-009A-0505-3A61-E26502C16256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0" name="Google Shape;5304;p47">
                  <a:extLst>
                    <a:ext uri="{FF2B5EF4-FFF2-40B4-BE49-F238E27FC236}">
                      <a16:creationId xmlns:a16="http://schemas.microsoft.com/office/drawing/2014/main" id="{A859F8DB-5D6C-0B5F-C3C8-8CC8BAD9D9F6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1" name="Google Shape;5305;p47">
                  <a:extLst>
                    <a:ext uri="{FF2B5EF4-FFF2-40B4-BE49-F238E27FC236}">
                      <a16:creationId xmlns:a16="http://schemas.microsoft.com/office/drawing/2014/main" id="{4E35CBF3-889A-E3A7-452F-3A4F5B721FAE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2" name="Google Shape;5306;p47">
                  <a:extLst>
                    <a:ext uri="{FF2B5EF4-FFF2-40B4-BE49-F238E27FC236}">
                      <a16:creationId xmlns:a16="http://schemas.microsoft.com/office/drawing/2014/main" id="{E6CC7149-193F-4740-B81E-609FE52C942F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3" name="Google Shape;5307;p47">
                  <a:extLst>
                    <a:ext uri="{FF2B5EF4-FFF2-40B4-BE49-F238E27FC236}">
                      <a16:creationId xmlns:a16="http://schemas.microsoft.com/office/drawing/2014/main" id="{1DBA7D1C-FF87-805C-87EF-2CF62014394E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4" name="Google Shape;5308;p47">
                  <a:extLst>
                    <a:ext uri="{FF2B5EF4-FFF2-40B4-BE49-F238E27FC236}">
                      <a16:creationId xmlns:a16="http://schemas.microsoft.com/office/drawing/2014/main" id="{2C800CDC-9450-2133-629A-AB0B7897F00E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5" name="Google Shape;5309;p47">
                  <a:extLst>
                    <a:ext uri="{FF2B5EF4-FFF2-40B4-BE49-F238E27FC236}">
                      <a16:creationId xmlns:a16="http://schemas.microsoft.com/office/drawing/2014/main" id="{810F5172-739A-FDD4-48C5-A5A3EE25F4E7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6" name="Google Shape;5310;p47">
                  <a:extLst>
                    <a:ext uri="{FF2B5EF4-FFF2-40B4-BE49-F238E27FC236}">
                      <a16:creationId xmlns:a16="http://schemas.microsoft.com/office/drawing/2014/main" id="{F152E99A-AA12-2AF8-35CB-C635A13E2043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7" name="Google Shape;5311;p47">
                  <a:extLst>
                    <a:ext uri="{FF2B5EF4-FFF2-40B4-BE49-F238E27FC236}">
                      <a16:creationId xmlns:a16="http://schemas.microsoft.com/office/drawing/2014/main" id="{87DAF090-54EF-AD45-B411-86C845E5750E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8" name="Google Shape;5312;p47">
                  <a:extLst>
                    <a:ext uri="{FF2B5EF4-FFF2-40B4-BE49-F238E27FC236}">
                      <a16:creationId xmlns:a16="http://schemas.microsoft.com/office/drawing/2014/main" id="{7831F2F2-664C-C5B8-1FE0-527D27E32661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9" name="Google Shape;5313;p47">
                  <a:extLst>
                    <a:ext uri="{FF2B5EF4-FFF2-40B4-BE49-F238E27FC236}">
                      <a16:creationId xmlns:a16="http://schemas.microsoft.com/office/drawing/2014/main" id="{A20BCFC6-9AD4-520A-89F6-4C70AADEC7C0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0" name="Google Shape;5314;p47">
                  <a:extLst>
                    <a:ext uri="{FF2B5EF4-FFF2-40B4-BE49-F238E27FC236}">
                      <a16:creationId xmlns:a16="http://schemas.microsoft.com/office/drawing/2014/main" id="{20BE5317-972E-B333-8AB5-AD7934BDEB62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1" name="Google Shape;5315;p47">
                  <a:extLst>
                    <a:ext uri="{FF2B5EF4-FFF2-40B4-BE49-F238E27FC236}">
                      <a16:creationId xmlns:a16="http://schemas.microsoft.com/office/drawing/2014/main" id="{35053B5A-A82A-EB98-4E8D-1E662538AB47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2" name="Google Shape;5316;p47">
                  <a:extLst>
                    <a:ext uri="{FF2B5EF4-FFF2-40B4-BE49-F238E27FC236}">
                      <a16:creationId xmlns:a16="http://schemas.microsoft.com/office/drawing/2014/main" id="{32135716-4D65-9E58-63F7-EF722B592862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3" name="Google Shape;5317;p47">
                  <a:extLst>
                    <a:ext uri="{FF2B5EF4-FFF2-40B4-BE49-F238E27FC236}">
                      <a16:creationId xmlns:a16="http://schemas.microsoft.com/office/drawing/2014/main" id="{8F8AEE2E-EBA9-43F1-9FF6-000EF4BAECC5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4" name="Google Shape;5318;p47">
                  <a:extLst>
                    <a:ext uri="{FF2B5EF4-FFF2-40B4-BE49-F238E27FC236}">
                      <a16:creationId xmlns:a16="http://schemas.microsoft.com/office/drawing/2014/main" id="{AC55F8C6-CA88-D126-23AE-91F6CDB51FA8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5" name="Google Shape;5319;p47">
                  <a:extLst>
                    <a:ext uri="{FF2B5EF4-FFF2-40B4-BE49-F238E27FC236}">
                      <a16:creationId xmlns:a16="http://schemas.microsoft.com/office/drawing/2014/main" id="{96E2EF3E-6DC9-B382-0B61-5EFC0286E416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6" name="Google Shape;5320;p47">
                  <a:extLst>
                    <a:ext uri="{FF2B5EF4-FFF2-40B4-BE49-F238E27FC236}">
                      <a16:creationId xmlns:a16="http://schemas.microsoft.com/office/drawing/2014/main" id="{B33FE22C-4FAE-A8F1-611F-B038B0D1E8F0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7" name="Google Shape;5321;p47">
                  <a:extLst>
                    <a:ext uri="{FF2B5EF4-FFF2-40B4-BE49-F238E27FC236}">
                      <a16:creationId xmlns:a16="http://schemas.microsoft.com/office/drawing/2014/main" id="{C6A8AEE0-2BEF-D9D4-ACDB-C644983994AE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8" name="Google Shape;5322;p47">
                  <a:extLst>
                    <a:ext uri="{FF2B5EF4-FFF2-40B4-BE49-F238E27FC236}">
                      <a16:creationId xmlns:a16="http://schemas.microsoft.com/office/drawing/2014/main" id="{A8295AA8-3AAD-A4FD-29AB-5DF86CE4CE03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9" name="Google Shape;5323;p47">
                  <a:extLst>
                    <a:ext uri="{FF2B5EF4-FFF2-40B4-BE49-F238E27FC236}">
                      <a16:creationId xmlns:a16="http://schemas.microsoft.com/office/drawing/2014/main" id="{5A23C774-92E3-3AA7-0CC2-8C6BC40349CE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0" name="Google Shape;5324;p47">
                  <a:extLst>
                    <a:ext uri="{FF2B5EF4-FFF2-40B4-BE49-F238E27FC236}">
                      <a16:creationId xmlns:a16="http://schemas.microsoft.com/office/drawing/2014/main" id="{043DBB81-CAA9-A31B-2316-3FB47CBE7CE7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1" name="Google Shape;5325;p47">
                  <a:extLst>
                    <a:ext uri="{FF2B5EF4-FFF2-40B4-BE49-F238E27FC236}">
                      <a16:creationId xmlns:a16="http://schemas.microsoft.com/office/drawing/2014/main" id="{03601B04-B138-C6D7-EF81-6E821C0C4F81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2" name="Google Shape;5326;p47">
                  <a:extLst>
                    <a:ext uri="{FF2B5EF4-FFF2-40B4-BE49-F238E27FC236}">
                      <a16:creationId xmlns:a16="http://schemas.microsoft.com/office/drawing/2014/main" id="{A74FA737-358E-0620-90A5-39F0BEADCA76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3" name="Google Shape;5327;p47">
                  <a:extLst>
                    <a:ext uri="{FF2B5EF4-FFF2-40B4-BE49-F238E27FC236}">
                      <a16:creationId xmlns:a16="http://schemas.microsoft.com/office/drawing/2014/main" id="{F3899B29-5FBA-B239-106C-0E80AD6F1AAB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4" name="Google Shape;5328;p47">
                  <a:extLst>
                    <a:ext uri="{FF2B5EF4-FFF2-40B4-BE49-F238E27FC236}">
                      <a16:creationId xmlns:a16="http://schemas.microsoft.com/office/drawing/2014/main" id="{74379FB1-63F1-25A0-FF25-276EF5E6E72B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5" name="Google Shape;5329;p47">
                  <a:extLst>
                    <a:ext uri="{FF2B5EF4-FFF2-40B4-BE49-F238E27FC236}">
                      <a16:creationId xmlns:a16="http://schemas.microsoft.com/office/drawing/2014/main" id="{8399C3B4-1F6E-973E-26F1-6B49BA152409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6" name="Google Shape;5330;p47">
                  <a:extLst>
                    <a:ext uri="{FF2B5EF4-FFF2-40B4-BE49-F238E27FC236}">
                      <a16:creationId xmlns:a16="http://schemas.microsoft.com/office/drawing/2014/main" id="{55B67442-E3C2-E173-E1C4-4EA989CC434E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7" name="Google Shape;5331;p47">
                  <a:extLst>
                    <a:ext uri="{FF2B5EF4-FFF2-40B4-BE49-F238E27FC236}">
                      <a16:creationId xmlns:a16="http://schemas.microsoft.com/office/drawing/2014/main" id="{CDFDF550-AA55-5B9D-5EC2-122A1EDB7668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8" name="Google Shape;5332;p47">
                  <a:extLst>
                    <a:ext uri="{FF2B5EF4-FFF2-40B4-BE49-F238E27FC236}">
                      <a16:creationId xmlns:a16="http://schemas.microsoft.com/office/drawing/2014/main" id="{D17D8912-FEDB-F210-0ECB-F0B1CE258647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9" name="Google Shape;5333;p47">
                  <a:extLst>
                    <a:ext uri="{FF2B5EF4-FFF2-40B4-BE49-F238E27FC236}">
                      <a16:creationId xmlns:a16="http://schemas.microsoft.com/office/drawing/2014/main" id="{3987F845-577B-9549-57DC-66F4A969BE8D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0" name="Google Shape;5334;p47">
                  <a:extLst>
                    <a:ext uri="{FF2B5EF4-FFF2-40B4-BE49-F238E27FC236}">
                      <a16:creationId xmlns:a16="http://schemas.microsoft.com/office/drawing/2014/main" id="{2EDBE4F2-D638-4D0D-8701-BB2589372A45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1" name="Google Shape;5335;p47">
                  <a:extLst>
                    <a:ext uri="{FF2B5EF4-FFF2-40B4-BE49-F238E27FC236}">
                      <a16:creationId xmlns:a16="http://schemas.microsoft.com/office/drawing/2014/main" id="{E5B07EB9-A4B3-9A17-1CD7-6349B0685165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2" name="Google Shape;5336;p47">
                  <a:extLst>
                    <a:ext uri="{FF2B5EF4-FFF2-40B4-BE49-F238E27FC236}">
                      <a16:creationId xmlns:a16="http://schemas.microsoft.com/office/drawing/2014/main" id="{7EAEF3C5-E3C8-41C8-471C-FE5B3E409426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3" name="Google Shape;5337;p47">
                  <a:extLst>
                    <a:ext uri="{FF2B5EF4-FFF2-40B4-BE49-F238E27FC236}">
                      <a16:creationId xmlns:a16="http://schemas.microsoft.com/office/drawing/2014/main" id="{AB876F28-8AA0-D31B-7592-6EC880942ECE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4" name="Google Shape;5338;p47">
                  <a:extLst>
                    <a:ext uri="{FF2B5EF4-FFF2-40B4-BE49-F238E27FC236}">
                      <a16:creationId xmlns:a16="http://schemas.microsoft.com/office/drawing/2014/main" id="{8A72F504-1121-715E-9270-75215B7D87BD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5" name="Google Shape;5339;p47">
                  <a:extLst>
                    <a:ext uri="{FF2B5EF4-FFF2-40B4-BE49-F238E27FC236}">
                      <a16:creationId xmlns:a16="http://schemas.microsoft.com/office/drawing/2014/main" id="{C6EB33F6-A839-50E8-48CA-DC680768E847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6" name="Google Shape;5340;p47">
                  <a:extLst>
                    <a:ext uri="{FF2B5EF4-FFF2-40B4-BE49-F238E27FC236}">
                      <a16:creationId xmlns:a16="http://schemas.microsoft.com/office/drawing/2014/main" id="{5BD35646-F266-7B71-A6FC-E8116F1042A4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7" name="Google Shape;5341;p47">
                  <a:extLst>
                    <a:ext uri="{FF2B5EF4-FFF2-40B4-BE49-F238E27FC236}">
                      <a16:creationId xmlns:a16="http://schemas.microsoft.com/office/drawing/2014/main" id="{129CD18A-21D1-61A7-066B-95EA9CE7C41F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8" name="Google Shape;5342;p47">
                  <a:extLst>
                    <a:ext uri="{FF2B5EF4-FFF2-40B4-BE49-F238E27FC236}">
                      <a16:creationId xmlns:a16="http://schemas.microsoft.com/office/drawing/2014/main" id="{1A92B454-4C64-AF03-3495-AAB237592A59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9" name="Google Shape;5343;p47">
                  <a:extLst>
                    <a:ext uri="{FF2B5EF4-FFF2-40B4-BE49-F238E27FC236}">
                      <a16:creationId xmlns:a16="http://schemas.microsoft.com/office/drawing/2014/main" id="{AF63EF59-4E79-95EC-A985-B21522E1F78E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0" name="Google Shape;5344;p47">
                  <a:extLst>
                    <a:ext uri="{FF2B5EF4-FFF2-40B4-BE49-F238E27FC236}">
                      <a16:creationId xmlns:a16="http://schemas.microsoft.com/office/drawing/2014/main" id="{7F6BBE6D-A687-DFAF-2EE3-33CA9FA7FBBC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1" name="Google Shape;5345;p47">
                  <a:extLst>
                    <a:ext uri="{FF2B5EF4-FFF2-40B4-BE49-F238E27FC236}">
                      <a16:creationId xmlns:a16="http://schemas.microsoft.com/office/drawing/2014/main" id="{0667D290-B0A4-90BF-8B08-9A679C387201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2" name="Google Shape;5346;p47">
                  <a:extLst>
                    <a:ext uri="{FF2B5EF4-FFF2-40B4-BE49-F238E27FC236}">
                      <a16:creationId xmlns:a16="http://schemas.microsoft.com/office/drawing/2014/main" id="{A96AFF3B-503E-EE70-138C-68F121F3EEE8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3" name="Google Shape;5347;p47">
                  <a:extLst>
                    <a:ext uri="{FF2B5EF4-FFF2-40B4-BE49-F238E27FC236}">
                      <a16:creationId xmlns:a16="http://schemas.microsoft.com/office/drawing/2014/main" id="{89463D70-DBD3-DF86-8EFA-27EA16E1BC1D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4" name="Google Shape;5348;p47">
                  <a:extLst>
                    <a:ext uri="{FF2B5EF4-FFF2-40B4-BE49-F238E27FC236}">
                      <a16:creationId xmlns:a16="http://schemas.microsoft.com/office/drawing/2014/main" id="{7A8A527A-C51F-2D26-4A50-9751C38FB59C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5" name="Google Shape;5349;p47">
                  <a:extLst>
                    <a:ext uri="{FF2B5EF4-FFF2-40B4-BE49-F238E27FC236}">
                      <a16:creationId xmlns:a16="http://schemas.microsoft.com/office/drawing/2014/main" id="{BA529F91-1D83-F78C-19C4-ADE3DA380B08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6" name="Google Shape;5350;p47">
                  <a:extLst>
                    <a:ext uri="{FF2B5EF4-FFF2-40B4-BE49-F238E27FC236}">
                      <a16:creationId xmlns:a16="http://schemas.microsoft.com/office/drawing/2014/main" id="{7535F6C6-845A-63D9-DCF1-34873B379B30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7" name="Google Shape;5351;p47">
                  <a:extLst>
                    <a:ext uri="{FF2B5EF4-FFF2-40B4-BE49-F238E27FC236}">
                      <a16:creationId xmlns:a16="http://schemas.microsoft.com/office/drawing/2014/main" id="{4F4AEB04-67BF-52D8-7C42-F13D7C745AB7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8" name="Google Shape;5352;p47">
                  <a:extLst>
                    <a:ext uri="{FF2B5EF4-FFF2-40B4-BE49-F238E27FC236}">
                      <a16:creationId xmlns:a16="http://schemas.microsoft.com/office/drawing/2014/main" id="{11237228-8408-720A-1AC2-9732424BACB9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9" name="Google Shape;5353;p47">
                  <a:extLst>
                    <a:ext uri="{FF2B5EF4-FFF2-40B4-BE49-F238E27FC236}">
                      <a16:creationId xmlns:a16="http://schemas.microsoft.com/office/drawing/2014/main" id="{F9977210-F285-0767-17AF-3A1C1BF47219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0" name="Google Shape;5354;p47">
                  <a:extLst>
                    <a:ext uri="{FF2B5EF4-FFF2-40B4-BE49-F238E27FC236}">
                      <a16:creationId xmlns:a16="http://schemas.microsoft.com/office/drawing/2014/main" id="{A9B9E8CE-DC28-F382-A03E-91AE32C70168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1" name="Google Shape;5355;p47">
                  <a:extLst>
                    <a:ext uri="{FF2B5EF4-FFF2-40B4-BE49-F238E27FC236}">
                      <a16:creationId xmlns:a16="http://schemas.microsoft.com/office/drawing/2014/main" id="{29776B0F-6BC1-03FE-E4D6-74FA4B955156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2" name="Google Shape;5356;p47">
                  <a:extLst>
                    <a:ext uri="{FF2B5EF4-FFF2-40B4-BE49-F238E27FC236}">
                      <a16:creationId xmlns:a16="http://schemas.microsoft.com/office/drawing/2014/main" id="{3B6727D7-A0D8-BC4A-C6E8-F65D4BDCF88F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3" name="Google Shape;5357;p47">
                  <a:extLst>
                    <a:ext uri="{FF2B5EF4-FFF2-40B4-BE49-F238E27FC236}">
                      <a16:creationId xmlns:a16="http://schemas.microsoft.com/office/drawing/2014/main" id="{F2C0B39C-5CFC-3619-58D7-43EBF1CC33C3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4" name="Google Shape;5358;p47">
                  <a:extLst>
                    <a:ext uri="{FF2B5EF4-FFF2-40B4-BE49-F238E27FC236}">
                      <a16:creationId xmlns:a16="http://schemas.microsoft.com/office/drawing/2014/main" id="{15B137A9-EB9B-B9FD-988F-D2E18FCB8AB5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5" name="Google Shape;5359;p47">
                  <a:extLst>
                    <a:ext uri="{FF2B5EF4-FFF2-40B4-BE49-F238E27FC236}">
                      <a16:creationId xmlns:a16="http://schemas.microsoft.com/office/drawing/2014/main" id="{140700A3-CDC6-2CD1-F17F-E3185A69C99C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6" name="Google Shape;5360;p47">
                  <a:extLst>
                    <a:ext uri="{FF2B5EF4-FFF2-40B4-BE49-F238E27FC236}">
                      <a16:creationId xmlns:a16="http://schemas.microsoft.com/office/drawing/2014/main" id="{4A1D3019-2CF9-EEB5-B724-F2FADB66A1F6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7" name="Google Shape;5361;p47">
                  <a:extLst>
                    <a:ext uri="{FF2B5EF4-FFF2-40B4-BE49-F238E27FC236}">
                      <a16:creationId xmlns:a16="http://schemas.microsoft.com/office/drawing/2014/main" id="{AD58C095-DD86-4702-2264-21D0452648C3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8" name="Google Shape;5362;p47">
                  <a:extLst>
                    <a:ext uri="{FF2B5EF4-FFF2-40B4-BE49-F238E27FC236}">
                      <a16:creationId xmlns:a16="http://schemas.microsoft.com/office/drawing/2014/main" id="{ACC3A063-C628-3B6C-FD80-F17648BBA224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9" name="Google Shape;5363;p47">
                  <a:extLst>
                    <a:ext uri="{FF2B5EF4-FFF2-40B4-BE49-F238E27FC236}">
                      <a16:creationId xmlns:a16="http://schemas.microsoft.com/office/drawing/2014/main" id="{2BA488C4-8FE1-B217-429E-224CBA63733B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0" name="Google Shape;5364;p47">
                  <a:extLst>
                    <a:ext uri="{FF2B5EF4-FFF2-40B4-BE49-F238E27FC236}">
                      <a16:creationId xmlns:a16="http://schemas.microsoft.com/office/drawing/2014/main" id="{EFA96A26-F6F7-D4F1-D3C9-FD6704016039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1" name="Google Shape;5365;p47">
                  <a:extLst>
                    <a:ext uri="{FF2B5EF4-FFF2-40B4-BE49-F238E27FC236}">
                      <a16:creationId xmlns:a16="http://schemas.microsoft.com/office/drawing/2014/main" id="{107F8C02-82FC-269F-2E75-F53B3E188754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2" name="Google Shape;5366;p47">
                  <a:extLst>
                    <a:ext uri="{FF2B5EF4-FFF2-40B4-BE49-F238E27FC236}">
                      <a16:creationId xmlns:a16="http://schemas.microsoft.com/office/drawing/2014/main" id="{D37CC030-D69D-8BFE-44F4-78F77E9146A8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3" name="Google Shape;5367;p47">
                  <a:extLst>
                    <a:ext uri="{FF2B5EF4-FFF2-40B4-BE49-F238E27FC236}">
                      <a16:creationId xmlns:a16="http://schemas.microsoft.com/office/drawing/2014/main" id="{5D3456E4-BD0D-E295-1B49-DCF277D9201F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4" name="Google Shape;5368;p47">
                  <a:extLst>
                    <a:ext uri="{FF2B5EF4-FFF2-40B4-BE49-F238E27FC236}">
                      <a16:creationId xmlns:a16="http://schemas.microsoft.com/office/drawing/2014/main" id="{B89D81E1-DADC-67D3-9E07-26A9ED5ADA00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5" name="Google Shape;5369;p47">
                  <a:extLst>
                    <a:ext uri="{FF2B5EF4-FFF2-40B4-BE49-F238E27FC236}">
                      <a16:creationId xmlns:a16="http://schemas.microsoft.com/office/drawing/2014/main" id="{2FBB74FC-050B-71CB-0BE1-7E122C22F3AD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6" name="Google Shape;5370;p47">
                  <a:extLst>
                    <a:ext uri="{FF2B5EF4-FFF2-40B4-BE49-F238E27FC236}">
                      <a16:creationId xmlns:a16="http://schemas.microsoft.com/office/drawing/2014/main" id="{0CE8CD58-ECF5-7D14-7BBD-23F0C84A8F23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7" name="Google Shape;5371;p47">
                  <a:extLst>
                    <a:ext uri="{FF2B5EF4-FFF2-40B4-BE49-F238E27FC236}">
                      <a16:creationId xmlns:a16="http://schemas.microsoft.com/office/drawing/2014/main" id="{FAD4B4A9-1D7B-6105-6374-9759E9F07942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8" name="Google Shape;5372;p47">
                  <a:extLst>
                    <a:ext uri="{FF2B5EF4-FFF2-40B4-BE49-F238E27FC236}">
                      <a16:creationId xmlns:a16="http://schemas.microsoft.com/office/drawing/2014/main" id="{1371A141-F0FF-AA0E-8C54-0164D1C68AA6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9" name="Google Shape;5373;p47">
                  <a:extLst>
                    <a:ext uri="{FF2B5EF4-FFF2-40B4-BE49-F238E27FC236}">
                      <a16:creationId xmlns:a16="http://schemas.microsoft.com/office/drawing/2014/main" id="{B8052581-024B-0F3D-8DE0-395A409E76E7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0" name="Google Shape;5374;p47">
                  <a:extLst>
                    <a:ext uri="{FF2B5EF4-FFF2-40B4-BE49-F238E27FC236}">
                      <a16:creationId xmlns:a16="http://schemas.microsoft.com/office/drawing/2014/main" id="{28145762-BC15-F1BF-FD9A-E2ECF3579BD8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1" name="Google Shape;5375;p47">
                  <a:extLst>
                    <a:ext uri="{FF2B5EF4-FFF2-40B4-BE49-F238E27FC236}">
                      <a16:creationId xmlns:a16="http://schemas.microsoft.com/office/drawing/2014/main" id="{3B91DA25-94AD-B609-4C0D-6EA83E7D3052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2" name="Google Shape;5376;p47">
                  <a:extLst>
                    <a:ext uri="{FF2B5EF4-FFF2-40B4-BE49-F238E27FC236}">
                      <a16:creationId xmlns:a16="http://schemas.microsoft.com/office/drawing/2014/main" id="{D99CF874-55FA-5E66-0AAC-1E64B6349529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3" name="Google Shape;5377;p47">
                  <a:extLst>
                    <a:ext uri="{FF2B5EF4-FFF2-40B4-BE49-F238E27FC236}">
                      <a16:creationId xmlns:a16="http://schemas.microsoft.com/office/drawing/2014/main" id="{3C170F45-895E-935D-6B0E-6496AD18BD40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4" name="Google Shape;5378;p47">
                  <a:extLst>
                    <a:ext uri="{FF2B5EF4-FFF2-40B4-BE49-F238E27FC236}">
                      <a16:creationId xmlns:a16="http://schemas.microsoft.com/office/drawing/2014/main" id="{BC65B50F-486B-074D-24E8-3E4447B838AD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5" name="Google Shape;5379;p47">
                  <a:extLst>
                    <a:ext uri="{FF2B5EF4-FFF2-40B4-BE49-F238E27FC236}">
                      <a16:creationId xmlns:a16="http://schemas.microsoft.com/office/drawing/2014/main" id="{8FA61814-4D39-4774-479C-6D3FF65AB5F1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6" name="Google Shape;5380;p47">
                  <a:extLst>
                    <a:ext uri="{FF2B5EF4-FFF2-40B4-BE49-F238E27FC236}">
                      <a16:creationId xmlns:a16="http://schemas.microsoft.com/office/drawing/2014/main" id="{4B784C66-ADD3-E668-E55A-8572E568F75F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7" name="Google Shape;5381;p47">
                  <a:extLst>
                    <a:ext uri="{FF2B5EF4-FFF2-40B4-BE49-F238E27FC236}">
                      <a16:creationId xmlns:a16="http://schemas.microsoft.com/office/drawing/2014/main" id="{F459468D-1A8C-E3C2-8730-9D82277F8790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8" name="Google Shape;5382;p47">
                  <a:extLst>
                    <a:ext uri="{FF2B5EF4-FFF2-40B4-BE49-F238E27FC236}">
                      <a16:creationId xmlns:a16="http://schemas.microsoft.com/office/drawing/2014/main" id="{D3C0875F-CBD4-2742-0B2D-E1103FD2E585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9" name="Google Shape;5383;p47">
                  <a:extLst>
                    <a:ext uri="{FF2B5EF4-FFF2-40B4-BE49-F238E27FC236}">
                      <a16:creationId xmlns:a16="http://schemas.microsoft.com/office/drawing/2014/main" id="{472CE11C-8ED7-9385-FD1E-2644CB63C8E8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0" name="Google Shape;5384;p47">
                  <a:extLst>
                    <a:ext uri="{FF2B5EF4-FFF2-40B4-BE49-F238E27FC236}">
                      <a16:creationId xmlns:a16="http://schemas.microsoft.com/office/drawing/2014/main" id="{32A70D9E-C019-F478-1CCD-032DE23AFD28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1" name="Google Shape;5385;p47">
                  <a:extLst>
                    <a:ext uri="{FF2B5EF4-FFF2-40B4-BE49-F238E27FC236}">
                      <a16:creationId xmlns:a16="http://schemas.microsoft.com/office/drawing/2014/main" id="{5FDB00BE-B34F-0952-E148-F6F254F6C0DA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2" name="Google Shape;5386;p47">
                  <a:extLst>
                    <a:ext uri="{FF2B5EF4-FFF2-40B4-BE49-F238E27FC236}">
                      <a16:creationId xmlns:a16="http://schemas.microsoft.com/office/drawing/2014/main" id="{454FF047-D543-FE8E-26C6-AC85175E8514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3" name="Google Shape;5387;p47">
                  <a:extLst>
                    <a:ext uri="{FF2B5EF4-FFF2-40B4-BE49-F238E27FC236}">
                      <a16:creationId xmlns:a16="http://schemas.microsoft.com/office/drawing/2014/main" id="{E49B1520-A491-B1AF-0CB7-4745171C3289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4" name="Google Shape;5388;p47">
                  <a:extLst>
                    <a:ext uri="{FF2B5EF4-FFF2-40B4-BE49-F238E27FC236}">
                      <a16:creationId xmlns:a16="http://schemas.microsoft.com/office/drawing/2014/main" id="{4AC5063F-2849-E293-8559-11DE51541C64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5" name="Google Shape;5389;p47">
                  <a:extLst>
                    <a:ext uri="{FF2B5EF4-FFF2-40B4-BE49-F238E27FC236}">
                      <a16:creationId xmlns:a16="http://schemas.microsoft.com/office/drawing/2014/main" id="{DF8D5B39-E375-655E-D18B-3636D8B2A209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6" name="Google Shape;5390;p47">
                  <a:extLst>
                    <a:ext uri="{FF2B5EF4-FFF2-40B4-BE49-F238E27FC236}">
                      <a16:creationId xmlns:a16="http://schemas.microsoft.com/office/drawing/2014/main" id="{E95DAE2C-BCCB-59C2-026A-822310FFBAEA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7" name="Google Shape;5391;p47">
                  <a:extLst>
                    <a:ext uri="{FF2B5EF4-FFF2-40B4-BE49-F238E27FC236}">
                      <a16:creationId xmlns:a16="http://schemas.microsoft.com/office/drawing/2014/main" id="{786C7AFE-C1ED-7FBC-C7DF-DC7BFBE4E841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8" name="Google Shape;5392;p47">
                  <a:extLst>
                    <a:ext uri="{FF2B5EF4-FFF2-40B4-BE49-F238E27FC236}">
                      <a16:creationId xmlns:a16="http://schemas.microsoft.com/office/drawing/2014/main" id="{EB89DB6C-D43C-5209-53F8-D1026317DAB8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9" name="Google Shape;5393;p47">
                  <a:extLst>
                    <a:ext uri="{FF2B5EF4-FFF2-40B4-BE49-F238E27FC236}">
                      <a16:creationId xmlns:a16="http://schemas.microsoft.com/office/drawing/2014/main" id="{33C52952-3EC1-81AF-0971-DD80144385A3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0" name="Google Shape;5394;p47">
                  <a:extLst>
                    <a:ext uri="{FF2B5EF4-FFF2-40B4-BE49-F238E27FC236}">
                      <a16:creationId xmlns:a16="http://schemas.microsoft.com/office/drawing/2014/main" id="{F400AF61-AE42-02D4-7BAC-BB797510947F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1" name="Google Shape;5395;p47">
                  <a:extLst>
                    <a:ext uri="{FF2B5EF4-FFF2-40B4-BE49-F238E27FC236}">
                      <a16:creationId xmlns:a16="http://schemas.microsoft.com/office/drawing/2014/main" id="{E7C2F7CA-5D54-3C34-737E-6391A918071E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2" name="Google Shape;5396;p47">
                  <a:extLst>
                    <a:ext uri="{FF2B5EF4-FFF2-40B4-BE49-F238E27FC236}">
                      <a16:creationId xmlns:a16="http://schemas.microsoft.com/office/drawing/2014/main" id="{5FAC286D-E097-BE26-2B3E-7FF8D50DC8C3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3" name="Google Shape;5397;p47">
                  <a:extLst>
                    <a:ext uri="{FF2B5EF4-FFF2-40B4-BE49-F238E27FC236}">
                      <a16:creationId xmlns:a16="http://schemas.microsoft.com/office/drawing/2014/main" id="{D294D91F-7E41-E01B-9D3C-3F352F59A311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4" name="Google Shape;5398;p47">
                  <a:extLst>
                    <a:ext uri="{FF2B5EF4-FFF2-40B4-BE49-F238E27FC236}">
                      <a16:creationId xmlns:a16="http://schemas.microsoft.com/office/drawing/2014/main" id="{FBCE5D74-D112-B0E8-3525-F024E67B10E0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5" name="Google Shape;5399;p47">
                  <a:extLst>
                    <a:ext uri="{FF2B5EF4-FFF2-40B4-BE49-F238E27FC236}">
                      <a16:creationId xmlns:a16="http://schemas.microsoft.com/office/drawing/2014/main" id="{75FA6BF4-F974-CADD-96D5-5128FD1E251C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6" name="Google Shape;5400;p47">
                  <a:extLst>
                    <a:ext uri="{FF2B5EF4-FFF2-40B4-BE49-F238E27FC236}">
                      <a16:creationId xmlns:a16="http://schemas.microsoft.com/office/drawing/2014/main" id="{EBC5254C-1662-DFFA-5C03-91B13BBAACFB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7" name="Google Shape;5401;p47">
                  <a:extLst>
                    <a:ext uri="{FF2B5EF4-FFF2-40B4-BE49-F238E27FC236}">
                      <a16:creationId xmlns:a16="http://schemas.microsoft.com/office/drawing/2014/main" id="{E067409F-868C-065D-9047-44B341512050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8" name="Google Shape;5402;p47">
                  <a:extLst>
                    <a:ext uri="{FF2B5EF4-FFF2-40B4-BE49-F238E27FC236}">
                      <a16:creationId xmlns:a16="http://schemas.microsoft.com/office/drawing/2014/main" id="{6F1AB851-BF37-C4F4-D425-EB81C6091AB8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9" name="Google Shape;5403;p47">
                  <a:extLst>
                    <a:ext uri="{FF2B5EF4-FFF2-40B4-BE49-F238E27FC236}">
                      <a16:creationId xmlns:a16="http://schemas.microsoft.com/office/drawing/2014/main" id="{5F8CF453-3980-8814-493E-E1A2F88EE6DA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0" name="Google Shape;5404;p47">
                  <a:extLst>
                    <a:ext uri="{FF2B5EF4-FFF2-40B4-BE49-F238E27FC236}">
                      <a16:creationId xmlns:a16="http://schemas.microsoft.com/office/drawing/2014/main" id="{184621B2-6B0C-5CB5-BE2E-84EB772C999A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1" name="Google Shape;5405;p47">
                  <a:extLst>
                    <a:ext uri="{FF2B5EF4-FFF2-40B4-BE49-F238E27FC236}">
                      <a16:creationId xmlns:a16="http://schemas.microsoft.com/office/drawing/2014/main" id="{4B9B3C71-CEE9-1CD5-1CF4-2A05339F6CE5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2" name="Google Shape;5406;p47">
                  <a:extLst>
                    <a:ext uri="{FF2B5EF4-FFF2-40B4-BE49-F238E27FC236}">
                      <a16:creationId xmlns:a16="http://schemas.microsoft.com/office/drawing/2014/main" id="{7231CEC1-AF1C-BD65-6470-785C2258FF06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3" name="Google Shape;5407;p47">
                  <a:extLst>
                    <a:ext uri="{FF2B5EF4-FFF2-40B4-BE49-F238E27FC236}">
                      <a16:creationId xmlns:a16="http://schemas.microsoft.com/office/drawing/2014/main" id="{A143BA5B-CE24-E5B9-8D0A-1391F1D64759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4" name="Google Shape;5408;p47">
                  <a:extLst>
                    <a:ext uri="{FF2B5EF4-FFF2-40B4-BE49-F238E27FC236}">
                      <a16:creationId xmlns:a16="http://schemas.microsoft.com/office/drawing/2014/main" id="{79F1F9AA-D233-372F-1BCF-BB3DC98A2AB7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5" name="Google Shape;5409;p47">
                  <a:extLst>
                    <a:ext uri="{FF2B5EF4-FFF2-40B4-BE49-F238E27FC236}">
                      <a16:creationId xmlns:a16="http://schemas.microsoft.com/office/drawing/2014/main" id="{F4ABF6F9-52C8-B59F-B410-DDFB17412647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6" name="Google Shape;5410;p47">
                  <a:extLst>
                    <a:ext uri="{FF2B5EF4-FFF2-40B4-BE49-F238E27FC236}">
                      <a16:creationId xmlns:a16="http://schemas.microsoft.com/office/drawing/2014/main" id="{F2E2CCD1-7BA5-27E7-8EA6-5E9736DEB5EC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7" name="Google Shape;5411;p47">
                  <a:extLst>
                    <a:ext uri="{FF2B5EF4-FFF2-40B4-BE49-F238E27FC236}">
                      <a16:creationId xmlns:a16="http://schemas.microsoft.com/office/drawing/2014/main" id="{199E6F7A-E2C6-7C59-74BF-82C5DAB6819D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8" name="Google Shape;5412;p47">
                  <a:extLst>
                    <a:ext uri="{FF2B5EF4-FFF2-40B4-BE49-F238E27FC236}">
                      <a16:creationId xmlns:a16="http://schemas.microsoft.com/office/drawing/2014/main" id="{53EF19F7-D90D-1D3D-D411-AA727226D22B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9" name="Google Shape;5413;p47">
                  <a:extLst>
                    <a:ext uri="{FF2B5EF4-FFF2-40B4-BE49-F238E27FC236}">
                      <a16:creationId xmlns:a16="http://schemas.microsoft.com/office/drawing/2014/main" id="{AC059F7B-54B8-6123-FA39-43C6FF694AAC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0" name="Google Shape;5414;p47">
                  <a:extLst>
                    <a:ext uri="{FF2B5EF4-FFF2-40B4-BE49-F238E27FC236}">
                      <a16:creationId xmlns:a16="http://schemas.microsoft.com/office/drawing/2014/main" id="{19C8AF21-47D5-4A32-FE21-58C73993B2A3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1" name="Google Shape;5415;p47">
                  <a:extLst>
                    <a:ext uri="{FF2B5EF4-FFF2-40B4-BE49-F238E27FC236}">
                      <a16:creationId xmlns:a16="http://schemas.microsoft.com/office/drawing/2014/main" id="{FF5B61FF-8B83-A9AF-C207-EC3956E9088C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2" name="Google Shape;5416;p47">
                  <a:extLst>
                    <a:ext uri="{FF2B5EF4-FFF2-40B4-BE49-F238E27FC236}">
                      <a16:creationId xmlns:a16="http://schemas.microsoft.com/office/drawing/2014/main" id="{77AECCA7-BCCC-E300-26C6-9BCCEFD1B4FD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3" name="Google Shape;5417;p47">
                  <a:extLst>
                    <a:ext uri="{FF2B5EF4-FFF2-40B4-BE49-F238E27FC236}">
                      <a16:creationId xmlns:a16="http://schemas.microsoft.com/office/drawing/2014/main" id="{A7584B8F-5E63-B6DD-995D-5FF7E6F415DA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4" name="Google Shape;5418;p47">
                  <a:extLst>
                    <a:ext uri="{FF2B5EF4-FFF2-40B4-BE49-F238E27FC236}">
                      <a16:creationId xmlns:a16="http://schemas.microsoft.com/office/drawing/2014/main" id="{239057C3-B4EB-D4D4-2185-CB157D669251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5" name="Google Shape;5419;p47">
                  <a:extLst>
                    <a:ext uri="{FF2B5EF4-FFF2-40B4-BE49-F238E27FC236}">
                      <a16:creationId xmlns:a16="http://schemas.microsoft.com/office/drawing/2014/main" id="{1C616D26-EB97-940B-CF04-A5B79E4D7626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6" name="Google Shape;5420;p47">
                  <a:extLst>
                    <a:ext uri="{FF2B5EF4-FFF2-40B4-BE49-F238E27FC236}">
                      <a16:creationId xmlns:a16="http://schemas.microsoft.com/office/drawing/2014/main" id="{7D940797-19F4-365A-2CC5-3919C2AA9FCC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7" name="Google Shape;5421;p47">
                  <a:extLst>
                    <a:ext uri="{FF2B5EF4-FFF2-40B4-BE49-F238E27FC236}">
                      <a16:creationId xmlns:a16="http://schemas.microsoft.com/office/drawing/2014/main" id="{A352F91E-DB6F-2909-DADE-AD580EFC67BE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8" name="Google Shape;5422;p47">
                  <a:extLst>
                    <a:ext uri="{FF2B5EF4-FFF2-40B4-BE49-F238E27FC236}">
                      <a16:creationId xmlns:a16="http://schemas.microsoft.com/office/drawing/2014/main" id="{341D3150-95BF-1CC2-F120-F5ADB9AF49C6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9" name="Google Shape;5423;p47">
                  <a:extLst>
                    <a:ext uri="{FF2B5EF4-FFF2-40B4-BE49-F238E27FC236}">
                      <a16:creationId xmlns:a16="http://schemas.microsoft.com/office/drawing/2014/main" id="{4AEF5534-6D2C-773B-96D7-C7ACA8D1763B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0" name="Google Shape;5424;p47">
                  <a:extLst>
                    <a:ext uri="{FF2B5EF4-FFF2-40B4-BE49-F238E27FC236}">
                      <a16:creationId xmlns:a16="http://schemas.microsoft.com/office/drawing/2014/main" id="{0450515F-3CC2-58CF-E3DD-128F2520B067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1" name="Google Shape;5425;p47">
                  <a:extLst>
                    <a:ext uri="{FF2B5EF4-FFF2-40B4-BE49-F238E27FC236}">
                      <a16:creationId xmlns:a16="http://schemas.microsoft.com/office/drawing/2014/main" id="{41D6D479-9C78-013B-B312-72A6E860763E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2" name="Google Shape;5426;p47">
                  <a:extLst>
                    <a:ext uri="{FF2B5EF4-FFF2-40B4-BE49-F238E27FC236}">
                      <a16:creationId xmlns:a16="http://schemas.microsoft.com/office/drawing/2014/main" id="{DEB9F64A-68A1-9687-6CED-06351EE8BCFB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3" name="Google Shape;5427;p47">
                  <a:extLst>
                    <a:ext uri="{FF2B5EF4-FFF2-40B4-BE49-F238E27FC236}">
                      <a16:creationId xmlns:a16="http://schemas.microsoft.com/office/drawing/2014/main" id="{BF191F55-7431-93D3-62FE-AE5753BF4A1A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4" name="Google Shape;5428;p47">
                  <a:extLst>
                    <a:ext uri="{FF2B5EF4-FFF2-40B4-BE49-F238E27FC236}">
                      <a16:creationId xmlns:a16="http://schemas.microsoft.com/office/drawing/2014/main" id="{271DE3A7-603F-0AD0-24A6-7F79A1551E9C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5" name="Google Shape;5429;p47">
                  <a:extLst>
                    <a:ext uri="{FF2B5EF4-FFF2-40B4-BE49-F238E27FC236}">
                      <a16:creationId xmlns:a16="http://schemas.microsoft.com/office/drawing/2014/main" id="{991C73B2-C7BF-9217-5F8F-CB497EAEC7FE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6" name="Google Shape;5430;p47">
                  <a:extLst>
                    <a:ext uri="{FF2B5EF4-FFF2-40B4-BE49-F238E27FC236}">
                      <a16:creationId xmlns:a16="http://schemas.microsoft.com/office/drawing/2014/main" id="{33722A81-CD99-892D-EEB4-41B63C89E3B3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7" name="Google Shape;5431;p47">
                  <a:extLst>
                    <a:ext uri="{FF2B5EF4-FFF2-40B4-BE49-F238E27FC236}">
                      <a16:creationId xmlns:a16="http://schemas.microsoft.com/office/drawing/2014/main" id="{13D9657E-9EC1-329D-8472-5584DFCD1FE0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8" name="Google Shape;5432;p47">
                  <a:extLst>
                    <a:ext uri="{FF2B5EF4-FFF2-40B4-BE49-F238E27FC236}">
                      <a16:creationId xmlns:a16="http://schemas.microsoft.com/office/drawing/2014/main" id="{5E5A700F-5065-D13A-DFB6-52F01888A2E9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9" name="Google Shape;5433;p47">
                  <a:extLst>
                    <a:ext uri="{FF2B5EF4-FFF2-40B4-BE49-F238E27FC236}">
                      <a16:creationId xmlns:a16="http://schemas.microsoft.com/office/drawing/2014/main" id="{1FF722A4-B36D-E7A2-A361-6C12BED82F85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0" name="Google Shape;5434;p47">
                  <a:extLst>
                    <a:ext uri="{FF2B5EF4-FFF2-40B4-BE49-F238E27FC236}">
                      <a16:creationId xmlns:a16="http://schemas.microsoft.com/office/drawing/2014/main" id="{B75C652C-FEDB-8CEF-418B-F0A90A501019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1" name="Google Shape;5435;p47">
                  <a:extLst>
                    <a:ext uri="{FF2B5EF4-FFF2-40B4-BE49-F238E27FC236}">
                      <a16:creationId xmlns:a16="http://schemas.microsoft.com/office/drawing/2014/main" id="{BA6BE1EA-EBF7-2576-97F8-9A85291DCCF1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2" name="Google Shape;5436;p47">
                  <a:extLst>
                    <a:ext uri="{FF2B5EF4-FFF2-40B4-BE49-F238E27FC236}">
                      <a16:creationId xmlns:a16="http://schemas.microsoft.com/office/drawing/2014/main" id="{4CB0F85B-3345-888B-A97E-2C055431E2D7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3" name="Google Shape;5437;p47">
                  <a:extLst>
                    <a:ext uri="{FF2B5EF4-FFF2-40B4-BE49-F238E27FC236}">
                      <a16:creationId xmlns:a16="http://schemas.microsoft.com/office/drawing/2014/main" id="{51EEDABB-0F8B-AEC7-FF1E-51CA90684AB4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4" name="Google Shape;5438;p47">
                  <a:extLst>
                    <a:ext uri="{FF2B5EF4-FFF2-40B4-BE49-F238E27FC236}">
                      <a16:creationId xmlns:a16="http://schemas.microsoft.com/office/drawing/2014/main" id="{0E8157A1-59AD-C900-4EC0-9BA320560F13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5" name="Google Shape;5439;p47">
                  <a:extLst>
                    <a:ext uri="{FF2B5EF4-FFF2-40B4-BE49-F238E27FC236}">
                      <a16:creationId xmlns:a16="http://schemas.microsoft.com/office/drawing/2014/main" id="{ED73D00A-099A-29FA-D1FC-C68C7C0FC5E5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6" name="Google Shape;5440;p47">
                  <a:extLst>
                    <a:ext uri="{FF2B5EF4-FFF2-40B4-BE49-F238E27FC236}">
                      <a16:creationId xmlns:a16="http://schemas.microsoft.com/office/drawing/2014/main" id="{DCFCA0D0-63F1-1981-1801-66297AA7C8D7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7" name="Google Shape;5441;p47">
                  <a:extLst>
                    <a:ext uri="{FF2B5EF4-FFF2-40B4-BE49-F238E27FC236}">
                      <a16:creationId xmlns:a16="http://schemas.microsoft.com/office/drawing/2014/main" id="{C7966700-239C-0ED5-A97B-92A59D37031C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8" name="Google Shape;5442;p47">
                  <a:extLst>
                    <a:ext uri="{FF2B5EF4-FFF2-40B4-BE49-F238E27FC236}">
                      <a16:creationId xmlns:a16="http://schemas.microsoft.com/office/drawing/2014/main" id="{901F63EE-964B-0E95-177F-27E99CC253A4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9" name="Google Shape;5443;p47">
                  <a:extLst>
                    <a:ext uri="{FF2B5EF4-FFF2-40B4-BE49-F238E27FC236}">
                      <a16:creationId xmlns:a16="http://schemas.microsoft.com/office/drawing/2014/main" id="{4C351F8E-A20E-A8E2-9682-2AF70B17F994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0" name="Google Shape;5444;p47">
                  <a:extLst>
                    <a:ext uri="{FF2B5EF4-FFF2-40B4-BE49-F238E27FC236}">
                      <a16:creationId xmlns:a16="http://schemas.microsoft.com/office/drawing/2014/main" id="{E9B66705-588E-8C7B-206C-EFA8280CB6E5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1" name="Google Shape;5445;p47">
                  <a:extLst>
                    <a:ext uri="{FF2B5EF4-FFF2-40B4-BE49-F238E27FC236}">
                      <a16:creationId xmlns:a16="http://schemas.microsoft.com/office/drawing/2014/main" id="{BF7A7AD1-C501-9C81-E61F-85F6B6D3F20D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2" name="Google Shape;5446;p47">
                  <a:extLst>
                    <a:ext uri="{FF2B5EF4-FFF2-40B4-BE49-F238E27FC236}">
                      <a16:creationId xmlns:a16="http://schemas.microsoft.com/office/drawing/2014/main" id="{2372E2A5-241B-5F12-8CAD-3E6551449A1E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3" name="Google Shape;5447;p47">
                  <a:extLst>
                    <a:ext uri="{FF2B5EF4-FFF2-40B4-BE49-F238E27FC236}">
                      <a16:creationId xmlns:a16="http://schemas.microsoft.com/office/drawing/2014/main" id="{2760790E-3554-B82B-BAF2-95D5A26BB68D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4" name="Google Shape;5448;p47">
                  <a:extLst>
                    <a:ext uri="{FF2B5EF4-FFF2-40B4-BE49-F238E27FC236}">
                      <a16:creationId xmlns:a16="http://schemas.microsoft.com/office/drawing/2014/main" id="{2A212257-D3D9-9243-FFAB-5BF5054AD7C4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5" name="Google Shape;5449;p47">
                  <a:extLst>
                    <a:ext uri="{FF2B5EF4-FFF2-40B4-BE49-F238E27FC236}">
                      <a16:creationId xmlns:a16="http://schemas.microsoft.com/office/drawing/2014/main" id="{19834E88-6378-BE58-C859-6435D08B7B55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6" name="Google Shape;5450;p47">
                  <a:extLst>
                    <a:ext uri="{FF2B5EF4-FFF2-40B4-BE49-F238E27FC236}">
                      <a16:creationId xmlns:a16="http://schemas.microsoft.com/office/drawing/2014/main" id="{5B19A70F-DF9D-B6A5-26B5-ACBEEADC3099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7" name="Google Shape;5451;p47">
                  <a:extLst>
                    <a:ext uri="{FF2B5EF4-FFF2-40B4-BE49-F238E27FC236}">
                      <a16:creationId xmlns:a16="http://schemas.microsoft.com/office/drawing/2014/main" id="{29672D16-8BE9-CA85-FA94-A935B86C5CE2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8" name="Google Shape;5452;p47">
                  <a:extLst>
                    <a:ext uri="{FF2B5EF4-FFF2-40B4-BE49-F238E27FC236}">
                      <a16:creationId xmlns:a16="http://schemas.microsoft.com/office/drawing/2014/main" id="{EA2637CC-3E7D-7612-F2C4-DFF410B919B0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9" name="Google Shape;5453;p47">
                  <a:extLst>
                    <a:ext uri="{FF2B5EF4-FFF2-40B4-BE49-F238E27FC236}">
                      <a16:creationId xmlns:a16="http://schemas.microsoft.com/office/drawing/2014/main" id="{F173C250-B67F-2E07-767D-BAAAF02FDFEC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0" name="Google Shape;5454;p47">
                  <a:extLst>
                    <a:ext uri="{FF2B5EF4-FFF2-40B4-BE49-F238E27FC236}">
                      <a16:creationId xmlns:a16="http://schemas.microsoft.com/office/drawing/2014/main" id="{795B24DA-B06E-1816-E7E7-EDF3FA4C04C3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1" name="Google Shape;5455;p47">
                  <a:extLst>
                    <a:ext uri="{FF2B5EF4-FFF2-40B4-BE49-F238E27FC236}">
                      <a16:creationId xmlns:a16="http://schemas.microsoft.com/office/drawing/2014/main" id="{1986BD2C-ECAF-9AEC-1051-B88ADCCF1DBD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2" name="Google Shape;5456;p47">
                  <a:extLst>
                    <a:ext uri="{FF2B5EF4-FFF2-40B4-BE49-F238E27FC236}">
                      <a16:creationId xmlns:a16="http://schemas.microsoft.com/office/drawing/2014/main" id="{FD42D0FE-47C3-DCF4-6115-6677A0D2C03E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3" name="Google Shape;5457;p47">
                  <a:extLst>
                    <a:ext uri="{FF2B5EF4-FFF2-40B4-BE49-F238E27FC236}">
                      <a16:creationId xmlns:a16="http://schemas.microsoft.com/office/drawing/2014/main" id="{91E4B436-E7CC-A6FA-02E6-CA5B7B9EA40F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4" name="Google Shape;5458;p47">
                  <a:extLst>
                    <a:ext uri="{FF2B5EF4-FFF2-40B4-BE49-F238E27FC236}">
                      <a16:creationId xmlns:a16="http://schemas.microsoft.com/office/drawing/2014/main" id="{EB863140-563E-BC37-69A5-1AFB9ACA6E86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5" name="Google Shape;5459;p47">
                  <a:extLst>
                    <a:ext uri="{FF2B5EF4-FFF2-40B4-BE49-F238E27FC236}">
                      <a16:creationId xmlns:a16="http://schemas.microsoft.com/office/drawing/2014/main" id="{B70A5E0C-5CD0-6699-6894-8D6DF8C34975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6" name="Google Shape;5460;p47">
                  <a:extLst>
                    <a:ext uri="{FF2B5EF4-FFF2-40B4-BE49-F238E27FC236}">
                      <a16:creationId xmlns:a16="http://schemas.microsoft.com/office/drawing/2014/main" id="{A8485BE8-C5E8-D9D7-1DC8-288856B8571C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7" name="Google Shape;5461;p47">
                  <a:extLst>
                    <a:ext uri="{FF2B5EF4-FFF2-40B4-BE49-F238E27FC236}">
                      <a16:creationId xmlns:a16="http://schemas.microsoft.com/office/drawing/2014/main" id="{B18BFC14-1964-CDB7-C398-928BAB4FD042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8" name="Google Shape;5462;p47">
                  <a:extLst>
                    <a:ext uri="{FF2B5EF4-FFF2-40B4-BE49-F238E27FC236}">
                      <a16:creationId xmlns:a16="http://schemas.microsoft.com/office/drawing/2014/main" id="{F451961D-519B-2CE6-BC11-E102352B0DC2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9" name="Google Shape;5463;p47">
                  <a:extLst>
                    <a:ext uri="{FF2B5EF4-FFF2-40B4-BE49-F238E27FC236}">
                      <a16:creationId xmlns:a16="http://schemas.microsoft.com/office/drawing/2014/main" id="{A9312CED-9078-11FC-93C9-1CE08DF90D84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0" name="Google Shape;5464;p47">
                  <a:extLst>
                    <a:ext uri="{FF2B5EF4-FFF2-40B4-BE49-F238E27FC236}">
                      <a16:creationId xmlns:a16="http://schemas.microsoft.com/office/drawing/2014/main" id="{F0EFE513-AD3D-27B1-41ED-7FCC02C4FE4E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1" name="Google Shape;5465;p47">
                  <a:extLst>
                    <a:ext uri="{FF2B5EF4-FFF2-40B4-BE49-F238E27FC236}">
                      <a16:creationId xmlns:a16="http://schemas.microsoft.com/office/drawing/2014/main" id="{A241522E-19EA-724D-1D4D-C0235F707656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2" name="Google Shape;5466;p47">
                  <a:extLst>
                    <a:ext uri="{FF2B5EF4-FFF2-40B4-BE49-F238E27FC236}">
                      <a16:creationId xmlns:a16="http://schemas.microsoft.com/office/drawing/2014/main" id="{F85AD8E1-DB7C-4338-3DBA-8EBEC4C11265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3" name="Google Shape;5467;p47">
                  <a:extLst>
                    <a:ext uri="{FF2B5EF4-FFF2-40B4-BE49-F238E27FC236}">
                      <a16:creationId xmlns:a16="http://schemas.microsoft.com/office/drawing/2014/main" id="{34D92036-80B0-2164-9D28-6A83C3E9D819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4" name="Google Shape;5468;p47">
                  <a:extLst>
                    <a:ext uri="{FF2B5EF4-FFF2-40B4-BE49-F238E27FC236}">
                      <a16:creationId xmlns:a16="http://schemas.microsoft.com/office/drawing/2014/main" id="{6354EB73-D545-528B-0505-2B7D06C5C129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5" name="Google Shape;5469;p47">
                  <a:extLst>
                    <a:ext uri="{FF2B5EF4-FFF2-40B4-BE49-F238E27FC236}">
                      <a16:creationId xmlns:a16="http://schemas.microsoft.com/office/drawing/2014/main" id="{176C3866-443C-CE80-1D59-D312165569CC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6" name="Google Shape;5470;p47">
                  <a:extLst>
                    <a:ext uri="{FF2B5EF4-FFF2-40B4-BE49-F238E27FC236}">
                      <a16:creationId xmlns:a16="http://schemas.microsoft.com/office/drawing/2014/main" id="{3176C2DC-2CCC-258E-A239-2B5896F19BC2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7" name="Google Shape;5471;p47">
                  <a:extLst>
                    <a:ext uri="{FF2B5EF4-FFF2-40B4-BE49-F238E27FC236}">
                      <a16:creationId xmlns:a16="http://schemas.microsoft.com/office/drawing/2014/main" id="{D8C20E43-ABB3-1219-DB41-E4DD1C77A1DF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8" name="Google Shape;5472;p47">
                  <a:extLst>
                    <a:ext uri="{FF2B5EF4-FFF2-40B4-BE49-F238E27FC236}">
                      <a16:creationId xmlns:a16="http://schemas.microsoft.com/office/drawing/2014/main" id="{49D635D0-954B-E2CF-C8E3-F8C36591B1DC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9" name="Google Shape;5473;p47">
                  <a:extLst>
                    <a:ext uri="{FF2B5EF4-FFF2-40B4-BE49-F238E27FC236}">
                      <a16:creationId xmlns:a16="http://schemas.microsoft.com/office/drawing/2014/main" id="{D856A12E-22C9-6E1A-BAD2-9463E598D916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0" name="Google Shape;5474;p47">
                  <a:extLst>
                    <a:ext uri="{FF2B5EF4-FFF2-40B4-BE49-F238E27FC236}">
                      <a16:creationId xmlns:a16="http://schemas.microsoft.com/office/drawing/2014/main" id="{69F1258D-1C8E-531C-5314-84D4E6F19E27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1" name="Google Shape;5475;p47">
                  <a:extLst>
                    <a:ext uri="{FF2B5EF4-FFF2-40B4-BE49-F238E27FC236}">
                      <a16:creationId xmlns:a16="http://schemas.microsoft.com/office/drawing/2014/main" id="{49DA3578-E4E6-22BC-D239-20F80D050A9A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2" name="Google Shape;5476;p47">
                  <a:extLst>
                    <a:ext uri="{FF2B5EF4-FFF2-40B4-BE49-F238E27FC236}">
                      <a16:creationId xmlns:a16="http://schemas.microsoft.com/office/drawing/2014/main" id="{9B551CD4-ECCA-5F0A-4F44-5EE44F463DED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3" name="Google Shape;5477;p47">
                  <a:extLst>
                    <a:ext uri="{FF2B5EF4-FFF2-40B4-BE49-F238E27FC236}">
                      <a16:creationId xmlns:a16="http://schemas.microsoft.com/office/drawing/2014/main" id="{D43DDB61-A875-E1B7-6814-74340643D559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4" name="Google Shape;5478;p47">
                  <a:extLst>
                    <a:ext uri="{FF2B5EF4-FFF2-40B4-BE49-F238E27FC236}">
                      <a16:creationId xmlns:a16="http://schemas.microsoft.com/office/drawing/2014/main" id="{CA2567AC-2544-2840-1154-51ECB1F794B2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5" name="Google Shape;5479;p47">
                  <a:extLst>
                    <a:ext uri="{FF2B5EF4-FFF2-40B4-BE49-F238E27FC236}">
                      <a16:creationId xmlns:a16="http://schemas.microsoft.com/office/drawing/2014/main" id="{D945DAA1-7690-F24B-5E29-C2A1D4D4C616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6" name="Google Shape;5480;p47">
                  <a:extLst>
                    <a:ext uri="{FF2B5EF4-FFF2-40B4-BE49-F238E27FC236}">
                      <a16:creationId xmlns:a16="http://schemas.microsoft.com/office/drawing/2014/main" id="{89EEE5F5-A637-E3FD-1A98-B7D579643E00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7" name="Google Shape;5481;p47">
                  <a:extLst>
                    <a:ext uri="{FF2B5EF4-FFF2-40B4-BE49-F238E27FC236}">
                      <a16:creationId xmlns:a16="http://schemas.microsoft.com/office/drawing/2014/main" id="{AF231C45-68B6-327E-8369-9AD57E6895FC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8" name="Google Shape;5482;p47">
                  <a:extLst>
                    <a:ext uri="{FF2B5EF4-FFF2-40B4-BE49-F238E27FC236}">
                      <a16:creationId xmlns:a16="http://schemas.microsoft.com/office/drawing/2014/main" id="{A5A61A07-69AA-5961-5FE5-FD14C5AF6FD2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9" name="Google Shape;5483;p47">
                  <a:extLst>
                    <a:ext uri="{FF2B5EF4-FFF2-40B4-BE49-F238E27FC236}">
                      <a16:creationId xmlns:a16="http://schemas.microsoft.com/office/drawing/2014/main" id="{6874D10B-28F5-E323-25F2-D45ACAD4BD46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0" name="Google Shape;5484;p47">
                  <a:extLst>
                    <a:ext uri="{FF2B5EF4-FFF2-40B4-BE49-F238E27FC236}">
                      <a16:creationId xmlns:a16="http://schemas.microsoft.com/office/drawing/2014/main" id="{A852400C-C5CD-D2D1-30ED-3FA8A8E7A9E8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1" name="Google Shape;5485;p47">
                  <a:extLst>
                    <a:ext uri="{FF2B5EF4-FFF2-40B4-BE49-F238E27FC236}">
                      <a16:creationId xmlns:a16="http://schemas.microsoft.com/office/drawing/2014/main" id="{AFBEE975-8EE0-4E74-69E9-B5B29E682793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295" name="Google Shape;5486;p47">
              <a:extLst>
                <a:ext uri="{FF2B5EF4-FFF2-40B4-BE49-F238E27FC236}">
                  <a16:creationId xmlns:a16="http://schemas.microsoft.com/office/drawing/2014/main" id="{E06D1E35-DB08-9735-D6AD-852F442DD787}"/>
                </a:ext>
              </a:extLst>
            </p:cNvPr>
            <p:cNvGrpSpPr/>
            <p:nvPr/>
          </p:nvGrpSpPr>
          <p:grpSpPr>
            <a:xfrm>
              <a:off x="7811021" y="3410212"/>
              <a:ext cx="491637" cy="986062"/>
              <a:chOff x="4225370" y="-782119"/>
              <a:chExt cx="299250" cy="600196"/>
            </a:xfrm>
          </p:grpSpPr>
          <p:sp>
            <p:nvSpPr>
              <p:cNvPr id="1834" name="Google Shape;5487;p47">
                <a:extLst>
                  <a:ext uri="{FF2B5EF4-FFF2-40B4-BE49-F238E27FC236}">
                    <a16:creationId xmlns:a16="http://schemas.microsoft.com/office/drawing/2014/main" id="{B2271E59-5175-E737-C963-669B4F1C7B5A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5" name="Google Shape;5488;p47">
                <a:extLst>
                  <a:ext uri="{FF2B5EF4-FFF2-40B4-BE49-F238E27FC236}">
                    <a16:creationId xmlns:a16="http://schemas.microsoft.com/office/drawing/2014/main" id="{74CAD343-64A0-008B-B32B-40EC8202267D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6" name="Google Shape;5489;p47">
                <a:extLst>
                  <a:ext uri="{FF2B5EF4-FFF2-40B4-BE49-F238E27FC236}">
                    <a16:creationId xmlns:a16="http://schemas.microsoft.com/office/drawing/2014/main" id="{F7CA6968-3F65-C770-5F23-8801A124A4F7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7" name="Google Shape;5490;p47">
                <a:extLst>
                  <a:ext uri="{FF2B5EF4-FFF2-40B4-BE49-F238E27FC236}">
                    <a16:creationId xmlns:a16="http://schemas.microsoft.com/office/drawing/2014/main" id="{EAD8F18B-CABC-F4DC-B022-EFC611973FB3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8" name="Google Shape;5491;p47">
                <a:extLst>
                  <a:ext uri="{FF2B5EF4-FFF2-40B4-BE49-F238E27FC236}">
                    <a16:creationId xmlns:a16="http://schemas.microsoft.com/office/drawing/2014/main" id="{90BE6D8A-AF16-EE58-75E4-64757D35C4E6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9" name="Google Shape;5492;p47">
                <a:extLst>
                  <a:ext uri="{FF2B5EF4-FFF2-40B4-BE49-F238E27FC236}">
                    <a16:creationId xmlns:a16="http://schemas.microsoft.com/office/drawing/2014/main" id="{D3A9DCB2-2954-213A-C199-4B8560C3A54B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0" name="Google Shape;5493;p47">
                <a:extLst>
                  <a:ext uri="{FF2B5EF4-FFF2-40B4-BE49-F238E27FC236}">
                    <a16:creationId xmlns:a16="http://schemas.microsoft.com/office/drawing/2014/main" id="{C25DD8F2-97B6-0EF3-F0D1-040A423847CC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1" name="Google Shape;5494;p47">
                <a:extLst>
                  <a:ext uri="{FF2B5EF4-FFF2-40B4-BE49-F238E27FC236}">
                    <a16:creationId xmlns:a16="http://schemas.microsoft.com/office/drawing/2014/main" id="{84546F5F-B8D1-CED5-A3BE-3171C7CDDC23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2" name="Google Shape;5495;p47">
                <a:extLst>
                  <a:ext uri="{FF2B5EF4-FFF2-40B4-BE49-F238E27FC236}">
                    <a16:creationId xmlns:a16="http://schemas.microsoft.com/office/drawing/2014/main" id="{DEFC6EC3-C611-2B7B-9A40-7EEBD53ACA1A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3" name="Google Shape;5496;p47">
                <a:extLst>
                  <a:ext uri="{FF2B5EF4-FFF2-40B4-BE49-F238E27FC236}">
                    <a16:creationId xmlns:a16="http://schemas.microsoft.com/office/drawing/2014/main" id="{3D545FAC-0024-A933-E9FA-BAA4F493E61D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4" name="Google Shape;5497;p47">
                <a:extLst>
                  <a:ext uri="{FF2B5EF4-FFF2-40B4-BE49-F238E27FC236}">
                    <a16:creationId xmlns:a16="http://schemas.microsoft.com/office/drawing/2014/main" id="{AD79FC14-8BAA-4A40-E3DF-4E4760BC840E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5" name="Google Shape;5498;p47">
                <a:extLst>
                  <a:ext uri="{FF2B5EF4-FFF2-40B4-BE49-F238E27FC236}">
                    <a16:creationId xmlns:a16="http://schemas.microsoft.com/office/drawing/2014/main" id="{4FE5362F-390E-9AC3-01BC-F32D0892A68F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6" name="Google Shape;5499;p47">
              <a:extLst>
                <a:ext uri="{FF2B5EF4-FFF2-40B4-BE49-F238E27FC236}">
                  <a16:creationId xmlns:a16="http://schemas.microsoft.com/office/drawing/2014/main" id="{5E1410EB-FADD-8B02-58FE-FCC6018684F0}"/>
                </a:ext>
              </a:extLst>
            </p:cNvPr>
            <p:cNvGrpSpPr/>
            <p:nvPr/>
          </p:nvGrpSpPr>
          <p:grpSpPr>
            <a:xfrm>
              <a:off x="6459400" y="1053677"/>
              <a:ext cx="364101" cy="822618"/>
              <a:chOff x="-4142100" y="577427"/>
              <a:chExt cx="364101" cy="822618"/>
            </a:xfrm>
          </p:grpSpPr>
          <p:sp>
            <p:nvSpPr>
              <p:cNvPr id="1789" name="Google Shape;5500;p47">
                <a:extLst>
                  <a:ext uri="{FF2B5EF4-FFF2-40B4-BE49-F238E27FC236}">
                    <a16:creationId xmlns:a16="http://schemas.microsoft.com/office/drawing/2014/main" id="{449CC8AB-B155-B607-C0F4-CDC29A5AEE42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0" name="Google Shape;5501;p47">
                <a:extLst>
                  <a:ext uri="{FF2B5EF4-FFF2-40B4-BE49-F238E27FC236}">
                    <a16:creationId xmlns:a16="http://schemas.microsoft.com/office/drawing/2014/main" id="{78F0EF14-FD38-5AC0-5CE0-89D8DDB7FF7E}"/>
                  </a:ext>
                </a:extLst>
              </p:cNvPr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1" name="Google Shape;5502;p47">
                <a:extLst>
                  <a:ext uri="{FF2B5EF4-FFF2-40B4-BE49-F238E27FC236}">
                    <a16:creationId xmlns:a16="http://schemas.microsoft.com/office/drawing/2014/main" id="{4254C525-063A-D24E-9210-8CB1234DD3C4}"/>
                  </a:ext>
                </a:extLst>
              </p:cNvPr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2" name="Google Shape;5503;p47">
                <a:extLst>
                  <a:ext uri="{FF2B5EF4-FFF2-40B4-BE49-F238E27FC236}">
                    <a16:creationId xmlns:a16="http://schemas.microsoft.com/office/drawing/2014/main" id="{C09A4908-AB88-7A01-42E9-7B44E057AAEE}"/>
                  </a:ext>
                </a:extLst>
              </p:cNvPr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3" name="Google Shape;5504;p47">
                <a:extLst>
                  <a:ext uri="{FF2B5EF4-FFF2-40B4-BE49-F238E27FC236}">
                    <a16:creationId xmlns:a16="http://schemas.microsoft.com/office/drawing/2014/main" id="{8C929911-C2E4-A841-B61B-ABCFE977CABB}"/>
                  </a:ext>
                </a:extLst>
              </p:cNvPr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4" name="Google Shape;5505;p47">
                <a:extLst>
                  <a:ext uri="{FF2B5EF4-FFF2-40B4-BE49-F238E27FC236}">
                    <a16:creationId xmlns:a16="http://schemas.microsoft.com/office/drawing/2014/main" id="{DB3900CA-2E09-2CEA-8AFB-322FFD55D52B}"/>
                  </a:ext>
                </a:extLst>
              </p:cNvPr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5" name="Google Shape;5506;p47">
                <a:extLst>
                  <a:ext uri="{FF2B5EF4-FFF2-40B4-BE49-F238E27FC236}">
                    <a16:creationId xmlns:a16="http://schemas.microsoft.com/office/drawing/2014/main" id="{AD8F3B58-C93F-2AA5-E462-5ADC4B671279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6" name="Google Shape;5507;p47">
                <a:extLst>
                  <a:ext uri="{FF2B5EF4-FFF2-40B4-BE49-F238E27FC236}">
                    <a16:creationId xmlns:a16="http://schemas.microsoft.com/office/drawing/2014/main" id="{5187C6F0-27F0-875D-22B7-0A311342455A}"/>
                  </a:ext>
                </a:extLst>
              </p:cNvPr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7" name="Google Shape;5508;p47">
                <a:extLst>
                  <a:ext uri="{FF2B5EF4-FFF2-40B4-BE49-F238E27FC236}">
                    <a16:creationId xmlns:a16="http://schemas.microsoft.com/office/drawing/2014/main" id="{10EE1531-251C-AD0F-0A6E-14B13E4DA21D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8" name="Google Shape;5509;p47">
                <a:extLst>
                  <a:ext uri="{FF2B5EF4-FFF2-40B4-BE49-F238E27FC236}">
                    <a16:creationId xmlns:a16="http://schemas.microsoft.com/office/drawing/2014/main" id="{E26DB78C-0192-CCFA-4D6A-BC1BD6D2B3BB}"/>
                  </a:ext>
                </a:extLst>
              </p:cNvPr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9" name="Google Shape;5510;p47">
                <a:extLst>
                  <a:ext uri="{FF2B5EF4-FFF2-40B4-BE49-F238E27FC236}">
                    <a16:creationId xmlns:a16="http://schemas.microsoft.com/office/drawing/2014/main" id="{C4FEBBE2-E3C4-459A-2D2F-C0606078678D}"/>
                  </a:ext>
                </a:extLst>
              </p:cNvPr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0" name="Google Shape;5511;p47">
                <a:extLst>
                  <a:ext uri="{FF2B5EF4-FFF2-40B4-BE49-F238E27FC236}">
                    <a16:creationId xmlns:a16="http://schemas.microsoft.com/office/drawing/2014/main" id="{1986F420-7C25-2964-31C2-92E59261B4F7}"/>
                  </a:ext>
                </a:extLst>
              </p:cNvPr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1" name="Google Shape;5512;p47">
                <a:extLst>
                  <a:ext uri="{FF2B5EF4-FFF2-40B4-BE49-F238E27FC236}">
                    <a16:creationId xmlns:a16="http://schemas.microsoft.com/office/drawing/2014/main" id="{4B01385F-06D4-2EB7-64F4-B6289492B9CB}"/>
                  </a:ext>
                </a:extLst>
              </p:cNvPr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2" name="Google Shape;5513;p47">
                <a:extLst>
                  <a:ext uri="{FF2B5EF4-FFF2-40B4-BE49-F238E27FC236}">
                    <a16:creationId xmlns:a16="http://schemas.microsoft.com/office/drawing/2014/main" id="{0680C18B-BDF8-C769-8A37-41839D4114D0}"/>
                  </a:ext>
                </a:extLst>
              </p:cNvPr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3" name="Google Shape;5514;p47">
                <a:extLst>
                  <a:ext uri="{FF2B5EF4-FFF2-40B4-BE49-F238E27FC236}">
                    <a16:creationId xmlns:a16="http://schemas.microsoft.com/office/drawing/2014/main" id="{E6DD879D-8B5E-D58D-8D24-0442C8ED874B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4" name="Google Shape;5515;p47">
                <a:extLst>
                  <a:ext uri="{FF2B5EF4-FFF2-40B4-BE49-F238E27FC236}">
                    <a16:creationId xmlns:a16="http://schemas.microsoft.com/office/drawing/2014/main" id="{64B7299C-0D85-BE86-1B38-79868F0B291C}"/>
                  </a:ext>
                </a:extLst>
              </p:cNvPr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5" name="Google Shape;5516;p47">
                <a:extLst>
                  <a:ext uri="{FF2B5EF4-FFF2-40B4-BE49-F238E27FC236}">
                    <a16:creationId xmlns:a16="http://schemas.microsoft.com/office/drawing/2014/main" id="{D97ADE36-B9D6-0F54-313D-B1FC9D1D673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6" name="Google Shape;5517;p47">
                <a:extLst>
                  <a:ext uri="{FF2B5EF4-FFF2-40B4-BE49-F238E27FC236}">
                    <a16:creationId xmlns:a16="http://schemas.microsoft.com/office/drawing/2014/main" id="{838ACDFB-C8D9-BEE8-FE4F-8EACBF7F5DC6}"/>
                  </a:ext>
                </a:extLst>
              </p:cNvPr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7" name="Google Shape;5518;p47">
                <a:extLst>
                  <a:ext uri="{FF2B5EF4-FFF2-40B4-BE49-F238E27FC236}">
                    <a16:creationId xmlns:a16="http://schemas.microsoft.com/office/drawing/2014/main" id="{55CC4D96-EC07-5820-C4AB-29921CFFF50D}"/>
                  </a:ext>
                </a:extLst>
              </p:cNvPr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8" name="Google Shape;5519;p47">
                <a:extLst>
                  <a:ext uri="{FF2B5EF4-FFF2-40B4-BE49-F238E27FC236}">
                    <a16:creationId xmlns:a16="http://schemas.microsoft.com/office/drawing/2014/main" id="{EE994688-CB04-5506-9899-EB1A17F54934}"/>
                  </a:ext>
                </a:extLst>
              </p:cNvPr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9" name="Google Shape;5520;p47">
                <a:extLst>
                  <a:ext uri="{FF2B5EF4-FFF2-40B4-BE49-F238E27FC236}">
                    <a16:creationId xmlns:a16="http://schemas.microsoft.com/office/drawing/2014/main" id="{85862700-D84B-0295-4BBD-46146CB10B67}"/>
                  </a:ext>
                </a:extLst>
              </p:cNvPr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0" name="Google Shape;5521;p47">
                <a:extLst>
                  <a:ext uri="{FF2B5EF4-FFF2-40B4-BE49-F238E27FC236}">
                    <a16:creationId xmlns:a16="http://schemas.microsoft.com/office/drawing/2014/main" id="{EEC6000E-A88D-68FA-6851-D45D4DAEBA4A}"/>
                  </a:ext>
                </a:extLst>
              </p:cNvPr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1" name="Google Shape;5522;p47">
                <a:extLst>
                  <a:ext uri="{FF2B5EF4-FFF2-40B4-BE49-F238E27FC236}">
                    <a16:creationId xmlns:a16="http://schemas.microsoft.com/office/drawing/2014/main" id="{B0998540-E77A-334A-56B4-86B21E9B2F82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2" name="Google Shape;5523;p47">
                <a:extLst>
                  <a:ext uri="{FF2B5EF4-FFF2-40B4-BE49-F238E27FC236}">
                    <a16:creationId xmlns:a16="http://schemas.microsoft.com/office/drawing/2014/main" id="{AEBC0C9C-F5B0-1D0F-618F-3FD1D958A16B}"/>
                  </a:ext>
                </a:extLst>
              </p:cNvPr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3" name="Google Shape;5524;p47">
                <a:extLst>
                  <a:ext uri="{FF2B5EF4-FFF2-40B4-BE49-F238E27FC236}">
                    <a16:creationId xmlns:a16="http://schemas.microsoft.com/office/drawing/2014/main" id="{39FFE2DC-6C49-5F09-8C03-286E813EDF4B}"/>
                  </a:ext>
                </a:extLst>
              </p:cNvPr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4" name="Google Shape;5525;p47">
                <a:extLst>
                  <a:ext uri="{FF2B5EF4-FFF2-40B4-BE49-F238E27FC236}">
                    <a16:creationId xmlns:a16="http://schemas.microsoft.com/office/drawing/2014/main" id="{0F481EEF-FBE5-12FC-F502-5572B9317468}"/>
                  </a:ext>
                </a:extLst>
              </p:cNvPr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5" name="Google Shape;5526;p47">
                <a:extLst>
                  <a:ext uri="{FF2B5EF4-FFF2-40B4-BE49-F238E27FC236}">
                    <a16:creationId xmlns:a16="http://schemas.microsoft.com/office/drawing/2014/main" id="{918CE0DF-3C6F-B81E-395B-FD1304A18B75}"/>
                  </a:ext>
                </a:extLst>
              </p:cNvPr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6" name="Google Shape;5527;p47">
                <a:extLst>
                  <a:ext uri="{FF2B5EF4-FFF2-40B4-BE49-F238E27FC236}">
                    <a16:creationId xmlns:a16="http://schemas.microsoft.com/office/drawing/2014/main" id="{315442BB-93C2-9F45-3352-D62F59E7A745}"/>
                  </a:ext>
                </a:extLst>
              </p:cNvPr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7" name="Google Shape;5528;p47">
                <a:extLst>
                  <a:ext uri="{FF2B5EF4-FFF2-40B4-BE49-F238E27FC236}">
                    <a16:creationId xmlns:a16="http://schemas.microsoft.com/office/drawing/2014/main" id="{5AA82480-2E7C-3E30-F60E-540771ADB05B}"/>
                  </a:ext>
                </a:extLst>
              </p:cNvPr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8" name="Google Shape;5529;p47">
                <a:extLst>
                  <a:ext uri="{FF2B5EF4-FFF2-40B4-BE49-F238E27FC236}">
                    <a16:creationId xmlns:a16="http://schemas.microsoft.com/office/drawing/2014/main" id="{4E1C7123-7E78-FDEA-DC4D-6A53FBEB558F}"/>
                  </a:ext>
                </a:extLst>
              </p:cNvPr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9" name="Google Shape;5530;p47">
                <a:extLst>
                  <a:ext uri="{FF2B5EF4-FFF2-40B4-BE49-F238E27FC236}">
                    <a16:creationId xmlns:a16="http://schemas.microsoft.com/office/drawing/2014/main" id="{D7D9E314-6C9E-86E6-835E-A91441F02793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0" name="Google Shape;5531;p47">
                <a:extLst>
                  <a:ext uri="{FF2B5EF4-FFF2-40B4-BE49-F238E27FC236}">
                    <a16:creationId xmlns:a16="http://schemas.microsoft.com/office/drawing/2014/main" id="{DEDB66A6-AC49-C07C-47F9-562D02A65511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1" name="Google Shape;5532;p47">
                <a:extLst>
                  <a:ext uri="{FF2B5EF4-FFF2-40B4-BE49-F238E27FC236}">
                    <a16:creationId xmlns:a16="http://schemas.microsoft.com/office/drawing/2014/main" id="{4F902206-43F0-9B66-0053-52D96AE64B92}"/>
                  </a:ext>
                </a:extLst>
              </p:cNvPr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2" name="Google Shape;5533;p47">
                <a:extLst>
                  <a:ext uri="{FF2B5EF4-FFF2-40B4-BE49-F238E27FC236}">
                    <a16:creationId xmlns:a16="http://schemas.microsoft.com/office/drawing/2014/main" id="{96B92501-7E82-4D36-84C6-C960F21ADA89}"/>
                  </a:ext>
                </a:extLst>
              </p:cNvPr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3" name="Google Shape;5534;p47">
                <a:extLst>
                  <a:ext uri="{FF2B5EF4-FFF2-40B4-BE49-F238E27FC236}">
                    <a16:creationId xmlns:a16="http://schemas.microsoft.com/office/drawing/2014/main" id="{148C0205-5AD5-36AB-75CC-B9A7468321BA}"/>
                  </a:ext>
                </a:extLst>
              </p:cNvPr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4" name="Google Shape;5535;p47">
                <a:extLst>
                  <a:ext uri="{FF2B5EF4-FFF2-40B4-BE49-F238E27FC236}">
                    <a16:creationId xmlns:a16="http://schemas.microsoft.com/office/drawing/2014/main" id="{2A4DD80A-E775-5963-1C68-34E4AB98A79E}"/>
                  </a:ext>
                </a:extLst>
              </p:cNvPr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5" name="Google Shape;5536;p47">
                <a:extLst>
                  <a:ext uri="{FF2B5EF4-FFF2-40B4-BE49-F238E27FC236}">
                    <a16:creationId xmlns:a16="http://schemas.microsoft.com/office/drawing/2014/main" id="{56BC0658-E865-594A-B187-EDC0AE857737}"/>
                  </a:ext>
                </a:extLst>
              </p:cNvPr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6" name="Google Shape;5537;p47">
                <a:extLst>
                  <a:ext uri="{FF2B5EF4-FFF2-40B4-BE49-F238E27FC236}">
                    <a16:creationId xmlns:a16="http://schemas.microsoft.com/office/drawing/2014/main" id="{CFBBC198-0B21-25BB-618C-18C647FF684E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7" name="Google Shape;5538;p47">
                <a:extLst>
                  <a:ext uri="{FF2B5EF4-FFF2-40B4-BE49-F238E27FC236}">
                    <a16:creationId xmlns:a16="http://schemas.microsoft.com/office/drawing/2014/main" id="{6A0CC9F5-D888-B28A-AD18-7275CE251B26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8" name="Google Shape;5539;p47">
                <a:extLst>
                  <a:ext uri="{FF2B5EF4-FFF2-40B4-BE49-F238E27FC236}">
                    <a16:creationId xmlns:a16="http://schemas.microsoft.com/office/drawing/2014/main" id="{3FB7DC9E-5255-5A24-5F04-1EAEBBE465E1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9" name="Google Shape;5540;p47">
                <a:extLst>
                  <a:ext uri="{FF2B5EF4-FFF2-40B4-BE49-F238E27FC236}">
                    <a16:creationId xmlns:a16="http://schemas.microsoft.com/office/drawing/2014/main" id="{9FF92B51-373B-80C6-CAB9-A4DB96CBBD50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0" name="Google Shape;5541;p47">
                <a:extLst>
                  <a:ext uri="{FF2B5EF4-FFF2-40B4-BE49-F238E27FC236}">
                    <a16:creationId xmlns:a16="http://schemas.microsoft.com/office/drawing/2014/main" id="{E854A965-58E9-9A52-CF4E-0888D62D795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1" name="Google Shape;5542;p47">
                <a:extLst>
                  <a:ext uri="{FF2B5EF4-FFF2-40B4-BE49-F238E27FC236}">
                    <a16:creationId xmlns:a16="http://schemas.microsoft.com/office/drawing/2014/main" id="{E242DA3A-B1A3-8838-0459-97C25EDBAF37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2" name="Google Shape;5543;p47">
                <a:extLst>
                  <a:ext uri="{FF2B5EF4-FFF2-40B4-BE49-F238E27FC236}">
                    <a16:creationId xmlns:a16="http://schemas.microsoft.com/office/drawing/2014/main" id="{76C367BE-20EB-1DD9-B7E0-49E2304827DE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3" name="Google Shape;5544;p47">
                <a:extLst>
                  <a:ext uri="{FF2B5EF4-FFF2-40B4-BE49-F238E27FC236}">
                    <a16:creationId xmlns:a16="http://schemas.microsoft.com/office/drawing/2014/main" id="{666F8A0B-2B66-E52D-B530-1D5938317510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7" name="Google Shape;5545;p47">
              <a:extLst>
                <a:ext uri="{FF2B5EF4-FFF2-40B4-BE49-F238E27FC236}">
                  <a16:creationId xmlns:a16="http://schemas.microsoft.com/office/drawing/2014/main" id="{AC131702-8488-D31D-7CD3-C86EECC88D41}"/>
                </a:ext>
              </a:extLst>
            </p:cNvPr>
            <p:cNvGrpSpPr/>
            <p:nvPr/>
          </p:nvGrpSpPr>
          <p:grpSpPr>
            <a:xfrm>
              <a:off x="6049017" y="3621184"/>
              <a:ext cx="304008" cy="564114"/>
              <a:chOff x="6058230" y="-2567239"/>
              <a:chExt cx="663194" cy="1230616"/>
            </a:xfrm>
          </p:grpSpPr>
          <p:sp>
            <p:nvSpPr>
              <p:cNvPr id="1755" name="Google Shape;5546;p47">
                <a:extLst>
                  <a:ext uri="{FF2B5EF4-FFF2-40B4-BE49-F238E27FC236}">
                    <a16:creationId xmlns:a16="http://schemas.microsoft.com/office/drawing/2014/main" id="{2946EB30-AE38-6F83-AE99-0098EA034270}"/>
                  </a:ext>
                </a:extLst>
              </p:cNvPr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6" name="Google Shape;5547;p47">
                <a:extLst>
                  <a:ext uri="{FF2B5EF4-FFF2-40B4-BE49-F238E27FC236}">
                    <a16:creationId xmlns:a16="http://schemas.microsoft.com/office/drawing/2014/main" id="{5FA7553D-4A5B-B9E0-BC4A-2A481CA28235}"/>
                  </a:ext>
                </a:extLst>
              </p:cNvPr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7" name="Google Shape;5548;p47">
                <a:extLst>
                  <a:ext uri="{FF2B5EF4-FFF2-40B4-BE49-F238E27FC236}">
                    <a16:creationId xmlns:a16="http://schemas.microsoft.com/office/drawing/2014/main" id="{50438FB3-3059-E4AA-71C9-A46A041E6109}"/>
                  </a:ext>
                </a:extLst>
              </p:cNvPr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8" name="Google Shape;5549;p47">
                <a:extLst>
                  <a:ext uri="{FF2B5EF4-FFF2-40B4-BE49-F238E27FC236}">
                    <a16:creationId xmlns:a16="http://schemas.microsoft.com/office/drawing/2014/main" id="{E18017DC-907F-50AE-9C75-B05D0DC81144}"/>
                  </a:ext>
                </a:extLst>
              </p:cNvPr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9" name="Google Shape;5550;p47">
                <a:extLst>
                  <a:ext uri="{FF2B5EF4-FFF2-40B4-BE49-F238E27FC236}">
                    <a16:creationId xmlns:a16="http://schemas.microsoft.com/office/drawing/2014/main" id="{F5C85D2E-574E-BDB5-B6E5-C3B08F7E1240}"/>
                  </a:ext>
                </a:extLst>
              </p:cNvPr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0" name="Google Shape;5551;p47">
                <a:extLst>
                  <a:ext uri="{FF2B5EF4-FFF2-40B4-BE49-F238E27FC236}">
                    <a16:creationId xmlns:a16="http://schemas.microsoft.com/office/drawing/2014/main" id="{89823353-3CCF-8084-7AFB-812074D3CF09}"/>
                  </a:ext>
                </a:extLst>
              </p:cNvPr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1" name="Google Shape;5552;p47">
                <a:extLst>
                  <a:ext uri="{FF2B5EF4-FFF2-40B4-BE49-F238E27FC236}">
                    <a16:creationId xmlns:a16="http://schemas.microsoft.com/office/drawing/2014/main" id="{F4105699-92DE-3D45-30A5-5369F8BE30DB}"/>
                  </a:ext>
                </a:extLst>
              </p:cNvPr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2" name="Google Shape;5553;p47">
                <a:extLst>
                  <a:ext uri="{FF2B5EF4-FFF2-40B4-BE49-F238E27FC236}">
                    <a16:creationId xmlns:a16="http://schemas.microsoft.com/office/drawing/2014/main" id="{D69BB3F6-ED52-69D0-A78E-14A0D69AA688}"/>
                  </a:ext>
                </a:extLst>
              </p:cNvPr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3" name="Google Shape;5554;p47">
                <a:extLst>
                  <a:ext uri="{FF2B5EF4-FFF2-40B4-BE49-F238E27FC236}">
                    <a16:creationId xmlns:a16="http://schemas.microsoft.com/office/drawing/2014/main" id="{6F903992-66A5-251C-303C-47A3C7744A8C}"/>
                  </a:ext>
                </a:extLst>
              </p:cNvPr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4" name="Google Shape;5555;p47">
                <a:extLst>
                  <a:ext uri="{FF2B5EF4-FFF2-40B4-BE49-F238E27FC236}">
                    <a16:creationId xmlns:a16="http://schemas.microsoft.com/office/drawing/2014/main" id="{3391CF07-5A56-CE27-E20A-E9F612E3B760}"/>
                  </a:ext>
                </a:extLst>
              </p:cNvPr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5" name="Google Shape;5556;p47">
                <a:extLst>
                  <a:ext uri="{FF2B5EF4-FFF2-40B4-BE49-F238E27FC236}">
                    <a16:creationId xmlns:a16="http://schemas.microsoft.com/office/drawing/2014/main" id="{5FE98A4F-4C22-5FB2-5318-1370409152D0}"/>
                  </a:ext>
                </a:extLst>
              </p:cNvPr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6" name="Google Shape;5557;p47">
                <a:extLst>
                  <a:ext uri="{FF2B5EF4-FFF2-40B4-BE49-F238E27FC236}">
                    <a16:creationId xmlns:a16="http://schemas.microsoft.com/office/drawing/2014/main" id="{0CB88DA9-7DDA-763A-4FE9-7E7E7995F93B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7" name="Google Shape;5558;p47">
                <a:extLst>
                  <a:ext uri="{FF2B5EF4-FFF2-40B4-BE49-F238E27FC236}">
                    <a16:creationId xmlns:a16="http://schemas.microsoft.com/office/drawing/2014/main" id="{A9E7666C-53DC-C598-55C2-F0305088B866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8" name="Google Shape;5559;p47">
                <a:extLst>
                  <a:ext uri="{FF2B5EF4-FFF2-40B4-BE49-F238E27FC236}">
                    <a16:creationId xmlns:a16="http://schemas.microsoft.com/office/drawing/2014/main" id="{738772DF-3BAB-38D3-AF16-C2AC893ACB4A}"/>
                  </a:ext>
                </a:extLst>
              </p:cNvPr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9" name="Google Shape;5560;p47">
                <a:extLst>
                  <a:ext uri="{FF2B5EF4-FFF2-40B4-BE49-F238E27FC236}">
                    <a16:creationId xmlns:a16="http://schemas.microsoft.com/office/drawing/2014/main" id="{365F8199-5A7F-14C8-42DF-902C2F08BED0}"/>
                  </a:ext>
                </a:extLst>
              </p:cNvPr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0" name="Google Shape;5561;p47">
                <a:extLst>
                  <a:ext uri="{FF2B5EF4-FFF2-40B4-BE49-F238E27FC236}">
                    <a16:creationId xmlns:a16="http://schemas.microsoft.com/office/drawing/2014/main" id="{E5E0895E-1948-F868-3756-BEB0FAB4A04C}"/>
                  </a:ext>
                </a:extLst>
              </p:cNvPr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1" name="Google Shape;5562;p47">
                <a:extLst>
                  <a:ext uri="{FF2B5EF4-FFF2-40B4-BE49-F238E27FC236}">
                    <a16:creationId xmlns:a16="http://schemas.microsoft.com/office/drawing/2014/main" id="{9EE27B2B-A535-19BE-F164-604354C89667}"/>
                  </a:ext>
                </a:extLst>
              </p:cNvPr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2" name="Google Shape;5563;p47">
                <a:extLst>
                  <a:ext uri="{FF2B5EF4-FFF2-40B4-BE49-F238E27FC236}">
                    <a16:creationId xmlns:a16="http://schemas.microsoft.com/office/drawing/2014/main" id="{05AE9DE4-2743-00D8-986D-13041426BDB1}"/>
                  </a:ext>
                </a:extLst>
              </p:cNvPr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3" name="Google Shape;5564;p47">
                <a:extLst>
                  <a:ext uri="{FF2B5EF4-FFF2-40B4-BE49-F238E27FC236}">
                    <a16:creationId xmlns:a16="http://schemas.microsoft.com/office/drawing/2014/main" id="{EF1E42F6-5973-9280-E4AB-21F3CD408F00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4" name="Google Shape;5565;p47">
                <a:extLst>
                  <a:ext uri="{FF2B5EF4-FFF2-40B4-BE49-F238E27FC236}">
                    <a16:creationId xmlns:a16="http://schemas.microsoft.com/office/drawing/2014/main" id="{0E9EE977-4DE5-BEDA-4D1D-C558481B85AC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5" name="Google Shape;5566;p47">
                <a:extLst>
                  <a:ext uri="{FF2B5EF4-FFF2-40B4-BE49-F238E27FC236}">
                    <a16:creationId xmlns:a16="http://schemas.microsoft.com/office/drawing/2014/main" id="{9A4DE0C2-D865-5A21-7563-01BD431A0E91}"/>
                  </a:ext>
                </a:extLst>
              </p:cNvPr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6" name="Google Shape;5567;p47">
                <a:extLst>
                  <a:ext uri="{FF2B5EF4-FFF2-40B4-BE49-F238E27FC236}">
                    <a16:creationId xmlns:a16="http://schemas.microsoft.com/office/drawing/2014/main" id="{633285B9-E684-1C31-5C0B-309B86A44E9B}"/>
                  </a:ext>
                </a:extLst>
              </p:cNvPr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7" name="Google Shape;5568;p47">
                <a:extLst>
                  <a:ext uri="{FF2B5EF4-FFF2-40B4-BE49-F238E27FC236}">
                    <a16:creationId xmlns:a16="http://schemas.microsoft.com/office/drawing/2014/main" id="{3E08118D-E283-47A5-752D-A63C2A108EEE}"/>
                  </a:ext>
                </a:extLst>
              </p:cNvPr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8" name="Google Shape;5569;p47">
                <a:extLst>
                  <a:ext uri="{FF2B5EF4-FFF2-40B4-BE49-F238E27FC236}">
                    <a16:creationId xmlns:a16="http://schemas.microsoft.com/office/drawing/2014/main" id="{C279831E-DF2F-556A-0F73-C94FD2424AEE}"/>
                  </a:ext>
                </a:extLst>
              </p:cNvPr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9" name="Google Shape;5570;p47">
                <a:extLst>
                  <a:ext uri="{FF2B5EF4-FFF2-40B4-BE49-F238E27FC236}">
                    <a16:creationId xmlns:a16="http://schemas.microsoft.com/office/drawing/2014/main" id="{64007973-15ED-1803-4056-440CFDAFBEC7}"/>
                  </a:ext>
                </a:extLst>
              </p:cNvPr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0" name="Google Shape;5571;p47">
                <a:extLst>
                  <a:ext uri="{FF2B5EF4-FFF2-40B4-BE49-F238E27FC236}">
                    <a16:creationId xmlns:a16="http://schemas.microsoft.com/office/drawing/2014/main" id="{31DE9849-08B7-8AA5-F9C1-F2D28C549066}"/>
                  </a:ext>
                </a:extLst>
              </p:cNvPr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1" name="Google Shape;5572;p47">
                <a:extLst>
                  <a:ext uri="{FF2B5EF4-FFF2-40B4-BE49-F238E27FC236}">
                    <a16:creationId xmlns:a16="http://schemas.microsoft.com/office/drawing/2014/main" id="{648AE4CC-A9E6-6112-82F5-4E8AF3EED867}"/>
                  </a:ext>
                </a:extLst>
              </p:cNvPr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2" name="Google Shape;5573;p47">
                <a:extLst>
                  <a:ext uri="{FF2B5EF4-FFF2-40B4-BE49-F238E27FC236}">
                    <a16:creationId xmlns:a16="http://schemas.microsoft.com/office/drawing/2014/main" id="{6F70E978-893B-A9F9-AAED-9F9F4629802A}"/>
                  </a:ext>
                </a:extLst>
              </p:cNvPr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3" name="Google Shape;5574;p47">
                <a:extLst>
                  <a:ext uri="{FF2B5EF4-FFF2-40B4-BE49-F238E27FC236}">
                    <a16:creationId xmlns:a16="http://schemas.microsoft.com/office/drawing/2014/main" id="{1D095512-5C2E-A5DA-A658-A9695A36D346}"/>
                  </a:ext>
                </a:extLst>
              </p:cNvPr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4" name="Google Shape;5575;p47">
                <a:extLst>
                  <a:ext uri="{FF2B5EF4-FFF2-40B4-BE49-F238E27FC236}">
                    <a16:creationId xmlns:a16="http://schemas.microsoft.com/office/drawing/2014/main" id="{4E402D02-436D-2D86-E866-8D397B8971E4}"/>
                  </a:ext>
                </a:extLst>
              </p:cNvPr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5" name="Google Shape;5576;p47">
                <a:extLst>
                  <a:ext uri="{FF2B5EF4-FFF2-40B4-BE49-F238E27FC236}">
                    <a16:creationId xmlns:a16="http://schemas.microsoft.com/office/drawing/2014/main" id="{2FBC5EC7-3069-C92F-445D-653400685539}"/>
                  </a:ext>
                </a:extLst>
              </p:cNvPr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6" name="Google Shape;5577;p47">
                <a:extLst>
                  <a:ext uri="{FF2B5EF4-FFF2-40B4-BE49-F238E27FC236}">
                    <a16:creationId xmlns:a16="http://schemas.microsoft.com/office/drawing/2014/main" id="{68AFEC98-993E-4E08-EDBA-DA6FC7763B75}"/>
                  </a:ext>
                </a:extLst>
              </p:cNvPr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7" name="Google Shape;5578;p47">
                <a:extLst>
                  <a:ext uri="{FF2B5EF4-FFF2-40B4-BE49-F238E27FC236}">
                    <a16:creationId xmlns:a16="http://schemas.microsoft.com/office/drawing/2014/main" id="{ACADAE70-71E3-07AD-F889-FC9834923A82}"/>
                  </a:ext>
                </a:extLst>
              </p:cNvPr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8" name="Google Shape;5579;p47">
                <a:extLst>
                  <a:ext uri="{FF2B5EF4-FFF2-40B4-BE49-F238E27FC236}">
                    <a16:creationId xmlns:a16="http://schemas.microsoft.com/office/drawing/2014/main" id="{82BCB2A4-1A52-21FE-0349-C60909CC9CA6}"/>
                  </a:ext>
                </a:extLst>
              </p:cNvPr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8" name="Google Shape;5580;p47">
              <a:extLst>
                <a:ext uri="{FF2B5EF4-FFF2-40B4-BE49-F238E27FC236}">
                  <a16:creationId xmlns:a16="http://schemas.microsoft.com/office/drawing/2014/main" id="{DE0F1AD6-265E-695E-EDDC-5A19A5C7A60C}"/>
                </a:ext>
              </a:extLst>
            </p:cNvPr>
            <p:cNvGrpSpPr/>
            <p:nvPr/>
          </p:nvGrpSpPr>
          <p:grpSpPr>
            <a:xfrm>
              <a:off x="7798664" y="783526"/>
              <a:ext cx="516340" cy="1362905"/>
              <a:chOff x="9791151" y="-1806999"/>
              <a:chExt cx="516340" cy="1362905"/>
            </a:xfrm>
          </p:grpSpPr>
          <p:sp>
            <p:nvSpPr>
              <p:cNvPr id="1712" name="Google Shape;5581;p47">
                <a:extLst>
                  <a:ext uri="{FF2B5EF4-FFF2-40B4-BE49-F238E27FC236}">
                    <a16:creationId xmlns:a16="http://schemas.microsoft.com/office/drawing/2014/main" id="{477E673C-E29B-53F4-D490-C10AC3A03A87}"/>
                  </a:ext>
                </a:extLst>
              </p:cNvPr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3" name="Google Shape;5582;p47">
                <a:extLst>
                  <a:ext uri="{FF2B5EF4-FFF2-40B4-BE49-F238E27FC236}">
                    <a16:creationId xmlns:a16="http://schemas.microsoft.com/office/drawing/2014/main" id="{6BF7D06F-8C5E-37E0-E0BB-AA6B024BDEBB}"/>
                  </a:ext>
                </a:extLst>
              </p:cNvPr>
              <p:cNvSpPr/>
              <p:nvPr/>
            </p:nvSpPr>
            <p:spPr>
              <a:xfrm>
                <a:off x="9989978" y="-884287"/>
                <a:ext cx="15520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4" name="Google Shape;5583;p47">
                <a:extLst>
                  <a:ext uri="{FF2B5EF4-FFF2-40B4-BE49-F238E27FC236}">
                    <a16:creationId xmlns:a16="http://schemas.microsoft.com/office/drawing/2014/main" id="{A71D711D-7EB2-4306-D711-3AE8FBA0C4A8}"/>
                  </a:ext>
                </a:extLst>
              </p:cNvPr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5" name="Google Shape;5584;p47">
                <a:extLst>
                  <a:ext uri="{FF2B5EF4-FFF2-40B4-BE49-F238E27FC236}">
                    <a16:creationId xmlns:a16="http://schemas.microsoft.com/office/drawing/2014/main" id="{05F37F18-ED3B-0A8B-2A2B-6DDF2F346342}"/>
                  </a:ext>
                </a:extLst>
              </p:cNvPr>
              <p:cNvSpPr/>
              <p:nvPr/>
            </p:nvSpPr>
            <p:spPr>
              <a:xfrm>
                <a:off x="9986057" y="-876608"/>
                <a:ext cx="19441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6" name="Google Shape;5585;p47">
                <a:extLst>
                  <a:ext uri="{FF2B5EF4-FFF2-40B4-BE49-F238E27FC236}">
                    <a16:creationId xmlns:a16="http://schemas.microsoft.com/office/drawing/2014/main" id="{F187A255-F628-2542-345E-FD048433E72E}"/>
                  </a:ext>
                </a:extLst>
              </p:cNvPr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7" name="Google Shape;5586;p47">
                <a:extLst>
                  <a:ext uri="{FF2B5EF4-FFF2-40B4-BE49-F238E27FC236}">
                    <a16:creationId xmlns:a16="http://schemas.microsoft.com/office/drawing/2014/main" id="{8D6F33CC-6617-008A-0C68-524F38F8C2E6}"/>
                  </a:ext>
                </a:extLst>
              </p:cNvPr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8" name="Google Shape;5587;p47">
                <a:extLst>
                  <a:ext uri="{FF2B5EF4-FFF2-40B4-BE49-F238E27FC236}">
                    <a16:creationId xmlns:a16="http://schemas.microsoft.com/office/drawing/2014/main" id="{9AB84269-7138-6296-2849-242B98E169E8}"/>
                  </a:ext>
                </a:extLst>
              </p:cNvPr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9" name="Google Shape;5588;p47">
                <a:extLst>
                  <a:ext uri="{FF2B5EF4-FFF2-40B4-BE49-F238E27FC236}">
                    <a16:creationId xmlns:a16="http://schemas.microsoft.com/office/drawing/2014/main" id="{DB64690A-DC50-1BA5-DA50-3DB23F2CB011}"/>
                  </a:ext>
                </a:extLst>
              </p:cNvPr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0" name="Google Shape;5589;p47">
                <a:extLst>
                  <a:ext uri="{FF2B5EF4-FFF2-40B4-BE49-F238E27FC236}">
                    <a16:creationId xmlns:a16="http://schemas.microsoft.com/office/drawing/2014/main" id="{12CB47D7-C458-FC96-A4E0-797A16287E55}"/>
                  </a:ext>
                </a:extLst>
              </p:cNvPr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1" name="Google Shape;5590;p47">
                <a:extLst>
                  <a:ext uri="{FF2B5EF4-FFF2-40B4-BE49-F238E27FC236}">
                    <a16:creationId xmlns:a16="http://schemas.microsoft.com/office/drawing/2014/main" id="{C3661BC0-6A3D-99A0-0AAD-758A67116F71}"/>
                  </a:ext>
                </a:extLst>
              </p:cNvPr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2" name="Google Shape;5591;p47">
                <a:extLst>
                  <a:ext uri="{FF2B5EF4-FFF2-40B4-BE49-F238E27FC236}">
                    <a16:creationId xmlns:a16="http://schemas.microsoft.com/office/drawing/2014/main" id="{E9838FD0-3892-B816-36CB-81D5A6B9CE7C}"/>
                  </a:ext>
                </a:extLst>
              </p:cNvPr>
              <p:cNvSpPr/>
              <p:nvPr/>
            </p:nvSpPr>
            <p:spPr>
              <a:xfrm>
                <a:off x="10111529" y="-953732"/>
                <a:ext cx="11763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3" name="Google Shape;5592;p47">
                <a:extLst>
                  <a:ext uri="{FF2B5EF4-FFF2-40B4-BE49-F238E27FC236}">
                    <a16:creationId xmlns:a16="http://schemas.microsoft.com/office/drawing/2014/main" id="{27492D97-40B7-6564-997A-8B53446AB997}"/>
                  </a:ext>
                </a:extLst>
              </p:cNvPr>
              <p:cNvSpPr/>
              <p:nvPr/>
            </p:nvSpPr>
            <p:spPr>
              <a:xfrm>
                <a:off x="10123128" y="-955692"/>
                <a:ext cx="21402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4" name="Google Shape;5593;p47">
                <a:extLst>
                  <a:ext uri="{FF2B5EF4-FFF2-40B4-BE49-F238E27FC236}">
                    <a16:creationId xmlns:a16="http://schemas.microsoft.com/office/drawing/2014/main" id="{A7357154-448C-F6CD-6522-15F6C03D639D}"/>
                  </a:ext>
                </a:extLst>
              </p:cNvPr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5" name="Google Shape;5594;p47">
                <a:extLst>
                  <a:ext uri="{FF2B5EF4-FFF2-40B4-BE49-F238E27FC236}">
                    <a16:creationId xmlns:a16="http://schemas.microsoft.com/office/drawing/2014/main" id="{82083388-2F07-E163-061A-AB22DB2475E3}"/>
                  </a:ext>
                </a:extLst>
              </p:cNvPr>
              <p:cNvSpPr/>
              <p:nvPr/>
            </p:nvSpPr>
            <p:spPr>
              <a:xfrm>
                <a:off x="10090290" y="-1179549"/>
                <a:ext cx="71557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6" name="Google Shape;5595;p47">
                <a:extLst>
                  <a:ext uri="{FF2B5EF4-FFF2-40B4-BE49-F238E27FC236}">
                    <a16:creationId xmlns:a16="http://schemas.microsoft.com/office/drawing/2014/main" id="{0F6F4891-1AE8-51B9-F718-C9B269A19075}"/>
                  </a:ext>
                </a:extLst>
              </p:cNvPr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7" name="Google Shape;5596;p47">
                <a:extLst>
                  <a:ext uri="{FF2B5EF4-FFF2-40B4-BE49-F238E27FC236}">
                    <a16:creationId xmlns:a16="http://schemas.microsoft.com/office/drawing/2014/main" id="{E9962907-0C53-F158-699C-DB23CAFC15FD}"/>
                  </a:ext>
                </a:extLst>
              </p:cNvPr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8" name="Google Shape;5597;p47">
                <a:extLst>
                  <a:ext uri="{FF2B5EF4-FFF2-40B4-BE49-F238E27FC236}">
                    <a16:creationId xmlns:a16="http://schemas.microsoft.com/office/drawing/2014/main" id="{15BD5CBD-DA98-5F73-B216-CF7F20735FD9}"/>
                  </a:ext>
                </a:extLst>
              </p:cNvPr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9" name="Google Shape;5598;p47">
                <a:extLst>
                  <a:ext uri="{FF2B5EF4-FFF2-40B4-BE49-F238E27FC236}">
                    <a16:creationId xmlns:a16="http://schemas.microsoft.com/office/drawing/2014/main" id="{359CAF1D-5076-9363-0512-0407381DD0B0}"/>
                  </a:ext>
                </a:extLst>
              </p:cNvPr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0" name="Google Shape;5599;p47">
                <a:extLst>
                  <a:ext uri="{FF2B5EF4-FFF2-40B4-BE49-F238E27FC236}">
                    <a16:creationId xmlns:a16="http://schemas.microsoft.com/office/drawing/2014/main" id="{419B4E4B-D2EC-C592-5F58-D0BC40A6D12C}"/>
                  </a:ext>
                </a:extLst>
              </p:cNvPr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1" name="Google Shape;5600;p47">
                <a:extLst>
                  <a:ext uri="{FF2B5EF4-FFF2-40B4-BE49-F238E27FC236}">
                    <a16:creationId xmlns:a16="http://schemas.microsoft.com/office/drawing/2014/main" id="{A263334C-7038-BD65-F6B3-27608725E974}"/>
                  </a:ext>
                </a:extLst>
              </p:cNvPr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2" name="Google Shape;5601;p47">
                <a:extLst>
                  <a:ext uri="{FF2B5EF4-FFF2-40B4-BE49-F238E27FC236}">
                    <a16:creationId xmlns:a16="http://schemas.microsoft.com/office/drawing/2014/main" id="{44ABA258-F3AF-E970-59D8-474CFF203B77}"/>
                  </a:ext>
                </a:extLst>
              </p:cNvPr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3" name="Google Shape;5602;p47">
                <a:extLst>
                  <a:ext uri="{FF2B5EF4-FFF2-40B4-BE49-F238E27FC236}">
                    <a16:creationId xmlns:a16="http://schemas.microsoft.com/office/drawing/2014/main" id="{540707AE-FE43-ADF1-67AB-18BBD5C865C9}"/>
                  </a:ext>
                </a:extLst>
              </p:cNvPr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4" name="Google Shape;5603;p47">
                <a:extLst>
                  <a:ext uri="{FF2B5EF4-FFF2-40B4-BE49-F238E27FC236}">
                    <a16:creationId xmlns:a16="http://schemas.microsoft.com/office/drawing/2014/main" id="{91243895-5510-2345-03C6-FB9AF69746CE}"/>
                  </a:ext>
                </a:extLst>
              </p:cNvPr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5" name="Google Shape;5604;p47">
                <a:extLst>
                  <a:ext uri="{FF2B5EF4-FFF2-40B4-BE49-F238E27FC236}">
                    <a16:creationId xmlns:a16="http://schemas.microsoft.com/office/drawing/2014/main" id="{021D71DD-C3D7-1F79-3381-63FB38AA39BC}"/>
                  </a:ext>
                </a:extLst>
              </p:cNvPr>
              <p:cNvSpPr/>
              <p:nvPr/>
            </p:nvSpPr>
            <p:spPr>
              <a:xfrm>
                <a:off x="10223440" y="-1243274"/>
                <a:ext cx="61918" cy="26258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6" name="Google Shape;5605;p47">
                <a:extLst>
                  <a:ext uri="{FF2B5EF4-FFF2-40B4-BE49-F238E27FC236}">
                    <a16:creationId xmlns:a16="http://schemas.microsoft.com/office/drawing/2014/main" id="{5BC4BBCA-A734-DEDD-CE92-B862A569A665}"/>
                  </a:ext>
                </a:extLst>
              </p:cNvPr>
              <p:cNvSpPr/>
              <p:nvPr/>
            </p:nvSpPr>
            <p:spPr>
              <a:xfrm>
                <a:off x="9980176" y="-1625463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7" name="Google Shape;5606;p47">
                <a:extLst>
                  <a:ext uri="{FF2B5EF4-FFF2-40B4-BE49-F238E27FC236}">
                    <a16:creationId xmlns:a16="http://schemas.microsoft.com/office/drawing/2014/main" id="{5137ED16-1CCD-E0CC-3143-AEBFF85460E6}"/>
                  </a:ext>
                </a:extLst>
              </p:cNvPr>
              <p:cNvSpPr/>
              <p:nvPr/>
            </p:nvSpPr>
            <p:spPr>
              <a:xfrm>
                <a:off x="9920380" y="-1418928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8" name="Google Shape;5607;p47">
                <a:extLst>
                  <a:ext uri="{FF2B5EF4-FFF2-40B4-BE49-F238E27FC236}">
                    <a16:creationId xmlns:a16="http://schemas.microsoft.com/office/drawing/2014/main" id="{8F5F90C0-5A5D-6F4B-ABE8-7E01197F17D2}"/>
                  </a:ext>
                </a:extLst>
              </p:cNvPr>
              <p:cNvSpPr/>
              <p:nvPr/>
            </p:nvSpPr>
            <p:spPr>
              <a:xfrm>
                <a:off x="9791151" y="-1588862"/>
                <a:ext cx="139030" cy="66421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9" name="Google Shape;5608;p47">
                <a:extLst>
                  <a:ext uri="{FF2B5EF4-FFF2-40B4-BE49-F238E27FC236}">
                    <a16:creationId xmlns:a16="http://schemas.microsoft.com/office/drawing/2014/main" id="{52256DBC-1C8B-98EE-A559-D66A1D41C4EE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740" name="Google Shape;5609;p47">
                <a:extLst>
                  <a:ext uri="{FF2B5EF4-FFF2-40B4-BE49-F238E27FC236}">
                    <a16:creationId xmlns:a16="http://schemas.microsoft.com/office/drawing/2014/main" id="{180EF669-139E-DC25-F510-F1726E735BDA}"/>
                  </a:ext>
                </a:extLst>
              </p:cNvPr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1749" name="Google Shape;5610;p47">
                  <a:extLst>
                    <a:ext uri="{FF2B5EF4-FFF2-40B4-BE49-F238E27FC236}">
                      <a16:creationId xmlns:a16="http://schemas.microsoft.com/office/drawing/2014/main" id="{3B5B9B29-EEDA-D2B2-79CE-3E492B0BF216}"/>
                    </a:ext>
                  </a:extLst>
                </p:cNvPr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0" name="Google Shape;5611;p47">
                  <a:extLst>
                    <a:ext uri="{FF2B5EF4-FFF2-40B4-BE49-F238E27FC236}">
                      <a16:creationId xmlns:a16="http://schemas.microsoft.com/office/drawing/2014/main" id="{B491FDD4-D278-B846-97C4-B241F0DD2EBB}"/>
                    </a:ext>
                  </a:extLst>
                </p:cNvPr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1" name="Google Shape;5612;p47">
                  <a:extLst>
                    <a:ext uri="{FF2B5EF4-FFF2-40B4-BE49-F238E27FC236}">
                      <a16:creationId xmlns:a16="http://schemas.microsoft.com/office/drawing/2014/main" id="{4907541A-036F-7F4F-F223-839EDC4A27DA}"/>
                    </a:ext>
                  </a:extLst>
                </p:cNvPr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2" name="Google Shape;5613;p47">
                  <a:extLst>
                    <a:ext uri="{FF2B5EF4-FFF2-40B4-BE49-F238E27FC236}">
                      <a16:creationId xmlns:a16="http://schemas.microsoft.com/office/drawing/2014/main" id="{F9A9D704-7FAE-8302-2992-BA18DE8B8A47}"/>
                    </a:ext>
                  </a:extLst>
                </p:cNvPr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3" name="Google Shape;5614;p47">
                  <a:extLst>
                    <a:ext uri="{FF2B5EF4-FFF2-40B4-BE49-F238E27FC236}">
                      <a16:creationId xmlns:a16="http://schemas.microsoft.com/office/drawing/2014/main" id="{DC2473EE-95B1-5ED9-C2CB-215B8A7FD583}"/>
                    </a:ext>
                  </a:extLst>
                </p:cNvPr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4" name="Google Shape;5615;p47">
                  <a:extLst>
                    <a:ext uri="{FF2B5EF4-FFF2-40B4-BE49-F238E27FC236}">
                      <a16:creationId xmlns:a16="http://schemas.microsoft.com/office/drawing/2014/main" id="{C4FF4C28-0CCA-D00A-A6A1-603B197636FE}"/>
                    </a:ext>
                  </a:extLst>
                </p:cNvPr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741" name="Google Shape;5616;p47">
                <a:extLst>
                  <a:ext uri="{FF2B5EF4-FFF2-40B4-BE49-F238E27FC236}">
                    <a16:creationId xmlns:a16="http://schemas.microsoft.com/office/drawing/2014/main" id="{A5F60B03-1993-D5D6-861F-1D3179282998}"/>
                  </a:ext>
                </a:extLst>
              </p:cNvPr>
              <p:cNvSpPr/>
              <p:nvPr/>
            </p:nvSpPr>
            <p:spPr>
              <a:xfrm>
                <a:off x="9988009" y="-1632074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2" name="Google Shape;5617;p47">
                <a:extLst>
                  <a:ext uri="{FF2B5EF4-FFF2-40B4-BE49-F238E27FC236}">
                    <a16:creationId xmlns:a16="http://schemas.microsoft.com/office/drawing/2014/main" id="{3AC4584F-79A0-F5A5-3015-E95920A3E6B0}"/>
                  </a:ext>
                </a:extLst>
              </p:cNvPr>
              <p:cNvSpPr/>
              <p:nvPr/>
            </p:nvSpPr>
            <p:spPr>
              <a:xfrm>
                <a:off x="9928213" y="-1425539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3" name="Google Shape;5618;p47">
                <a:extLst>
                  <a:ext uri="{FF2B5EF4-FFF2-40B4-BE49-F238E27FC236}">
                    <a16:creationId xmlns:a16="http://schemas.microsoft.com/office/drawing/2014/main" id="{6DD5E26D-6A27-449F-945E-C70C0168A672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4" name="Google Shape;5619;p47">
                <a:extLst>
                  <a:ext uri="{FF2B5EF4-FFF2-40B4-BE49-F238E27FC236}">
                    <a16:creationId xmlns:a16="http://schemas.microsoft.com/office/drawing/2014/main" id="{AE9AB840-4CFE-0BAD-606F-0906C81E77E4}"/>
                  </a:ext>
                </a:extLst>
              </p:cNvPr>
              <p:cNvSpPr/>
              <p:nvPr/>
            </p:nvSpPr>
            <p:spPr>
              <a:xfrm>
                <a:off x="9929120" y="-1725782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5" name="Google Shape;5620;p47">
                <a:extLst>
                  <a:ext uri="{FF2B5EF4-FFF2-40B4-BE49-F238E27FC236}">
                    <a16:creationId xmlns:a16="http://schemas.microsoft.com/office/drawing/2014/main" id="{387732D6-5837-AB67-C2E3-9B079949A2B8}"/>
                  </a:ext>
                </a:extLst>
              </p:cNvPr>
              <p:cNvSpPr/>
              <p:nvPr/>
            </p:nvSpPr>
            <p:spPr>
              <a:xfrm>
                <a:off x="9928222" y="-1725790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6" name="Google Shape;5621;p47">
                <a:extLst>
                  <a:ext uri="{FF2B5EF4-FFF2-40B4-BE49-F238E27FC236}">
                    <a16:creationId xmlns:a16="http://schemas.microsoft.com/office/drawing/2014/main" id="{11EB555D-C563-4726-900D-6E23074219C1}"/>
                  </a:ext>
                </a:extLst>
              </p:cNvPr>
              <p:cNvSpPr/>
              <p:nvPr/>
            </p:nvSpPr>
            <p:spPr>
              <a:xfrm>
                <a:off x="9970536" y="-1183470"/>
                <a:ext cx="90998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7" name="Google Shape;5622;p47">
                <a:extLst>
                  <a:ext uri="{FF2B5EF4-FFF2-40B4-BE49-F238E27FC236}">
                    <a16:creationId xmlns:a16="http://schemas.microsoft.com/office/drawing/2014/main" id="{4B6B43C9-B81C-112F-F89F-FE9106DCD3D3}"/>
                  </a:ext>
                </a:extLst>
              </p:cNvPr>
              <p:cNvSpPr/>
              <p:nvPr/>
            </p:nvSpPr>
            <p:spPr>
              <a:xfrm>
                <a:off x="10096008" y="-1254875"/>
                <a:ext cx="90835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8" name="Google Shape;5623;p47">
                <a:extLst>
                  <a:ext uri="{FF2B5EF4-FFF2-40B4-BE49-F238E27FC236}">
                    <a16:creationId xmlns:a16="http://schemas.microsoft.com/office/drawing/2014/main" id="{0CDB1686-3944-77C6-3061-240ADDB08098}"/>
                  </a:ext>
                </a:extLst>
              </p:cNvPr>
              <p:cNvSpPr/>
              <p:nvPr/>
            </p:nvSpPr>
            <p:spPr>
              <a:xfrm>
                <a:off x="9970536" y="-1167947"/>
                <a:ext cx="218266" cy="187254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9" name="Google Shape;5624;p47">
              <a:extLst>
                <a:ext uri="{FF2B5EF4-FFF2-40B4-BE49-F238E27FC236}">
                  <a16:creationId xmlns:a16="http://schemas.microsoft.com/office/drawing/2014/main" id="{FBE90A1D-9E97-7C3C-DF21-65404DD541CD}"/>
                </a:ext>
              </a:extLst>
            </p:cNvPr>
            <p:cNvGrpSpPr/>
            <p:nvPr/>
          </p:nvGrpSpPr>
          <p:grpSpPr>
            <a:xfrm>
              <a:off x="5539048" y="1488900"/>
              <a:ext cx="301969" cy="562336"/>
              <a:chOff x="7686885" y="2546950"/>
              <a:chExt cx="301969" cy="562336"/>
            </a:xfrm>
          </p:grpSpPr>
          <p:sp>
            <p:nvSpPr>
              <p:cNvPr id="1703" name="Google Shape;5625;p47">
                <a:extLst>
                  <a:ext uri="{FF2B5EF4-FFF2-40B4-BE49-F238E27FC236}">
                    <a16:creationId xmlns:a16="http://schemas.microsoft.com/office/drawing/2014/main" id="{573E9702-5A4F-0826-D946-142E720ED07D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4" name="Google Shape;5626;p47">
                <a:extLst>
                  <a:ext uri="{FF2B5EF4-FFF2-40B4-BE49-F238E27FC236}">
                    <a16:creationId xmlns:a16="http://schemas.microsoft.com/office/drawing/2014/main" id="{72B765E6-8DA1-855C-4BAC-52738CA3C1A5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5" name="Google Shape;5627;p47">
                <a:extLst>
                  <a:ext uri="{FF2B5EF4-FFF2-40B4-BE49-F238E27FC236}">
                    <a16:creationId xmlns:a16="http://schemas.microsoft.com/office/drawing/2014/main" id="{AD65713C-8E3D-1E1F-B444-8793AF646DE2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6" name="Google Shape;5628;p47">
                <a:extLst>
                  <a:ext uri="{FF2B5EF4-FFF2-40B4-BE49-F238E27FC236}">
                    <a16:creationId xmlns:a16="http://schemas.microsoft.com/office/drawing/2014/main" id="{F9717FFA-ACE8-65A4-A0C1-72801746F5BC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7" name="Google Shape;5629;p47">
                <a:extLst>
                  <a:ext uri="{FF2B5EF4-FFF2-40B4-BE49-F238E27FC236}">
                    <a16:creationId xmlns:a16="http://schemas.microsoft.com/office/drawing/2014/main" id="{2E28239E-E079-6825-D514-AB8CD5BC5CD6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8" name="Google Shape;5630;p47">
                <a:extLst>
                  <a:ext uri="{FF2B5EF4-FFF2-40B4-BE49-F238E27FC236}">
                    <a16:creationId xmlns:a16="http://schemas.microsoft.com/office/drawing/2014/main" id="{9C092A96-D421-AAAC-0628-3DFB1A2780E1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9" name="Google Shape;5631;p47">
                <a:extLst>
                  <a:ext uri="{FF2B5EF4-FFF2-40B4-BE49-F238E27FC236}">
                    <a16:creationId xmlns:a16="http://schemas.microsoft.com/office/drawing/2014/main" id="{21F35F01-4B4E-AB3E-88CE-832AAE85E5F7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0" name="Google Shape;5632;p47">
                <a:extLst>
                  <a:ext uri="{FF2B5EF4-FFF2-40B4-BE49-F238E27FC236}">
                    <a16:creationId xmlns:a16="http://schemas.microsoft.com/office/drawing/2014/main" id="{8059AA19-0EE6-4671-5BD9-42B86FE2934D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1" name="Google Shape;5633;p47">
                <a:extLst>
                  <a:ext uri="{FF2B5EF4-FFF2-40B4-BE49-F238E27FC236}">
                    <a16:creationId xmlns:a16="http://schemas.microsoft.com/office/drawing/2014/main" id="{91C0518B-3AB9-5058-2CDF-1AAC72BDA16E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300" name="Google Shape;5634;p47">
              <a:extLst>
                <a:ext uri="{FF2B5EF4-FFF2-40B4-BE49-F238E27FC236}">
                  <a16:creationId xmlns:a16="http://schemas.microsoft.com/office/drawing/2014/main" id="{B9FB31BF-4D89-F3A1-E349-1E8FFC149448}"/>
                </a:ext>
              </a:extLst>
            </p:cNvPr>
            <p:cNvGrpSpPr/>
            <p:nvPr/>
          </p:nvGrpSpPr>
          <p:grpSpPr>
            <a:xfrm>
              <a:off x="6049022" y="2051232"/>
              <a:ext cx="2024473" cy="1195059"/>
              <a:chOff x="9812585" y="6334891"/>
              <a:chExt cx="3062279" cy="1807682"/>
            </a:xfrm>
          </p:grpSpPr>
          <p:sp>
            <p:nvSpPr>
              <p:cNvPr id="1301" name="Google Shape;5635;p47">
                <a:extLst>
                  <a:ext uri="{FF2B5EF4-FFF2-40B4-BE49-F238E27FC236}">
                    <a16:creationId xmlns:a16="http://schemas.microsoft.com/office/drawing/2014/main" id="{A8B045A4-326B-A7A3-4782-6D3F586FE483}"/>
                  </a:ext>
                </a:extLst>
              </p:cNvPr>
              <p:cNvSpPr/>
              <p:nvPr/>
            </p:nvSpPr>
            <p:spPr>
              <a:xfrm flipH="1">
                <a:off x="11342560" y="7218955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2" name="Google Shape;5636;p47">
                <a:extLst>
                  <a:ext uri="{FF2B5EF4-FFF2-40B4-BE49-F238E27FC236}">
                    <a16:creationId xmlns:a16="http://schemas.microsoft.com/office/drawing/2014/main" id="{685247DD-2840-864C-EABA-539D54803F06}"/>
                  </a:ext>
                </a:extLst>
              </p:cNvPr>
              <p:cNvSpPr/>
              <p:nvPr/>
            </p:nvSpPr>
            <p:spPr>
              <a:xfrm flipH="1">
                <a:off x="9817984" y="6334891"/>
                <a:ext cx="3056880" cy="1769678"/>
              </a:xfrm>
              <a:custGeom>
                <a:avLst/>
                <a:gdLst/>
                <a:ahLst/>
                <a:cxnLst/>
                <a:rect l="l" t="t" r="r" b="b"/>
                <a:pathLst>
                  <a:path w="23734" h="13740" extrusionOk="0">
                    <a:moveTo>
                      <a:pt x="11826" y="1"/>
                    </a:moveTo>
                    <a:lnTo>
                      <a:pt x="8849" y="1725"/>
                    </a:lnTo>
                    <a:lnTo>
                      <a:pt x="8589" y="1867"/>
                    </a:lnTo>
                    <a:lnTo>
                      <a:pt x="8140" y="2139"/>
                    </a:lnTo>
                    <a:lnTo>
                      <a:pt x="7880" y="2281"/>
                    </a:lnTo>
                    <a:lnTo>
                      <a:pt x="6144" y="3297"/>
                    </a:lnTo>
                    <a:lnTo>
                      <a:pt x="5778" y="3509"/>
                    </a:lnTo>
                    <a:lnTo>
                      <a:pt x="5506" y="3663"/>
                    </a:lnTo>
                    <a:lnTo>
                      <a:pt x="5151" y="3864"/>
                    </a:lnTo>
                    <a:lnTo>
                      <a:pt x="4017" y="4525"/>
                    </a:lnTo>
                    <a:lnTo>
                      <a:pt x="3651" y="4738"/>
                    </a:lnTo>
                    <a:lnTo>
                      <a:pt x="3250" y="4974"/>
                    </a:lnTo>
                    <a:lnTo>
                      <a:pt x="2895" y="5175"/>
                    </a:lnTo>
                    <a:lnTo>
                      <a:pt x="1" y="6864"/>
                    </a:lnTo>
                    <a:lnTo>
                      <a:pt x="792" y="7325"/>
                    </a:lnTo>
                    <a:lnTo>
                      <a:pt x="1052" y="7467"/>
                    </a:lnTo>
                    <a:lnTo>
                      <a:pt x="2387" y="8246"/>
                    </a:lnTo>
                    <a:lnTo>
                      <a:pt x="2659" y="8400"/>
                    </a:lnTo>
                    <a:lnTo>
                      <a:pt x="3545" y="8896"/>
                    </a:lnTo>
                    <a:lnTo>
                      <a:pt x="3793" y="9061"/>
                    </a:lnTo>
                    <a:lnTo>
                      <a:pt x="6345" y="10526"/>
                    </a:lnTo>
                    <a:lnTo>
                      <a:pt x="6616" y="10692"/>
                    </a:lnTo>
                    <a:lnTo>
                      <a:pt x="7089" y="10951"/>
                    </a:lnTo>
                    <a:lnTo>
                      <a:pt x="7337" y="11105"/>
                    </a:lnTo>
                    <a:lnTo>
                      <a:pt x="7526" y="11211"/>
                    </a:lnTo>
                    <a:lnTo>
                      <a:pt x="7798" y="11365"/>
                    </a:lnTo>
                    <a:lnTo>
                      <a:pt x="10538" y="12948"/>
                    </a:lnTo>
                    <a:lnTo>
                      <a:pt x="10810" y="13113"/>
                    </a:lnTo>
                    <a:lnTo>
                      <a:pt x="11897" y="13739"/>
                    </a:lnTo>
                    <a:lnTo>
                      <a:pt x="20284" y="8872"/>
                    </a:lnTo>
                    <a:lnTo>
                      <a:pt x="20757" y="8589"/>
                    </a:lnTo>
                    <a:lnTo>
                      <a:pt x="21017" y="8447"/>
                    </a:lnTo>
                    <a:lnTo>
                      <a:pt x="22576" y="7526"/>
                    </a:lnTo>
                    <a:lnTo>
                      <a:pt x="22848" y="7384"/>
                    </a:lnTo>
                    <a:lnTo>
                      <a:pt x="23084" y="7242"/>
                    </a:lnTo>
                    <a:lnTo>
                      <a:pt x="23344" y="7089"/>
                    </a:lnTo>
                    <a:lnTo>
                      <a:pt x="23734" y="6864"/>
                    </a:lnTo>
                    <a:lnTo>
                      <a:pt x="19977" y="4690"/>
                    </a:lnTo>
                    <a:lnTo>
                      <a:pt x="19717" y="4549"/>
                    </a:lnTo>
                    <a:lnTo>
                      <a:pt x="18949" y="4100"/>
                    </a:lnTo>
                    <a:lnTo>
                      <a:pt x="18689" y="3958"/>
                    </a:lnTo>
                    <a:lnTo>
                      <a:pt x="18146" y="3639"/>
                    </a:lnTo>
                    <a:lnTo>
                      <a:pt x="17898" y="3497"/>
                    </a:lnTo>
                    <a:lnTo>
                      <a:pt x="17095" y="3037"/>
                    </a:lnTo>
                    <a:lnTo>
                      <a:pt x="16847" y="2895"/>
                    </a:lnTo>
                    <a:lnTo>
                      <a:pt x="15665" y="2210"/>
                    </a:lnTo>
                    <a:lnTo>
                      <a:pt x="15405" y="2068"/>
                    </a:lnTo>
                    <a:lnTo>
                      <a:pt x="14933" y="1784"/>
                    </a:lnTo>
                    <a:lnTo>
                      <a:pt x="14673" y="1631"/>
                    </a:lnTo>
                    <a:lnTo>
                      <a:pt x="13043" y="686"/>
                    </a:lnTo>
                    <a:lnTo>
                      <a:pt x="12783" y="544"/>
                    </a:lnTo>
                    <a:lnTo>
                      <a:pt x="11932" y="60"/>
                    </a:lnTo>
                    <a:lnTo>
                      <a:pt x="11826" y="1"/>
                    </a:lnTo>
                    <a:close/>
                  </a:path>
                </a:pathLst>
              </a:custGeom>
              <a:solidFill>
                <a:srgbClr val="2D9DD5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3" name="Google Shape;5637;p47">
                <a:extLst>
                  <a:ext uri="{FF2B5EF4-FFF2-40B4-BE49-F238E27FC236}">
                    <a16:creationId xmlns:a16="http://schemas.microsoft.com/office/drawing/2014/main" id="{4AF7F664-E0E9-CC1D-1566-7493933A7C48}"/>
                  </a:ext>
                </a:extLst>
              </p:cNvPr>
              <p:cNvGrpSpPr/>
              <p:nvPr/>
            </p:nvGrpSpPr>
            <p:grpSpPr>
              <a:xfrm flipH="1">
                <a:off x="9868210" y="6334891"/>
                <a:ext cx="2794954" cy="1689049"/>
                <a:chOff x="6218052" y="-5825649"/>
                <a:chExt cx="6097194" cy="3684662"/>
              </a:xfrm>
            </p:grpSpPr>
            <p:sp>
              <p:nvSpPr>
                <p:cNvPr id="1672" name="Google Shape;5638;p47">
                  <a:extLst>
                    <a:ext uri="{FF2B5EF4-FFF2-40B4-BE49-F238E27FC236}">
                      <a16:creationId xmlns:a16="http://schemas.microsoft.com/office/drawing/2014/main" id="{58F0A29E-3514-8BA7-D55E-C49ACCCEA830}"/>
                    </a:ext>
                  </a:extLst>
                </p:cNvPr>
                <p:cNvSpPr/>
                <p:nvPr/>
              </p:nvSpPr>
              <p:spPr>
                <a:xfrm>
                  <a:off x="6706194" y="-4312884"/>
                  <a:ext cx="1055323" cy="29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9" h="1254" extrusionOk="0">
                      <a:moveTo>
                        <a:pt x="366" y="1"/>
                      </a:moveTo>
                      <a:lnTo>
                        <a:pt x="0" y="202"/>
                      </a:lnTo>
                      <a:lnTo>
                        <a:pt x="2363" y="202"/>
                      </a:lnTo>
                      <a:lnTo>
                        <a:pt x="4158" y="1253"/>
                      </a:lnTo>
                      <a:lnTo>
                        <a:pt x="4418" y="1088"/>
                      </a:lnTo>
                      <a:lnTo>
                        <a:pt x="25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73" name="Google Shape;5639;p47">
                  <a:extLst>
                    <a:ext uri="{FF2B5EF4-FFF2-40B4-BE49-F238E27FC236}">
                      <a16:creationId xmlns:a16="http://schemas.microsoft.com/office/drawing/2014/main" id="{D93D7058-F2F1-8B23-DB73-0878B7F7A9C3}"/>
                    </a:ext>
                  </a:extLst>
                </p:cNvPr>
                <p:cNvSpPr/>
                <p:nvPr/>
              </p:nvSpPr>
              <p:spPr>
                <a:xfrm>
                  <a:off x="6218052" y="-4098426"/>
                  <a:ext cx="1252823" cy="38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6" h="1596" extrusionOk="0">
                      <a:moveTo>
                        <a:pt x="2505" y="1"/>
                      </a:moveTo>
                      <a:lnTo>
                        <a:pt x="0" y="1454"/>
                      </a:lnTo>
                      <a:lnTo>
                        <a:pt x="260" y="1596"/>
                      </a:lnTo>
                      <a:lnTo>
                        <a:pt x="2647" y="225"/>
                      </a:lnTo>
                      <a:lnTo>
                        <a:pt x="3757" y="225"/>
                      </a:lnTo>
                      <a:lnTo>
                        <a:pt x="4927" y="887"/>
                      </a:lnTo>
                      <a:lnTo>
                        <a:pt x="4997" y="934"/>
                      </a:lnTo>
                      <a:lnTo>
                        <a:pt x="5245" y="780"/>
                      </a:lnTo>
                      <a:lnTo>
                        <a:pt x="5175" y="745"/>
                      </a:lnTo>
                      <a:lnTo>
                        <a:pt x="389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674" name="Google Shape;5640;p47">
                  <a:extLst>
                    <a:ext uri="{FF2B5EF4-FFF2-40B4-BE49-F238E27FC236}">
                      <a16:creationId xmlns:a16="http://schemas.microsoft.com/office/drawing/2014/main" id="{D5D79AF9-9C62-6AD0-DCA8-9E30943EB86D}"/>
                    </a:ext>
                  </a:extLst>
                </p:cNvPr>
                <p:cNvGrpSpPr/>
                <p:nvPr/>
              </p:nvGrpSpPr>
              <p:grpSpPr>
                <a:xfrm>
                  <a:off x="6751994" y="-5825649"/>
                  <a:ext cx="5563252" cy="3684662"/>
                  <a:chOff x="6751994" y="-5825649"/>
                  <a:chExt cx="5563252" cy="3684662"/>
                </a:xfrm>
              </p:grpSpPr>
              <p:sp>
                <p:nvSpPr>
                  <p:cNvPr id="1676" name="Google Shape;5641;p47">
                    <a:extLst>
                      <a:ext uri="{FF2B5EF4-FFF2-40B4-BE49-F238E27FC236}">
                        <a16:creationId xmlns:a16="http://schemas.microsoft.com/office/drawing/2014/main" id="{C351D4B7-F724-34AA-EE05-93313F48E09A}"/>
                      </a:ext>
                    </a:extLst>
                  </p:cNvPr>
                  <p:cNvSpPr/>
                  <p:nvPr/>
                </p:nvSpPr>
                <p:spPr>
                  <a:xfrm>
                    <a:off x="7329673" y="-4912773"/>
                    <a:ext cx="3528453" cy="2031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8" h="7230" extrusionOk="0">
                        <a:moveTo>
                          <a:pt x="6226" y="390"/>
                        </a:moveTo>
                        <a:lnTo>
                          <a:pt x="11814" y="3615"/>
                        </a:lnTo>
                        <a:lnTo>
                          <a:pt x="6226" y="6852"/>
                        </a:lnTo>
                        <a:lnTo>
                          <a:pt x="650" y="3627"/>
                        </a:lnTo>
                        <a:lnTo>
                          <a:pt x="6226" y="390"/>
                        </a:lnTo>
                        <a:close/>
                        <a:moveTo>
                          <a:pt x="6261" y="0"/>
                        </a:moveTo>
                        <a:lnTo>
                          <a:pt x="6084" y="95"/>
                        </a:lnTo>
                        <a:lnTo>
                          <a:pt x="5824" y="248"/>
                        </a:lnTo>
                        <a:lnTo>
                          <a:pt x="5588" y="378"/>
                        </a:lnTo>
                        <a:lnTo>
                          <a:pt x="5340" y="532"/>
                        </a:lnTo>
                        <a:lnTo>
                          <a:pt x="4997" y="721"/>
                        </a:lnTo>
                        <a:lnTo>
                          <a:pt x="4749" y="863"/>
                        </a:lnTo>
                        <a:lnTo>
                          <a:pt x="4289" y="1134"/>
                        </a:lnTo>
                        <a:lnTo>
                          <a:pt x="4040" y="1276"/>
                        </a:lnTo>
                        <a:lnTo>
                          <a:pt x="3603" y="1536"/>
                        </a:lnTo>
                        <a:lnTo>
                          <a:pt x="3344" y="1678"/>
                        </a:lnTo>
                        <a:lnTo>
                          <a:pt x="3095" y="1831"/>
                        </a:lnTo>
                        <a:lnTo>
                          <a:pt x="2836" y="1973"/>
                        </a:lnTo>
                        <a:lnTo>
                          <a:pt x="2068" y="2422"/>
                        </a:lnTo>
                        <a:lnTo>
                          <a:pt x="1808" y="2564"/>
                        </a:lnTo>
                        <a:lnTo>
                          <a:pt x="1548" y="2717"/>
                        </a:lnTo>
                        <a:lnTo>
                          <a:pt x="1276" y="2859"/>
                        </a:lnTo>
                        <a:lnTo>
                          <a:pt x="426" y="3343"/>
                        </a:lnTo>
                        <a:lnTo>
                          <a:pt x="178" y="3497"/>
                        </a:lnTo>
                        <a:lnTo>
                          <a:pt x="0" y="3603"/>
                        </a:lnTo>
                        <a:lnTo>
                          <a:pt x="733" y="4029"/>
                        </a:lnTo>
                        <a:lnTo>
                          <a:pt x="981" y="4170"/>
                        </a:lnTo>
                        <a:lnTo>
                          <a:pt x="1607" y="4525"/>
                        </a:lnTo>
                        <a:lnTo>
                          <a:pt x="1855" y="4678"/>
                        </a:lnTo>
                        <a:lnTo>
                          <a:pt x="2576" y="5092"/>
                        </a:lnTo>
                        <a:lnTo>
                          <a:pt x="2836" y="5234"/>
                        </a:lnTo>
                        <a:lnTo>
                          <a:pt x="3403" y="5564"/>
                        </a:lnTo>
                        <a:lnTo>
                          <a:pt x="3662" y="5706"/>
                        </a:lnTo>
                        <a:lnTo>
                          <a:pt x="5316" y="6675"/>
                        </a:lnTo>
                        <a:lnTo>
                          <a:pt x="5564" y="6816"/>
                        </a:lnTo>
                        <a:lnTo>
                          <a:pt x="6273" y="7230"/>
                        </a:lnTo>
                        <a:lnTo>
                          <a:pt x="6616" y="7041"/>
                        </a:lnTo>
                        <a:lnTo>
                          <a:pt x="6876" y="6887"/>
                        </a:lnTo>
                        <a:lnTo>
                          <a:pt x="7714" y="6403"/>
                        </a:lnTo>
                        <a:lnTo>
                          <a:pt x="7974" y="6261"/>
                        </a:lnTo>
                        <a:lnTo>
                          <a:pt x="8423" y="5990"/>
                        </a:lnTo>
                        <a:lnTo>
                          <a:pt x="8683" y="5848"/>
                        </a:lnTo>
                        <a:lnTo>
                          <a:pt x="9061" y="5623"/>
                        </a:lnTo>
                        <a:lnTo>
                          <a:pt x="9309" y="5470"/>
                        </a:lnTo>
                        <a:lnTo>
                          <a:pt x="9581" y="5328"/>
                        </a:lnTo>
                        <a:lnTo>
                          <a:pt x="9829" y="5174"/>
                        </a:lnTo>
                        <a:lnTo>
                          <a:pt x="10821" y="4607"/>
                        </a:lnTo>
                        <a:lnTo>
                          <a:pt x="11069" y="4454"/>
                        </a:lnTo>
                        <a:lnTo>
                          <a:pt x="11542" y="4170"/>
                        </a:lnTo>
                        <a:lnTo>
                          <a:pt x="11814" y="4029"/>
                        </a:lnTo>
                        <a:lnTo>
                          <a:pt x="12558" y="3603"/>
                        </a:lnTo>
                        <a:lnTo>
                          <a:pt x="12180" y="3426"/>
                        </a:lnTo>
                        <a:lnTo>
                          <a:pt x="11932" y="3273"/>
                        </a:lnTo>
                        <a:lnTo>
                          <a:pt x="8707" y="1418"/>
                        </a:lnTo>
                        <a:lnTo>
                          <a:pt x="8459" y="1264"/>
                        </a:lnTo>
                        <a:lnTo>
                          <a:pt x="8270" y="1146"/>
                        </a:lnTo>
                        <a:lnTo>
                          <a:pt x="8010" y="1004"/>
                        </a:lnTo>
                        <a:lnTo>
                          <a:pt x="7443" y="674"/>
                        </a:lnTo>
                        <a:lnTo>
                          <a:pt x="7183" y="532"/>
                        </a:lnTo>
                        <a:lnTo>
                          <a:pt x="626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7" name="Google Shape;5642;p47">
                    <a:extLst>
                      <a:ext uri="{FF2B5EF4-FFF2-40B4-BE49-F238E27FC236}">
                        <a16:creationId xmlns:a16="http://schemas.microsoft.com/office/drawing/2014/main" id="{AD7725C2-59D3-BD6D-F806-B7D23240689E}"/>
                      </a:ext>
                    </a:extLst>
                  </p:cNvPr>
                  <p:cNvSpPr/>
                  <p:nvPr/>
                </p:nvSpPr>
                <p:spPr>
                  <a:xfrm>
                    <a:off x="6768572" y="-4554254"/>
                    <a:ext cx="1145525" cy="375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77" h="1335" extrusionOk="0">
                        <a:moveTo>
                          <a:pt x="367" y="0"/>
                        </a:moveTo>
                        <a:lnTo>
                          <a:pt x="1" y="213"/>
                        </a:lnTo>
                        <a:lnTo>
                          <a:pt x="1879" y="213"/>
                        </a:lnTo>
                        <a:lnTo>
                          <a:pt x="3805" y="1335"/>
                        </a:lnTo>
                        <a:lnTo>
                          <a:pt x="4077" y="1181"/>
                        </a:lnTo>
                        <a:lnTo>
                          <a:pt x="202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8" name="Google Shape;5643;p47">
                    <a:extLst>
                      <a:ext uri="{FF2B5EF4-FFF2-40B4-BE49-F238E27FC236}">
                        <a16:creationId xmlns:a16="http://schemas.microsoft.com/office/drawing/2014/main" id="{82F6C8D3-1A02-E2C3-8EC7-49434C89B729}"/>
                      </a:ext>
                    </a:extLst>
                  </p:cNvPr>
                  <p:cNvSpPr/>
                  <p:nvPr/>
                </p:nvSpPr>
                <p:spPr>
                  <a:xfrm>
                    <a:off x="7190311" y="-4796732"/>
                    <a:ext cx="1022459" cy="458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9" h="1631" extrusionOk="0">
                        <a:moveTo>
                          <a:pt x="378" y="1"/>
                        </a:moveTo>
                        <a:lnTo>
                          <a:pt x="0" y="202"/>
                        </a:lnTo>
                        <a:lnTo>
                          <a:pt x="922" y="202"/>
                        </a:lnTo>
                        <a:lnTo>
                          <a:pt x="3391" y="1631"/>
                        </a:lnTo>
                        <a:lnTo>
                          <a:pt x="3639" y="1477"/>
                        </a:lnTo>
                        <a:lnTo>
                          <a:pt x="106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9" name="Google Shape;5644;p47">
                    <a:extLst>
                      <a:ext uri="{FF2B5EF4-FFF2-40B4-BE49-F238E27FC236}">
                        <a16:creationId xmlns:a16="http://schemas.microsoft.com/office/drawing/2014/main" id="{218DCE7A-B9E9-4391-79D4-3D9B44AE96AC}"/>
                      </a:ext>
                    </a:extLst>
                  </p:cNvPr>
                  <p:cNvSpPr/>
                  <p:nvPr/>
                </p:nvSpPr>
                <p:spPr>
                  <a:xfrm>
                    <a:off x="7369571" y="-4902939"/>
                    <a:ext cx="996048" cy="48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5" h="1738" extrusionOk="0">
                        <a:moveTo>
                          <a:pt x="355" y="1"/>
                        </a:moveTo>
                        <a:lnTo>
                          <a:pt x="0" y="225"/>
                        </a:lnTo>
                        <a:lnTo>
                          <a:pt x="662" y="225"/>
                        </a:lnTo>
                        <a:lnTo>
                          <a:pt x="3284" y="1737"/>
                        </a:lnTo>
                        <a:lnTo>
                          <a:pt x="3544" y="1584"/>
                        </a:lnTo>
                        <a:lnTo>
                          <a:pt x="815" y="13"/>
                        </a:lnTo>
                        <a:lnTo>
                          <a:pt x="35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0" name="Google Shape;5645;p47">
                    <a:extLst>
                      <a:ext uri="{FF2B5EF4-FFF2-40B4-BE49-F238E27FC236}">
                        <a16:creationId xmlns:a16="http://schemas.microsoft.com/office/drawing/2014/main" id="{1B3DFF09-8EBD-5857-D4C6-06D0AB0B0193}"/>
                      </a:ext>
                    </a:extLst>
                  </p:cNvPr>
                  <p:cNvSpPr/>
                  <p:nvPr/>
                </p:nvSpPr>
                <p:spPr>
                  <a:xfrm>
                    <a:off x="7966918" y="-5224932"/>
                    <a:ext cx="601000" cy="700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494" extrusionOk="0">
                        <a:moveTo>
                          <a:pt x="249" y="1"/>
                        </a:moveTo>
                        <a:lnTo>
                          <a:pt x="1" y="143"/>
                        </a:lnTo>
                        <a:lnTo>
                          <a:pt x="272" y="296"/>
                        </a:lnTo>
                        <a:lnTo>
                          <a:pt x="272" y="1548"/>
                        </a:lnTo>
                        <a:lnTo>
                          <a:pt x="1879" y="2493"/>
                        </a:lnTo>
                        <a:lnTo>
                          <a:pt x="2139" y="2352"/>
                        </a:lnTo>
                        <a:lnTo>
                          <a:pt x="627" y="1477"/>
                        </a:lnTo>
                        <a:lnTo>
                          <a:pt x="627" y="202"/>
                        </a:lnTo>
                        <a:lnTo>
                          <a:pt x="24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1" name="Google Shape;5646;p47">
                    <a:extLst>
                      <a:ext uri="{FF2B5EF4-FFF2-40B4-BE49-F238E27FC236}">
                        <a16:creationId xmlns:a16="http://schemas.microsoft.com/office/drawing/2014/main" id="{302B84B5-982F-96C0-54F9-9B9AA2593B41}"/>
                      </a:ext>
                    </a:extLst>
                  </p:cNvPr>
                  <p:cNvSpPr/>
                  <p:nvPr/>
                </p:nvSpPr>
                <p:spPr>
                  <a:xfrm>
                    <a:off x="8166128" y="-5344345"/>
                    <a:ext cx="601000" cy="7038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505" extrusionOk="0">
                        <a:moveTo>
                          <a:pt x="272" y="1"/>
                        </a:moveTo>
                        <a:lnTo>
                          <a:pt x="0" y="142"/>
                        </a:lnTo>
                        <a:lnTo>
                          <a:pt x="272" y="308"/>
                        </a:lnTo>
                        <a:lnTo>
                          <a:pt x="272" y="1560"/>
                        </a:lnTo>
                        <a:lnTo>
                          <a:pt x="1890" y="2505"/>
                        </a:lnTo>
                        <a:lnTo>
                          <a:pt x="2139" y="2363"/>
                        </a:lnTo>
                        <a:lnTo>
                          <a:pt x="638" y="1477"/>
                        </a:lnTo>
                        <a:lnTo>
                          <a:pt x="638" y="213"/>
                        </a:lnTo>
                        <a:lnTo>
                          <a:pt x="27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2" name="Google Shape;5647;p47">
                    <a:extLst>
                      <a:ext uri="{FF2B5EF4-FFF2-40B4-BE49-F238E27FC236}">
                        <a16:creationId xmlns:a16="http://schemas.microsoft.com/office/drawing/2014/main" id="{253A3F9B-8888-0C21-ED7F-C8AB5CB57ED2}"/>
                      </a:ext>
                    </a:extLst>
                  </p:cNvPr>
                  <p:cNvSpPr/>
                  <p:nvPr/>
                </p:nvSpPr>
                <p:spPr>
                  <a:xfrm>
                    <a:off x="8418441" y="-5825649"/>
                    <a:ext cx="690630" cy="1085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8" h="3864" extrusionOk="0">
                        <a:moveTo>
                          <a:pt x="2351" y="1"/>
                        </a:moveTo>
                        <a:lnTo>
                          <a:pt x="2103" y="142"/>
                        </a:lnTo>
                        <a:lnTo>
                          <a:pt x="2103" y="426"/>
                        </a:lnTo>
                        <a:lnTo>
                          <a:pt x="0" y="1631"/>
                        </a:lnTo>
                        <a:lnTo>
                          <a:pt x="0" y="2954"/>
                        </a:lnTo>
                        <a:lnTo>
                          <a:pt x="1595" y="3864"/>
                        </a:lnTo>
                        <a:lnTo>
                          <a:pt x="1855" y="3722"/>
                        </a:lnTo>
                        <a:lnTo>
                          <a:pt x="378" y="2859"/>
                        </a:lnTo>
                        <a:lnTo>
                          <a:pt x="378" y="1725"/>
                        </a:lnTo>
                        <a:lnTo>
                          <a:pt x="2457" y="509"/>
                        </a:lnTo>
                        <a:lnTo>
                          <a:pt x="2457" y="60"/>
                        </a:lnTo>
                        <a:lnTo>
                          <a:pt x="23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3" name="Google Shape;5648;p47">
                    <a:extLst>
                      <a:ext uri="{FF2B5EF4-FFF2-40B4-BE49-F238E27FC236}">
                        <a16:creationId xmlns:a16="http://schemas.microsoft.com/office/drawing/2014/main" id="{0D11E78A-1CE9-E2CA-824F-152D465854CA}"/>
                      </a:ext>
                    </a:extLst>
                  </p:cNvPr>
                  <p:cNvSpPr/>
                  <p:nvPr/>
                </p:nvSpPr>
                <p:spPr>
                  <a:xfrm>
                    <a:off x="8577752" y="-5672801"/>
                    <a:ext cx="846570" cy="85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3" h="3037" extrusionOk="0">
                        <a:moveTo>
                          <a:pt x="2741" y="0"/>
                        </a:moveTo>
                        <a:lnTo>
                          <a:pt x="0" y="1571"/>
                        </a:lnTo>
                        <a:lnTo>
                          <a:pt x="0" y="2150"/>
                        </a:lnTo>
                        <a:lnTo>
                          <a:pt x="1524" y="3036"/>
                        </a:lnTo>
                        <a:lnTo>
                          <a:pt x="1784" y="2894"/>
                        </a:lnTo>
                        <a:lnTo>
                          <a:pt x="366" y="2067"/>
                        </a:lnTo>
                        <a:lnTo>
                          <a:pt x="366" y="1666"/>
                        </a:lnTo>
                        <a:lnTo>
                          <a:pt x="3013" y="142"/>
                        </a:lnTo>
                        <a:lnTo>
                          <a:pt x="274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4" name="Google Shape;5649;p47">
                    <a:extLst>
                      <a:ext uri="{FF2B5EF4-FFF2-40B4-BE49-F238E27FC236}">
                        <a16:creationId xmlns:a16="http://schemas.microsoft.com/office/drawing/2014/main" id="{1FC035C1-BD50-CDA8-C3D5-F6BD878C26EF}"/>
                      </a:ext>
                    </a:extLst>
                  </p:cNvPr>
                  <p:cNvSpPr/>
                  <p:nvPr/>
                </p:nvSpPr>
                <p:spPr>
                  <a:xfrm>
                    <a:off x="9799138" y="-3402552"/>
                    <a:ext cx="727157" cy="66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" h="2375" extrusionOk="0">
                        <a:moveTo>
                          <a:pt x="260" y="0"/>
                        </a:moveTo>
                        <a:lnTo>
                          <a:pt x="0" y="142"/>
                        </a:lnTo>
                        <a:lnTo>
                          <a:pt x="2221" y="1430"/>
                        </a:lnTo>
                        <a:lnTo>
                          <a:pt x="2221" y="2375"/>
                        </a:lnTo>
                        <a:lnTo>
                          <a:pt x="2588" y="2162"/>
                        </a:lnTo>
                        <a:lnTo>
                          <a:pt x="2588" y="1335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5" name="Google Shape;5650;p47">
                    <a:extLst>
                      <a:ext uri="{FF2B5EF4-FFF2-40B4-BE49-F238E27FC236}">
                        <a16:creationId xmlns:a16="http://schemas.microsoft.com/office/drawing/2014/main" id="{B688CDE2-39DD-12AB-EEBC-FEF27715AEFD}"/>
                      </a:ext>
                    </a:extLst>
                  </p:cNvPr>
                  <p:cNvSpPr/>
                  <p:nvPr/>
                </p:nvSpPr>
                <p:spPr>
                  <a:xfrm>
                    <a:off x="9945244" y="-3492182"/>
                    <a:ext cx="796838" cy="630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245" extrusionOk="0">
                        <a:moveTo>
                          <a:pt x="272" y="0"/>
                        </a:moveTo>
                        <a:lnTo>
                          <a:pt x="0" y="154"/>
                        </a:lnTo>
                        <a:lnTo>
                          <a:pt x="2469" y="1583"/>
                        </a:lnTo>
                        <a:lnTo>
                          <a:pt x="2469" y="2245"/>
                        </a:lnTo>
                        <a:lnTo>
                          <a:pt x="2835" y="2044"/>
                        </a:lnTo>
                        <a:lnTo>
                          <a:pt x="2835" y="1501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6" name="Google Shape;5651;p47">
                    <a:extLst>
                      <a:ext uri="{FF2B5EF4-FFF2-40B4-BE49-F238E27FC236}">
                        <a16:creationId xmlns:a16="http://schemas.microsoft.com/office/drawing/2014/main" id="{413C25D8-AF47-2C1B-4DA1-886F0922A197}"/>
                      </a:ext>
                    </a:extLst>
                  </p:cNvPr>
                  <p:cNvSpPr/>
                  <p:nvPr/>
                </p:nvSpPr>
                <p:spPr>
                  <a:xfrm>
                    <a:off x="9606672" y="-3312922"/>
                    <a:ext cx="634155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" h="2588" extrusionOk="0">
                        <a:moveTo>
                          <a:pt x="248" y="0"/>
                        </a:moveTo>
                        <a:lnTo>
                          <a:pt x="0" y="166"/>
                        </a:lnTo>
                        <a:lnTo>
                          <a:pt x="1501" y="1040"/>
                        </a:lnTo>
                        <a:lnTo>
                          <a:pt x="1501" y="2292"/>
                        </a:lnTo>
                        <a:lnTo>
                          <a:pt x="2008" y="2587"/>
                        </a:lnTo>
                        <a:lnTo>
                          <a:pt x="2257" y="2434"/>
                        </a:lnTo>
                        <a:lnTo>
                          <a:pt x="1867" y="2197"/>
                        </a:lnTo>
                        <a:lnTo>
                          <a:pt x="1867" y="945"/>
                        </a:lnTo>
                        <a:lnTo>
                          <a:pt x="24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7" name="Google Shape;5652;p47">
                    <a:extLst>
                      <a:ext uri="{FF2B5EF4-FFF2-40B4-BE49-F238E27FC236}">
                        <a16:creationId xmlns:a16="http://schemas.microsoft.com/office/drawing/2014/main" id="{DFC7E506-FA91-DE4A-C414-19692849B500}"/>
                      </a:ext>
                    </a:extLst>
                  </p:cNvPr>
                  <p:cNvSpPr/>
                  <p:nvPr/>
                </p:nvSpPr>
                <p:spPr>
                  <a:xfrm>
                    <a:off x="9404091" y="-3193509"/>
                    <a:ext cx="637527" cy="723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576" extrusionOk="0">
                        <a:moveTo>
                          <a:pt x="249" y="0"/>
                        </a:moveTo>
                        <a:lnTo>
                          <a:pt x="1" y="154"/>
                        </a:lnTo>
                        <a:lnTo>
                          <a:pt x="1501" y="1028"/>
                        </a:lnTo>
                        <a:lnTo>
                          <a:pt x="1501" y="2280"/>
                        </a:lnTo>
                        <a:lnTo>
                          <a:pt x="1997" y="2576"/>
                        </a:lnTo>
                        <a:lnTo>
                          <a:pt x="2269" y="2422"/>
                        </a:lnTo>
                        <a:lnTo>
                          <a:pt x="1867" y="2186"/>
                        </a:lnTo>
                        <a:lnTo>
                          <a:pt x="1867" y="934"/>
                        </a:lnTo>
                        <a:lnTo>
                          <a:pt x="24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8" name="Google Shape;5653;p47">
                    <a:extLst>
                      <a:ext uri="{FF2B5EF4-FFF2-40B4-BE49-F238E27FC236}">
                        <a16:creationId xmlns:a16="http://schemas.microsoft.com/office/drawing/2014/main" id="{CCBDF1F3-A220-44A7-FA5F-12876D71C6C9}"/>
                      </a:ext>
                    </a:extLst>
                  </p:cNvPr>
                  <p:cNvSpPr/>
                  <p:nvPr/>
                </p:nvSpPr>
                <p:spPr>
                  <a:xfrm>
                    <a:off x="8717114" y="-3017621"/>
                    <a:ext cx="876353" cy="876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9" h="3120" extrusionOk="0">
                        <a:moveTo>
                          <a:pt x="1595" y="1"/>
                        </a:moveTo>
                        <a:lnTo>
                          <a:pt x="1347" y="142"/>
                        </a:lnTo>
                        <a:lnTo>
                          <a:pt x="1631" y="320"/>
                        </a:lnTo>
                        <a:lnTo>
                          <a:pt x="2765" y="969"/>
                        </a:lnTo>
                        <a:lnTo>
                          <a:pt x="2765" y="1371"/>
                        </a:lnTo>
                        <a:lnTo>
                          <a:pt x="0" y="2954"/>
                        </a:lnTo>
                        <a:lnTo>
                          <a:pt x="272" y="3119"/>
                        </a:lnTo>
                        <a:lnTo>
                          <a:pt x="3119" y="1465"/>
                        </a:lnTo>
                        <a:lnTo>
                          <a:pt x="3119" y="887"/>
                        </a:lnTo>
                        <a:lnTo>
                          <a:pt x="1890" y="166"/>
                        </a:lnTo>
                        <a:lnTo>
                          <a:pt x="159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9" name="Google Shape;5654;p47">
                    <a:extLst>
                      <a:ext uri="{FF2B5EF4-FFF2-40B4-BE49-F238E27FC236}">
                        <a16:creationId xmlns:a16="http://schemas.microsoft.com/office/drawing/2014/main" id="{01550473-A013-9B28-8C6E-66918185B1E2}"/>
                      </a:ext>
                    </a:extLst>
                  </p:cNvPr>
                  <p:cNvSpPr/>
                  <p:nvPr/>
                </p:nvSpPr>
                <p:spPr>
                  <a:xfrm>
                    <a:off x="9257986" y="-5367666"/>
                    <a:ext cx="697374" cy="690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2" h="2459" extrusionOk="0">
                        <a:moveTo>
                          <a:pt x="2210" y="1"/>
                        </a:moveTo>
                        <a:lnTo>
                          <a:pt x="1383" y="473"/>
                        </a:lnTo>
                        <a:lnTo>
                          <a:pt x="1383" y="1501"/>
                        </a:lnTo>
                        <a:lnTo>
                          <a:pt x="1" y="2304"/>
                        </a:lnTo>
                        <a:lnTo>
                          <a:pt x="261" y="2458"/>
                        </a:lnTo>
                        <a:lnTo>
                          <a:pt x="1761" y="1584"/>
                        </a:lnTo>
                        <a:lnTo>
                          <a:pt x="1761" y="568"/>
                        </a:lnTo>
                        <a:lnTo>
                          <a:pt x="2482" y="154"/>
                        </a:lnTo>
                        <a:lnTo>
                          <a:pt x="2210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0" name="Google Shape;5655;p47">
                    <a:extLst>
                      <a:ext uri="{FF2B5EF4-FFF2-40B4-BE49-F238E27FC236}">
                        <a16:creationId xmlns:a16="http://schemas.microsoft.com/office/drawing/2014/main" id="{94CF4564-D6B5-1E20-CEDF-D5FD39DEDA69}"/>
                      </a:ext>
                    </a:extLst>
                  </p:cNvPr>
                  <p:cNvSpPr/>
                  <p:nvPr/>
                </p:nvSpPr>
                <p:spPr>
                  <a:xfrm>
                    <a:off x="9520414" y="-5284498"/>
                    <a:ext cx="694002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0" h="2588" extrusionOk="0">
                        <a:moveTo>
                          <a:pt x="2209" y="0"/>
                        </a:moveTo>
                        <a:lnTo>
                          <a:pt x="1382" y="485"/>
                        </a:lnTo>
                        <a:lnTo>
                          <a:pt x="1382" y="1630"/>
                        </a:lnTo>
                        <a:lnTo>
                          <a:pt x="0" y="2422"/>
                        </a:lnTo>
                        <a:lnTo>
                          <a:pt x="260" y="2587"/>
                        </a:lnTo>
                        <a:lnTo>
                          <a:pt x="1748" y="1713"/>
                        </a:lnTo>
                        <a:lnTo>
                          <a:pt x="1748" y="579"/>
                        </a:lnTo>
                        <a:lnTo>
                          <a:pt x="2469" y="154"/>
                        </a:lnTo>
                        <a:lnTo>
                          <a:pt x="22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1" name="Google Shape;5656;p47">
                    <a:extLst>
                      <a:ext uri="{FF2B5EF4-FFF2-40B4-BE49-F238E27FC236}">
                        <a16:creationId xmlns:a16="http://schemas.microsoft.com/office/drawing/2014/main" id="{C3DA86A8-8F9F-DBE2-6F0F-C76162E5C7CB}"/>
                      </a:ext>
                    </a:extLst>
                  </p:cNvPr>
                  <p:cNvSpPr/>
                  <p:nvPr/>
                </p:nvSpPr>
                <p:spPr>
                  <a:xfrm>
                    <a:off x="9835665" y="-4843092"/>
                    <a:ext cx="1019368" cy="4017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8" h="1430" extrusionOk="0">
                        <a:moveTo>
                          <a:pt x="3379" y="0"/>
                        </a:moveTo>
                        <a:lnTo>
                          <a:pt x="2552" y="473"/>
                        </a:lnTo>
                        <a:lnTo>
                          <a:pt x="1418" y="473"/>
                        </a:lnTo>
                        <a:lnTo>
                          <a:pt x="0" y="1288"/>
                        </a:lnTo>
                        <a:lnTo>
                          <a:pt x="248" y="1430"/>
                        </a:lnTo>
                        <a:lnTo>
                          <a:pt x="1560" y="674"/>
                        </a:lnTo>
                        <a:lnTo>
                          <a:pt x="2694" y="674"/>
                        </a:lnTo>
                        <a:lnTo>
                          <a:pt x="3627" y="142"/>
                        </a:lnTo>
                        <a:lnTo>
                          <a:pt x="337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2" name="Google Shape;5657;p47">
                    <a:extLst>
                      <a:ext uri="{FF2B5EF4-FFF2-40B4-BE49-F238E27FC236}">
                        <a16:creationId xmlns:a16="http://schemas.microsoft.com/office/drawing/2014/main" id="{171602A0-3CF6-53FB-E921-A9A65146E0D1}"/>
                      </a:ext>
                    </a:extLst>
                  </p:cNvPr>
                  <p:cNvSpPr/>
                  <p:nvPr/>
                </p:nvSpPr>
                <p:spPr>
                  <a:xfrm>
                    <a:off x="9653033" y="-5018980"/>
                    <a:ext cx="913161" cy="53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0" h="1891" extrusionOk="0">
                        <a:moveTo>
                          <a:pt x="2978" y="0"/>
                        </a:moveTo>
                        <a:lnTo>
                          <a:pt x="1" y="1737"/>
                        </a:lnTo>
                        <a:lnTo>
                          <a:pt x="249" y="1890"/>
                        </a:lnTo>
                        <a:lnTo>
                          <a:pt x="3249" y="154"/>
                        </a:lnTo>
                        <a:lnTo>
                          <a:pt x="297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3" name="Google Shape;5658;p47">
                    <a:extLst>
                      <a:ext uri="{FF2B5EF4-FFF2-40B4-BE49-F238E27FC236}">
                        <a16:creationId xmlns:a16="http://schemas.microsoft.com/office/drawing/2014/main" id="{6849C99A-8664-7C8C-BCB9-39DA5C59F629}"/>
                      </a:ext>
                    </a:extLst>
                  </p:cNvPr>
                  <p:cNvSpPr/>
                  <p:nvPr/>
                </p:nvSpPr>
                <p:spPr>
                  <a:xfrm>
                    <a:off x="10061285" y="-4713564"/>
                    <a:ext cx="102274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0" h="1442" extrusionOk="0">
                        <a:moveTo>
                          <a:pt x="3367" y="0"/>
                        </a:moveTo>
                        <a:lnTo>
                          <a:pt x="2481" y="508"/>
                        </a:lnTo>
                        <a:lnTo>
                          <a:pt x="1347" y="508"/>
                        </a:lnTo>
                        <a:lnTo>
                          <a:pt x="1" y="1276"/>
                        </a:lnTo>
                        <a:lnTo>
                          <a:pt x="249" y="1441"/>
                        </a:lnTo>
                        <a:lnTo>
                          <a:pt x="1501" y="721"/>
                        </a:lnTo>
                        <a:lnTo>
                          <a:pt x="2635" y="721"/>
                        </a:lnTo>
                        <a:lnTo>
                          <a:pt x="3639" y="142"/>
                        </a:lnTo>
                        <a:lnTo>
                          <a:pt x="3367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4" name="Google Shape;5659;p47">
                    <a:extLst>
                      <a:ext uri="{FF2B5EF4-FFF2-40B4-BE49-F238E27FC236}">
                        <a16:creationId xmlns:a16="http://schemas.microsoft.com/office/drawing/2014/main" id="{55DE64E1-37ED-A36A-421F-50022A3C5BDE}"/>
                      </a:ext>
                    </a:extLst>
                  </p:cNvPr>
                  <p:cNvSpPr/>
                  <p:nvPr/>
                </p:nvSpPr>
                <p:spPr>
                  <a:xfrm>
                    <a:off x="10270329" y="-4547791"/>
                    <a:ext cx="1099164" cy="35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2" h="1277" extrusionOk="0">
                        <a:moveTo>
                          <a:pt x="3651" y="1"/>
                        </a:moveTo>
                        <a:lnTo>
                          <a:pt x="3084" y="320"/>
                        </a:lnTo>
                        <a:lnTo>
                          <a:pt x="1407" y="320"/>
                        </a:lnTo>
                        <a:lnTo>
                          <a:pt x="1" y="1135"/>
                        </a:lnTo>
                        <a:lnTo>
                          <a:pt x="261" y="1277"/>
                        </a:lnTo>
                        <a:lnTo>
                          <a:pt x="1548" y="544"/>
                        </a:lnTo>
                        <a:lnTo>
                          <a:pt x="3238" y="544"/>
                        </a:lnTo>
                        <a:lnTo>
                          <a:pt x="3911" y="142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5" name="Google Shape;5660;p47">
                    <a:extLst>
                      <a:ext uri="{FF2B5EF4-FFF2-40B4-BE49-F238E27FC236}">
                        <a16:creationId xmlns:a16="http://schemas.microsoft.com/office/drawing/2014/main" id="{AC4F203C-0066-A3FA-3D0E-ABFD5364B804}"/>
                      </a:ext>
                    </a:extLst>
                  </p:cNvPr>
                  <p:cNvSpPr/>
                  <p:nvPr/>
                </p:nvSpPr>
                <p:spPr>
                  <a:xfrm>
                    <a:off x="10482744" y="-4348583"/>
                    <a:ext cx="1832503" cy="558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2" h="1986" extrusionOk="0">
                        <a:moveTo>
                          <a:pt x="1478" y="1"/>
                        </a:moveTo>
                        <a:lnTo>
                          <a:pt x="1" y="851"/>
                        </a:lnTo>
                        <a:lnTo>
                          <a:pt x="249" y="1005"/>
                        </a:lnTo>
                        <a:lnTo>
                          <a:pt x="1619" y="201"/>
                        </a:lnTo>
                        <a:lnTo>
                          <a:pt x="3191" y="201"/>
                        </a:lnTo>
                        <a:lnTo>
                          <a:pt x="6274" y="1985"/>
                        </a:lnTo>
                        <a:lnTo>
                          <a:pt x="6522" y="1843"/>
                        </a:lnTo>
                        <a:lnTo>
                          <a:pt x="333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6" name="Google Shape;5661;p47">
                    <a:extLst>
                      <a:ext uri="{FF2B5EF4-FFF2-40B4-BE49-F238E27FC236}">
                        <a16:creationId xmlns:a16="http://schemas.microsoft.com/office/drawing/2014/main" id="{5733645C-1444-ED6A-50A5-57C37CAE9821}"/>
                      </a:ext>
                    </a:extLst>
                  </p:cNvPr>
                  <p:cNvSpPr/>
                  <p:nvPr/>
                </p:nvSpPr>
                <p:spPr>
                  <a:xfrm>
                    <a:off x="10652170" y="-4209221"/>
                    <a:ext cx="1523714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3" h="1785" extrusionOk="0">
                        <a:moveTo>
                          <a:pt x="1394" y="1"/>
                        </a:moveTo>
                        <a:lnTo>
                          <a:pt x="0" y="816"/>
                        </a:lnTo>
                        <a:lnTo>
                          <a:pt x="260" y="958"/>
                        </a:lnTo>
                        <a:lnTo>
                          <a:pt x="1560" y="213"/>
                        </a:lnTo>
                        <a:lnTo>
                          <a:pt x="2446" y="213"/>
                        </a:lnTo>
                        <a:lnTo>
                          <a:pt x="5163" y="1784"/>
                        </a:lnTo>
                        <a:lnTo>
                          <a:pt x="5423" y="1631"/>
                        </a:lnTo>
                        <a:lnTo>
                          <a:pt x="259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7" name="Google Shape;5662;p47">
                    <a:extLst>
                      <a:ext uri="{FF2B5EF4-FFF2-40B4-BE49-F238E27FC236}">
                        <a16:creationId xmlns:a16="http://schemas.microsoft.com/office/drawing/2014/main" id="{24B1B5DC-11F7-1803-7CA4-48893AAA0720}"/>
                      </a:ext>
                    </a:extLst>
                  </p:cNvPr>
                  <p:cNvSpPr/>
                  <p:nvPr/>
                </p:nvSpPr>
                <p:spPr>
                  <a:xfrm>
                    <a:off x="10303764" y="-3691391"/>
                    <a:ext cx="1151987" cy="39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0" h="1419" extrusionOk="0">
                        <a:moveTo>
                          <a:pt x="248" y="1"/>
                        </a:moveTo>
                        <a:lnTo>
                          <a:pt x="0" y="154"/>
                        </a:lnTo>
                        <a:lnTo>
                          <a:pt x="1240" y="875"/>
                        </a:lnTo>
                        <a:lnTo>
                          <a:pt x="2906" y="875"/>
                        </a:lnTo>
                        <a:lnTo>
                          <a:pt x="3839" y="1418"/>
                        </a:lnTo>
                        <a:lnTo>
                          <a:pt x="4099" y="1276"/>
                        </a:lnTo>
                        <a:lnTo>
                          <a:pt x="3060" y="674"/>
                        </a:lnTo>
                        <a:lnTo>
                          <a:pt x="1406" y="674"/>
                        </a:lnTo>
                        <a:lnTo>
                          <a:pt x="248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8" name="Google Shape;5663;p47">
                    <a:extLst>
                      <a:ext uri="{FF2B5EF4-FFF2-40B4-BE49-F238E27FC236}">
                        <a16:creationId xmlns:a16="http://schemas.microsoft.com/office/drawing/2014/main" id="{F2B8B7CC-8F1E-0959-0E2D-6B2EA1850E9A}"/>
                      </a:ext>
                    </a:extLst>
                  </p:cNvPr>
                  <p:cNvSpPr/>
                  <p:nvPr/>
                </p:nvSpPr>
                <p:spPr>
                  <a:xfrm>
                    <a:off x="10486115" y="-3817547"/>
                    <a:ext cx="117868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5" h="1442" extrusionOk="0">
                        <a:moveTo>
                          <a:pt x="261" y="1"/>
                        </a:moveTo>
                        <a:lnTo>
                          <a:pt x="1" y="142"/>
                        </a:lnTo>
                        <a:lnTo>
                          <a:pt x="1253" y="851"/>
                        </a:lnTo>
                        <a:lnTo>
                          <a:pt x="2919" y="851"/>
                        </a:lnTo>
                        <a:lnTo>
                          <a:pt x="3923" y="1442"/>
                        </a:lnTo>
                        <a:lnTo>
                          <a:pt x="4194" y="1300"/>
                        </a:lnTo>
                        <a:lnTo>
                          <a:pt x="3072" y="650"/>
                        </a:lnTo>
                        <a:lnTo>
                          <a:pt x="1395" y="650"/>
                        </a:lnTo>
                        <a:lnTo>
                          <a:pt x="26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9" name="Google Shape;5664;p47">
                    <a:extLst>
                      <a:ext uri="{FF2B5EF4-FFF2-40B4-BE49-F238E27FC236}">
                        <a16:creationId xmlns:a16="http://schemas.microsoft.com/office/drawing/2014/main" id="{43271C7A-8EA3-C044-7E92-DFD8B77DC948}"/>
                      </a:ext>
                    </a:extLst>
                  </p:cNvPr>
                  <p:cNvSpPr/>
                  <p:nvPr/>
                </p:nvSpPr>
                <p:spPr>
                  <a:xfrm>
                    <a:off x="7747760" y="-3362654"/>
                    <a:ext cx="637527" cy="65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340" extrusionOk="0">
                        <a:moveTo>
                          <a:pt x="2009" y="0"/>
                        </a:moveTo>
                        <a:lnTo>
                          <a:pt x="1879" y="71"/>
                        </a:lnTo>
                        <a:lnTo>
                          <a:pt x="521" y="862"/>
                        </a:lnTo>
                        <a:lnTo>
                          <a:pt x="521" y="1878"/>
                        </a:lnTo>
                        <a:lnTo>
                          <a:pt x="1" y="2185"/>
                        </a:lnTo>
                        <a:lnTo>
                          <a:pt x="249" y="2339"/>
                        </a:lnTo>
                        <a:lnTo>
                          <a:pt x="887" y="1961"/>
                        </a:lnTo>
                        <a:lnTo>
                          <a:pt x="887" y="945"/>
                        </a:lnTo>
                        <a:lnTo>
                          <a:pt x="2127" y="224"/>
                        </a:lnTo>
                        <a:lnTo>
                          <a:pt x="2269" y="154"/>
                        </a:lnTo>
                        <a:lnTo>
                          <a:pt x="20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0" name="Google Shape;5665;p47">
                    <a:extLst>
                      <a:ext uri="{FF2B5EF4-FFF2-40B4-BE49-F238E27FC236}">
                        <a16:creationId xmlns:a16="http://schemas.microsoft.com/office/drawing/2014/main" id="{B99D60B2-AEFB-828B-7D69-FDCDC0414E55}"/>
                      </a:ext>
                    </a:extLst>
                  </p:cNvPr>
                  <p:cNvSpPr/>
                  <p:nvPr/>
                </p:nvSpPr>
                <p:spPr>
                  <a:xfrm>
                    <a:off x="7538717" y="-3498925"/>
                    <a:ext cx="611115" cy="67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5" h="2411" extrusionOk="0">
                        <a:moveTo>
                          <a:pt x="1926" y="1"/>
                        </a:moveTo>
                        <a:lnTo>
                          <a:pt x="1773" y="83"/>
                        </a:lnTo>
                        <a:lnTo>
                          <a:pt x="438" y="875"/>
                        </a:lnTo>
                        <a:lnTo>
                          <a:pt x="438" y="2009"/>
                        </a:lnTo>
                        <a:lnTo>
                          <a:pt x="1" y="2245"/>
                        </a:lnTo>
                        <a:lnTo>
                          <a:pt x="272" y="2411"/>
                        </a:lnTo>
                        <a:lnTo>
                          <a:pt x="804" y="2092"/>
                        </a:lnTo>
                        <a:lnTo>
                          <a:pt x="804" y="958"/>
                        </a:lnTo>
                        <a:lnTo>
                          <a:pt x="2044" y="237"/>
                        </a:lnTo>
                        <a:lnTo>
                          <a:pt x="2174" y="142"/>
                        </a:lnTo>
                        <a:lnTo>
                          <a:pt x="192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1" name="Google Shape;5666;p47">
                    <a:extLst>
                      <a:ext uri="{FF2B5EF4-FFF2-40B4-BE49-F238E27FC236}">
                        <a16:creationId xmlns:a16="http://schemas.microsoft.com/office/drawing/2014/main" id="{D84A3056-9157-0A88-AB07-EE231CDEA614}"/>
                      </a:ext>
                    </a:extLst>
                  </p:cNvPr>
                  <p:cNvSpPr/>
                  <p:nvPr/>
                </p:nvSpPr>
                <p:spPr>
                  <a:xfrm>
                    <a:off x="7870545" y="-3037570"/>
                    <a:ext cx="1026112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" h="1442" extrusionOk="0">
                        <a:moveTo>
                          <a:pt x="3403" y="1"/>
                        </a:moveTo>
                        <a:lnTo>
                          <a:pt x="3344" y="24"/>
                        </a:lnTo>
                        <a:lnTo>
                          <a:pt x="2092" y="745"/>
                        </a:lnTo>
                        <a:lnTo>
                          <a:pt x="946" y="745"/>
                        </a:lnTo>
                        <a:lnTo>
                          <a:pt x="1" y="1288"/>
                        </a:lnTo>
                        <a:lnTo>
                          <a:pt x="273" y="1442"/>
                        </a:lnTo>
                        <a:lnTo>
                          <a:pt x="1100" y="958"/>
                        </a:lnTo>
                        <a:lnTo>
                          <a:pt x="2234" y="958"/>
                        </a:lnTo>
                        <a:lnTo>
                          <a:pt x="3592" y="178"/>
                        </a:lnTo>
                        <a:lnTo>
                          <a:pt x="3651" y="142"/>
                        </a:lnTo>
                        <a:lnTo>
                          <a:pt x="340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2" name="Google Shape;5667;p47">
                    <a:extLst>
                      <a:ext uri="{FF2B5EF4-FFF2-40B4-BE49-F238E27FC236}">
                        <a16:creationId xmlns:a16="http://schemas.microsoft.com/office/drawing/2014/main" id="{C8FDADEF-4836-4A42-2152-8A412B20CF52}"/>
                      </a:ext>
                    </a:extLst>
                  </p:cNvPr>
                  <p:cNvSpPr/>
                  <p:nvPr/>
                </p:nvSpPr>
                <p:spPr>
                  <a:xfrm>
                    <a:off x="6751994" y="-3661608"/>
                    <a:ext cx="1128948" cy="38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" h="1360" extrusionOk="0">
                        <a:moveTo>
                          <a:pt x="3746" y="1"/>
                        </a:moveTo>
                        <a:lnTo>
                          <a:pt x="3604" y="95"/>
                        </a:lnTo>
                        <a:lnTo>
                          <a:pt x="2470" y="757"/>
                        </a:lnTo>
                        <a:lnTo>
                          <a:pt x="781" y="757"/>
                        </a:lnTo>
                        <a:lnTo>
                          <a:pt x="1" y="1194"/>
                        </a:lnTo>
                        <a:lnTo>
                          <a:pt x="249" y="1359"/>
                        </a:lnTo>
                        <a:lnTo>
                          <a:pt x="934" y="958"/>
                        </a:lnTo>
                        <a:lnTo>
                          <a:pt x="2612" y="958"/>
                        </a:lnTo>
                        <a:lnTo>
                          <a:pt x="3852" y="237"/>
                        </a:lnTo>
                        <a:lnTo>
                          <a:pt x="4017" y="154"/>
                        </a:lnTo>
                        <a:lnTo>
                          <a:pt x="374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675" name="Google Shape;5668;p47">
                  <a:extLst>
                    <a:ext uri="{FF2B5EF4-FFF2-40B4-BE49-F238E27FC236}">
                      <a16:creationId xmlns:a16="http://schemas.microsoft.com/office/drawing/2014/main" id="{156D8E72-21AC-ABD3-0BE1-831416793BFC}"/>
                    </a:ext>
                  </a:extLst>
                </p:cNvPr>
                <p:cNvSpPr/>
                <p:nvPr/>
              </p:nvSpPr>
              <p:spPr>
                <a:xfrm>
                  <a:off x="6598965" y="-3776740"/>
                  <a:ext cx="1021412" cy="282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7" h="1182" extrusionOk="0">
                      <a:moveTo>
                        <a:pt x="4017" y="0"/>
                      </a:moveTo>
                      <a:lnTo>
                        <a:pt x="3887" y="71"/>
                      </a:lnTo>
                      <a:lnTo>
                        <a:pt x="2516" y="875"/>
                      </a:lnTo>
                      <a:lnTo>
                        <a:pt x="284" y="875"/>
                      </a:lnTo>
                      <a:lnTo>
                        <a:pt x="0" y="1028"/>
                      </a:lnTo>
                      <a:lnTo>
                        <a:pt x="272" y="1182"/>
                      </a:lnTo>
                      <a:lnTo>
                        <a:pt x="437" y="1075"/>
                      </a:lnTo>
                      <a:lnTo>
                        <a:pt x="2658" y="1075"/>
                      </a:lnTo>
                      <a:lnTo>
                        <a:pt x="4135" y="225"/>
                      </a:lnTo>
                      <a:lnTo>
                        <a:pt x="4277" y="142"/>
                      </a:lnTo>
                      <a:lnTo>
                        <a:pt x="401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304" name="Google Shape;5669;p47">
                <a:extLst>
                  <a:ext uri="{FF2B5EF4-FFF2-40B4-BE49-F238E27FC236}">
                    <a16:creationId xmlns:a16="http://schemas.microsoft.com/office/drawing/2014/main" id="{250CD6C5-E78D-F16D-8E69-9747B572A825}"/>
                  </a:ext>
                </a:extLst>
              </p:cNvPr>
              <p:cNvSpPr/>
              <p:nvPr/>
            </p:nvSpPr>
            <p:spPr>
              <a:xfrm flipH="1">
                <a:off x="9817982" y="7218955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5" name="Google Shape;5670;p47">
                <a:extLst>
                  <a:ext uri="{FF2B5EF4-FFF2-40B4-BE49-F238E27FC236}">
                    <a16:creationId xmlns:a16="http://schemas.microsoft.com/office/drawing/2014/main" id="{9D410818-6888-F531-50AE-2F2FA6A1B858}"/>
                  </a:ext>
                </a:extLst>
              </p:cNvPr>
              <p:cNvSpPr/>
              <p:nvPr/>
            </p:nvSpPr>
            <p:spPr>
              <a:xfrm flipH="1">
                <a:off x="11341013" y="7218966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6" name="Google Shape;5671;p47">
                <a:extLst>
                  <a:ext uri="{FF2B5EF4-FFF2-40B4-BE49-F238E27FC236}">
                    <a16:creationId xmlns:a16="http://schemas.microsoft.com/office/drawing/2014/main" id="{4D238EF8-E5E3-D4BD-FF8E-744A83B618E9}"/>
                  </a:ext>
                </a:extLst>
              </p:cNvPr>
              <p:cNvSpPr/>
              <p:nvPr/>
            </p:nvSpPr>
            <p:spPr>
              <a:xfrm flipH="1">
                <a:off x="9812585" y="7218966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7" name="Google Shape;5672;p47">
                <a:extLst>
                  <a:ext uri="{FF2B5EF4-FFF2-40B4-BE49-F238E27FC236}">
                    <a16:creationId xmlns:a16="http://schemas.microsoft.com/office/drawing/2014/main" id="{26B76C83-555F-D180-1D94-A549E02B18B2}"/>
                  </a:ext>
                </a:extLst>
              </p:cNvPr>
              <p:cNvGrpSpPr/>
              <p:nvPr/>
            </p:nvGrpSpPr>
            <p:grpSpPr>
              <a:xfrm>
                <a:off x="10884983" y="6879817"/>
                <a:ext cx="922893" cy="599206"/>
                <a:chOff x="-4004340" y="2465518"/>
                <a:chExt cx="1791330" cy="1162830"/>
              </a:xfrm>
            </p:grpSpPr>
            <p:sp>
              <p:nvSpPr>
                <p:cNvPr id="1308" name="Google Shape;5673;p47">
                  <a:extLst>
                    <a:ext uri="{FF2B5EF4-FFF2-40B4-BE49-F238E27FC236}">
                      <a16:creationId xmlns:a16="http://schemas.microsoft.com/office/drawing/2014/main" id="{E5812A44-8ED7-C598-6C7B-8923DC295FF5}"/>
                    </a:ext>
                  </a:extLst>
                </p:cNvPr>
                <p:cNvSpPr/>
                <p:nvPr/>
              </p:nvSpPr>
              <p:spPr>
                <a:xfrm>
                  <a:off x="-3238869" y="3540443"/>
                  <a:ext cx="296388" cy="7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86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2671" y="68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09" name="Google Shape;5674;p47">
                  <a:extLst>
                    <a:ext uri="{FF2B5EF4-FFF2-40B4-BE49-F238E27FC236}">
                      <a16:creationId xmlns:a16="http://schemas.microsoft.com/office/drawing/2014/main" id="{FBED748E-1F5F-E29A-671C-AFE223DF22D7}"/>
                    </a:ext>
                  </a:extLst>
                </p:cNvPr>
                <p:cNvSpPr/>
                <p:nvPr/>
              </p:nvSpPr>
              <p:spPr>
                <a:xfrm>
                  <a:off x="-2741963" y="2725067"/>
                  <a:ext cx="14536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31" extrusionOk="0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30" y="130"/>
                      </a:lnTo>
                      <a:lnTo>
                        <a:pt x="130" y="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0" name="Google Shape;5675;p47">
                  <a:extLst>
                    <a:ext uri="{FF2B5EF4-FFF2-40B4-BE49-F238E27FC236}">
                      <a16:creationId xmlns:a16="http://schemas.microsoft.com/office/drawing/2014/main" id="{10480F64-5331-7239-54E0-2DCF3EABCC43}"/>
                    </a:ext>
                  </a:extLst>
                </p:cNvPr>
                <p:cNvSpPr/>
                <p:nvPr/>
              </p:nvSpPr>
              <p:spPr>
                <a:xfrm>
                  <a:off x="-3461689" y="2727730"/>
                  <a:ext cx="14536" cy="1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42" extrusionOk="0">
                      <a:moveTo>
                        <a:pt x="131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31" y="4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1" name="Google Shape;5676;p47">
                  <a:extLst>
                    <a:ext uri="{FF2B5EF4-FFF2-40B4-BE49-F238E27FC236}">
                      <a16:creationId xmlns:a16="http://schemas.microsoft.com/office/drawing/2014/main" id="{521FFD51-043C-44E1-51DC-6A324F022FE1}"/>
                    </a:ext>
                  </a:extLst>
                </p:cNvPr>
                <p:cNvSpPr/>
                <p:nvPr/>
              </p:nvSpPr>
              <p:spPr>
                <a:xfrm>
                  <a:off x="-2942590" y="3124876"/>
                  <a:ext cx="714504" cy="491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431" extrusionOk="0">
                      <a:moveTo>
                        <a:pt x="6439" y="0"/>
                      </a:moveTo>
                      <a:lnTo>
                        <a:pt x="1" y="3745"/>
                      </a:lnTo>
                      <a:lnTo>
                        <a:pt x="1" y="4430"/>
                      </a:lnTo>
                      <a:lnTo>
                        <a:pt x="6439" y="697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2" name="Google Shape;5677;p47">
                  <a:extLst>
                    <a:ext uri="{FF2B5EF4-FFF2-40B4-BE49-F238E27FC236}">
                      <a16:creationId xmlns:a16="http://schemas.microsoft.com/office/drawing/2014/main" id="{32DFA1A1-37B0-59A9-0537-A6F077F1493B}"/>
                    </a:ext>
                  </a:extLst>
                </p:cNvPr>
                <p:cNvSpPr/>
                <p:nvPr/>
              </p:nvSpPr>
              <p:spPr>
                <a:xfrm>
                  <a:off x="-3958484" y="3126208"/>
                  <a:ext cx="719719" cy="49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419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6486" y="4418"/>
                      </a:lnTo>
                      <a:lnTo>
                        <a:pt x="6486" y="37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3" name="Google Shape;5678;p47">
                  <a:extLst>
                    <a:ext uri="{FF2B5EF4-FFF2-40B4-BE49-F238E27FC236}">
                      <a16:creationId xmlns:a16="http://schemas.microsoft.com/office/drawing/2014/main" id="{495EA5A6-7539-4F50-9498-A6B1658774B7}"/>
                    </a:ext>
                  </a:extLst>
                </p:cNvPr>
                <p:cNvSpPr/>
                <p:nvPr/>
              </p:nvSpPr>
              <p:spPr>
                <a:xfrm>
                  <a:off x="-3958484" y="2537645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4"/>
                      </a:lnTo>
                      <a:lnTo>
                        <a:pt x="6486" y="9037"/>
                      </a:lnTo>
                      <a:lnTo>
                        <a:pt x="9156" y="9037"/>
                      </a:lnTo>
                      <a:lnTo>
                        <a:pt x="15594" y="5292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4" name="Google Shape;5679;p47">
                  <a:extLst>
                    <a:ext uri="{FF2B5EF4-FFF2-40B4-BE49-F238E27FC236}">
                      <a16:creationId xmlns:a16="http://schemas.microsoft.com/office/drawing/2014/main" id="{E1500912-2413-0C10-DEED-F92643E828E4}"/>
                    </a:ext>
                  </a:extLst>
                </p:cNvPr>
                <p:cNvSpPr/>
                <p:nvPr/>
              </p:nvSpPr>
              <p:spPr>
                <a:xfrm>
                  <a:off x="-2709228" y="2744708"/>
                  <a:ext cx="15868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31" extrusionOk="0">
                      <a:moveTo>
                        <a:pt x="1" y="1"/>
                      </a:moveTo>
                      <a:lnTo>
                        <a:pt x="12" y="60"/>
                      </a:lnTo>
                      <a:lnTo>
                        <a:pt x="142" y="131"/>
                      </a:lnTo>
                      <a:lnTo>
                        <a:pt x="142" y="8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5" name="Google Shape;5680;p47">
                  <a:extLst>
                    <a:ext uri="{FF2B5EF4-FFF2-40B4-BE49-F238E27FC236}">
                      <a16:creationId xmlns:a16="http://schemas.microsoft.com/office/drawing/2014/main" id="{290622C3-77B5-F6B2-B32C-C35826A5E3FC}"/>
                    </a:ext>
                  </a:extLst>
                </p:cNvPr>
                <p:cNvSpPr/>
                <p:nvPr/>
              </p:nvSpPr>
              <p:spPr>
                <a:xfrm>
                  <a:off x="-2709228" y="2725067"/>
                  <a:ext cx="48603" cy="28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1" extrusionOk="0">
                      <a:moveTo>
                        <a:pt x="308" y="0"/>
                      </a:moveTo>
                      <a:lnTo>
                        <a:pt x="1" y="178"/>
                      </a:lnTo>
                      <a:lnTo>
                        <a:pt x="142" y="260"/>
                      </a:lnTo>
                      <a:lnTo>
                        <a:pt x="438" y="83"/>
                      </a:lnTo>
                      <a:lnTo>
                        <a:pt x="3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6" name="Google Shape;5681;p47">
                  <a:extLst>
                    <a:ext uri="{FF2B5EF4-FFF2-40B4-BE49-F238E27FC236}">
                      <a16:creationId xmlns:a16="http://schemas.microsoft.com/office/drawing/2014/main" id="{063794B6-3380-CB84-18D4-FBBBF193202F}"/>
                    </a:ext>
                  </a:extLst>
                </p:cNvPr>
                <p:cNvSpPr/>
                <p:nvPr/>
              </p:nvSpPr>
              <p:spPr>
                <a:xfrm>
                  <a:off x="-3495755" y="2747371"/>
                  <a:ext cx="15868" cy="1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43" extrusionOk="0">
                      <a:moveTo>
                        <a:pt x="142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42" y="4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7" name="Google Shape;5682;p47">
                  <a:extLst>
                    <a:ext uri="{FF2B5EF4-FFF2-40B4-BE49-F238E27FC236}">
                      <a16:creationId xmlns:a16="http://schemas.microsoft.com/office/drawing/2014/main" id="{8A2DD044-1BFC-82ED-DF2D-ADC7AF9DF37A}"/>
                    </a:ext>
                  </a:extLst>
                </p:cNvPr>
                <p:cNvSpPr/>
                <p:nvPr/>
              </p:nvSpPr>
              <p:spPr>
                <a:xfrm>
                  <a:off x="-3528490" y="2727730"/>
                  <a:ext cx="48603" cy="2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0" extrusionOk="0">
                      <a:moveTo>
                        <a:pt x="130" y="0"/>
                      </a:moveTo>
                      <a:lnTo>
                        <a:pt x="0" y="83"/>
                      </a:lnTo>
                      <a:lnTo>
                        <a:pt x="296" y="260"/>
                      </a:lnTo>
                      <a:lnTo>
                        <a:pt x="437" y="177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8" name="Google Shape;5683;p47">
                  <a:extLst>
                    <a:ext uri="{FF2B5EF4-FFF2-40B4-BE49-F238E27FC236}">
                      <a16:creationId xmlns:a16="http://schemas.microsoft.com/office/drawing/2014/main" id="{A5468A37-AEA4-CEB3-AD43-F0F0E785297A}"/>
                    </a:ext>
                  </a:extLst>
                </p:cNvPr>
                <p:cNvSpPr/>
                <p:nvPr/>
              </p:nvSpPr>
              <p:spPr>
                <a:xfrm>
                  <a:off x="-2942590" y="3054080"/>
                  <a:ext cx="714504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171" extrusionOk="0">
                      <a:moveTo>
                        <a:pt x="6439" y="1"/>
                      </a:moveTo>
                      <a:lnTo>
                        <a:pt x="1" y="3734"/>
                      </a:lnTo>
                      <a:lnTo>
                        <a:pt x="1" y="4171"/>
                      </a:lnTo>
                      <a:lnTo>
                        <a:pt x="6439" y="414"/>
                      </a:lnTo>
                      <a:lnTo>
                        <a:pt x="6439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9" name="Google Shape;5684;p47">
                  <a:extLst>
                    <a:ext uri="{FF2B5EF4-FFF2-40B4-BE49-F238E27FC236}">
                      <a16:creationId xmlns:a16="http://schemas.microsoft.com/office/drawing/2014/main" id="{D5FCDEDA-BFFA-8E7A-46DD-4C5318B8FD1F}"/>
                    </a:ext>
                  </a:extLst>
                </p:cNvPr>
                <p:cNvSpPr/>
                <p:nvPr/>
              </p:nvSpPr>
              <p:spPr>
                <a:xfrm>
                  <a:off x="-3958484" y="3054080"/>
                  <a:ext cx="719719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171" extrusionOk="0">
                      <a:moveTo>
                        <a:pt x="1" y="1"/>
                      </a:moveTo>
                      <a:lnTo>
                        <a:pt x="1" y="414"/>
                      </a:lnTo>
                      <a:lnTo>
                        <a:pt x="6486" y="4171"/>
                      </a:lnTo>
                      <a:lnTo>
                        <a:pt x="6486" y="373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0" name="Google Shape;5685;p47">
                  <a:extLst>
                    <a:ext uri="{FF2B5EF4-FFF2-40B4-BE49-F238E27FC236}">
                      <a16:creationId xmlns:a16="http://schemas.microsoft.com/office/drawing/2014/main" id="{9696E911-C2C9-1700-BAB2-D761E6B3B5D1}"/>
                    </a:ext>
                  </a:extLst>
                </p:cNvPr>
                <p:cNvSpPr/>
                <p:nvPr/>
              </p:nvSpPr>
              <p:spPr>
                <a:xfrm>
                  <a:off x="-3238869" y="3468316"/>
                  <a:ext cx="296388" cy="48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438" extrusionOk="0">
                      <a:moveTo>
                        <a:pt x="1" y="1"/>
                      </a:moveTo>
                      <a:lnTo>
                        <a:pt x="1" y="438"/>
                      </a:lnTo>
                      <a:lnTo>
                        <a:pt x="2671" y="438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1" name="Google Shape;5686;p47">
                  <a:extLst>
                    <a:ext uri="{FF2B5EF4-FFF2-40B4-BE49-F238E27FC236}">
                      <a16:creationId xmlns:a16="http://schemas.microsoft.com/office/drawing/2014/main" id="{D39F7F10-CC67-506C-6000-A2E0BAC9E151}"/>
                    </a:ext>
                  </a:extLst>
                </p:cNvPr>
                <p:cNvSpPr/>
                <p:nvPr/>
              </p:nvSpPr>
              <p:spPr>
                <a:xfrm>
                  <a:off x="-3958484" y="2465518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5"/>
                      </a:lnTo>
                      <a:lnTo>
                        <a:pt x="6486" y="9038"/>
                      </a:lnTo>
                      <a:lnTo>
                        <a:pt x="9156" y="9038"/>
                      </a:lnTo>
                      <a:lnTo>
                        <a:pt x="15594" y="5305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2" name="Google Shape;5687;p47">
                  <a:extLst>
                    <a:ext uri="{FF2B5EF4-FFF2-40B4-BE49-F238E27FC236}">
                      <a16:creationId xmlns:a16="http://schemas.microsoft.com/office/drawing/2014/main" id="{F10121A1-DA5C-E0C7-E422-DE8B5125C110}"/>
                    </a:ext>
                  </a:extLst>
                </p:cNvPr>
                <p:cNvSpPr/>
                <p:nvPr/>
              </p:nvSpPr>
              <p:spPr>
                <a:xfrm>
                  <a:off x="-3904776" y="2516673"/>
                  <a:ext cx="1625637" cy="89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0" h="8105" extrusionOk="0">
                      <a:moveTo>
                        <a:pt x="8412" y="402"/>
                      </a:moveTo>
                      <a:lnTo>
                        <a:pt x="14271" y="3769"/>
                      </a:lnTo>
                      <a:lnTo>
                        <a:pt x="14271" y="4347"/>
                      </a:lnTo>
                      <a:lnTo>
                        <a:pt x="8447" y="7726"/>
                      </a:lnTo>
                      <a:lnTo>
                        <a:pt x="6226" y="7726"/>
                      </a:lnTo>
                      <a:lnTo>
                        <a:pt x="355" y="4347"/>
                      </a:lnTo>
                      <a:lnTo>
                        <a:pt x="355" y="3780"/>
                      </a:lnTo>
                      <a:lnTo>
                        <a:pt x="6179" y="402"/>
                      </a:lnTo>
                      <a:close/>
                      <a:moveTo>
                        <a:pt x="6085" y="0"/>
                      </a:moveTo>
                      <a:lnTo>
                        <a:pt x="1" y="3544"/>
                      </a:lnTo>
                      <a:lnTo>
                        <a:pt x="1" y="4560"/>
                      </a:lnTo>
                      <a:lnTo>
                        <a:pt x="6132" y="8104"/>
                      </a:lnTo>
                      <a:lnTo>
                        <a:pt x="8565" y="8104"/>
                      </a:lnTo>
                      <a:lnTo>
                        <a:pt x="14649" y="4560"/>
                      </a:lnTo>
                      <a:lnTo>
                        <a:pt x="14649" y="3544"/>
                      </a:lnTo>
                      <a:lnTo>
                        <a:pt x="8518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3" name="Google Shape;5688;p47">
                  <a:extLst>
                    <a:ext uri="{FF2B5EF4-FFF2-40B4-BE49-F238E27FC236}">
                      <a16:creationId xmlns:a16="http://schemas.microsoft.com/office/drawing/2014/main" id="{19A98CE0-5BA7-64B4-DBB3-4AB2F58941E2}"/>
                    </a:ext>
                  </a:extLst>
                </p:cNvPr>
                <p:cNvSpPr/>
                <p:nvPr/>
              </p:nvSpPr>
              <p:spPr>
                <a:xfrm>
                  <a:off x="-3722570" y="2675243"/>
                  <a:ext cx="668675" cy="385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6" h="3474" extrusionOk="0">
                      <a:moveTo>
                        <a:pt x="4502" y="1"/>
                      </a:moveTo>
                      <a:lnTo>
                        <a:pt x="1" y="2599"/>
                      </a:lnTo>
                      <a:lnTo>
                        <a:pt x="1525" y="3474"/>
                      </a:lnTo>
                      <a:lnTo>
                        <a:pt x="6026" y="875"/>
                      </a:lnTo>
                      <a:lnTo>
                        <a:pt x="4502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4" name="Google Shape;5689;p47">
                  <a:extLst>
                    <a:ext uri="{FF2B5EF4-FFF2-40B4-BE49-F238E27FC236}">
                      <a16:creationId xmlns:a16="http://schemas.microsoft.com/office/drawing/2014/main" id="{6C1BC427-C18C-DDF2-4DF8-37AFE490B44D}"/>
                    </a:ext>
                  </a:extLst>
                </p:cNvPr>
                <p:cNvSpPr/>
                <p:nvPr/>
              </p:nvSpPr>
              <p:spPr>
                <a:xfrm>
                  <a:off x="-3537701" y="2688337"/>
                  <a:ext cx="778752" cy="449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4053" extrusionOk="0">
                      <a:moveTo>
                        <a:pt x="5966" y="1"/>
                      </a:moveTo>
                      <a:lnTo>
                        <a:pt x="1" y="3450"/>
                      </a:lnTo>
                      <a:lnTo>
                        <a:pt x="1052" y="4053"/>
                      </a:lnTo>
                      <a:lnTo>
                        <a:pt x="7018" y="615"/>
                      </a:lnTo>
                      <a:lnTo>
                        <a:pt x="5966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5" name="Google Shape;5690;p47">
                  <a:extLst>
                    <a:ext uri="{FF2B5EF4-FFF2-40B4-BE49-F238E27FC236}">
                      <a16:creationId xmlns:a16="http://schemas.microsoft.com/office/drawing/2014/main" id="{F4AE7967-36B9-50F0-F6A0-12D038E47C51}"/>
                    </a:ext>
                  </a:extLst>
                </p:cNvPr>
                <p:cNvSpPr/>
                <p:nvPr/>
              </p:nvSpPr>
              <p:spPr>
                <a:xfrm>
                  <a:off x="-3402655" y="2832593"/>
                  <a:ext cx="624067" cy="3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" h="3249" extrusionOk="0">
                      <a:moveTo>
                        <a:pt x="4915" y="0"/>
                      </a:moveTo>
                      <a:lnTo>
                        <a:pt x="0" y="2859"/>
                      </a:lnTo>
                      <a:lnTo>
                        <a:pt x="709" y="3249"/>
                      </a:lnTo>
                      <a:lnTo>
                        <a:pt x="5623" y="414"/>
                      </a:lnTo>
                      <a:lnTo>
                        <a:pt x="491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6" name="Google Shape;5691;p47">
                  <a:extLst>
                    <a:ext uri="{FF2B5EF4-FFF2-40B4-BE49-F238E27FC236}">
                      <a16:creationId xmlns:a16="http://schemas.microsoft.com/office/drawing/2014/main" id="{470E4F31-9D79-A482-AA6C-75022F9A0205}"/>
                    </a:ext>
                  </a:extLst>
                </p:cNvPr>
                <p:cNvSpPr/>
                <p:nvPr/>
              </p:nvSpPr>
              <p:spPr>
                <a:xfrm>
                  <a:off x="-3210018" y="2946554"/>
                  <a:ext cx="626730" cy="36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8" h="3250" extrusionOk="0">
                      <a:moveTo>
                        <a:pt x="4939" y="1"/>
                      </a:moveTo>
                      <a:lnTo>
                        <a:pt x="1" y="2836"/>
                      </a:lnTo>
                      <a:lnTo>
                        <a:pt x="733" y="3250"/>
                      </a:lnTo>
                      <a:lnTo>
                        <a:pt x="5648" y="391"/>
                      </a:lnTo>
                      <a:lnTo>
                        <a:pt x="4939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7" name="Google Shape;5692;p47">
                  <a:extLst>
                    <a:ext uri="{FF2B5EF4-FFF2-40B4-BE49-F238E27FC236}">
                      <a16:creationId xmlns:a16="http://schemas.microsoft.com/office/drawing/2014/main" id="{AEFB49E4-BFBB-0DF2-01AC-5E53A87B60BD}"/>
                    </a:ext>
                  </a:extLst>
                </p:cNvPr>
                <p:cNvSpPr/>
                <p:nvPr/>
              </p:nvSpPr>
              <p:spPr>
                <a:xfrm>
                  <a:off x="-3305671" y="3060627"/>
                  <a:ext cx="329122" cy="18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702" extrusionOk="0">
                      <a:moveTo>
                        <a:pt x="2257" y="1"/>
                      </a:moveTo>
                      <a:lnTo>
                        <a:pt x="0" y="1300"/>
                      </a:lnTo>
                      <a:lnTo>
                        <a:pt x="709" y="1702"/>
                      </a:lnTo>
                      <a:lnTo>
                        <a:pt x="2966" y="402"/>
                      </a:lnTo>
                      <a:lnTo>
                        <a:pt x="2257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8" name="Google Shape;5693;p47">
                  <a:extLst>
                    <a:ext uri="{FF2B5EF4-FFF2-40B4-BE49-F238E27FC236}">
                      <a16:creationId xmlns:a16="http://schemas.microsoft.com/office/drawing/2014/main" id="{AFC07D23-FCCE-1A60-1721-4C387B854146}"/>
                    </a:ext>
                  </a:extLst>
                </p:cNvPr>
                <p:cNvSpPr/>
                <p:nvPr/>
              </p:nvSpPr>
              <p:spPr>
                <a:xfrm>
                  <a:off x="-3009391" y="2888963"/>
                  <a:ext cx="327791" cy="19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" h="1714" extrusionOk="0">
                      <a:moveTo>
                        <a:pt x="2245" y="0"/>
                      </a:moveTo>
                      <a:lnTo>
                        <a:pt x="0" y="1300"/>
                      </a:lnTo>
                      <a:lnTo>
                        <a:pt x="709" y="1713"/>
                      </a:lnTo>
                      <a:lnTo>
                        <a:pt x="2954" y="414"/>
                      </a:lnTo>
                      <a:lnTo>
                        <a:pt x="224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329" name="Google Shape;5694;p47">
                  <a:extLst>
                    <a:ext uri="{FF2B5EF4-FFF2-40B4-BE49-F238E27FC236}">
                      <a16:creationId xmlns:a16="http://schemas.microsoft.com/office/drawing/2014/main" id="{F3E82789-6F01-68AC-D7CD-831C34D1F0FB}"/>
                    </a:ext>
                  </a:extLst>
                </p:cNvPr>
                <p:cNvGrpSpPr/>
                <p:nvPr/>
              </p:nvGrpSpPr>
              <p:grpSpPr>
                <a:xfrm>
                  <a:off x="-4004340" y="3104789"/>
                  <a:ext cx="1791330" cy="523558"/>
                  <a:chOff x="-4004340" y="3104789"/>
                  <a:chExt cx="1791330" cy="523558"/>
                </a:xfrm>
              </p:grpSpPr>
              <p:grpSp>
                <p:nvGrpSpPr>
                  <p:cNvPr id="1330" name="Google Shape;5695;p47">
                    <a:extLst>
                      <a:ext uri="{FF2B5EF4-FFF2-40B4-BE49-F238E27FC236}">
                        <a16:creationId xmlns:a16="http://schemas.microsoft.com/office/drawing/2014/main" id="{74A5A86E-1CE9-544E-0B87-E94BA81764B3}"/>
                      </a:ext>
                    </a:extLst>
                  </p:cNvPr>
                  <p:cNvGrpSpPr/>
                  <p:nvPr/>
                </p:nvGrpSpPr>
                <p:grpSpPr>
                  <a:xfrm>
                    <a:off x="-2940565" y="3136014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502" name="Google Shape;5696;p47">
                      <a:extLst>
                        <a:ext uri="{FF2B5EF4-FFF2-40B4-BE49-F238E27FC236}">
                          <a16:creationId xmlns:a16="http://schemas.microsoft.com/office/drawing/2014/main" id="{BF960222-7E7E-8ADE-15E9-E0EF50591E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63" name="Google Shape;5697;p47">
                        <a:extLst>
                          <a:ext uri="{FF2B5EF4-FFF2-40B4-BE49-F238E27FC236}">
                            <a16:creationId xmlns:a16="http://schemas.microsoft.com/office/drawing/2014/main" id="{1F42C948-2DD3-A74A-7ABD-AD3DD45F6B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4" name="Google Shape;5698;p47">
                        <a:extLst>
                          <a:ext uri="{FF2B5EF4-FFF2-40B4-BE49-F238E27FC236}">
                            <a16:creationId xmlns:a16="http://schemas.microsoft.com/office/drawing/2014/main" id="{A14FCF86-3816-A3F0-7C44-C5B5EF04E9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5" name="Google Shape;5699;p47">
                        <a:extLst>
                          <a:ext uri="{FF2B5EF4-FFF2-40B4-BE49-F238E27FC236}">
                            <a16:creationId xmlns:a16="http://schemas.microsoft.com/office/drawing/2014/main" id="{9E75AF79-4F97-0903-D767-BA92136444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6" name="Google Shape;5700;p47">
                        <a:extLst>
                          <a:ext uri="{FF2B5EF4-FFF2-40B4-BE49-F238E27FC236}">
                            <a16:creationId xmlns:a16="http://schemas.microsoft.com/office/drawing/2014/main" id="{5EF34E14-94E1-033F-7FEA-60D243DA08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7" name="Google Shape;5701;p47">
                        <a:extLst>
                          <a:ext uri="{FF2B5EF4-FFF2-40B4-BE49-F238E27FC236}">
                            <a16:creationId xmlns:a16="http://schemas.microsoft.com/office/drawing/2014/main" id="{DED59CA7-83C6-AFFE-4A1B-AE0F0FAE8B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8" name="Google Shape;5702;p47">
                        <a:extLst>
                          <a:ext uri="{FF2B5EF4-FFF2-40B4-BE49-F238E27FC236}">
                            <a16:creationId xmlns:a16="http://schemas.microsoft.com/office/drawing/2014/main" id="{F10EFE37-8D0D-348D-8607-C8C9D1E5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9" name="Google Shape;5703;p47">
                        <a:extLst>
                          <a:ext uri="{FF2B5EF4-FFF2-40B4-BE49-F238E27FC236}">
                            <a16:creationId xmlns:a16="http://schemas.microsoft.com/office/drawing/2014/main" id="{6B10BC65-79D6-BD6D-EB26-C666B9E86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0" name="Google Shape;5704;p47">
                        <a:extLst>
                          <a:ext uri="{FF2B5EF4-FFF2-40B4-BE49-F238E27FC236}">
                            <a16:creationId xmlns:a16="http://schemas.microsoft.com/office/drawing/2014/main" id="{E9E3B532-DCE0-D96E-0B3B-1D27AEB47C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1" name="Google Shape;5705;p47">
                        <a:extLst>
                          <a:ext uri="{FF2B5EF4-FFF2-40B4-BE49-F238E27FC236}">
                            <a16:creationId xmlns:a16="http://schemas.microsoft.com/office/drawing/2014/main" id="{C1437191-D801-B908-33F2-EF82A3EB60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3" name="Google Shape;5706;p47">
                      <a:extLst>
                        <a:ext uri="{FF2B5EF4-FFF2-40B4-BE49-F238E27FC236}">
                          <a16:creationId xmlns:a16="http://schemas.microsoft.com/office/drawing/2014/main" id="{D22869C0-C956-F913-3036-E7250BF77E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54" name="Google Shape;5707;p47">
                        <a:extLst>
                          <a:ext uri="{FF2B5EF4-FFF2-40B4-BE49-F238E27FC236}">
                            <a16:creationId xmlns:a16="http://schemas.microsoft.com/office/drawing/2014/main" id="{E6F96325-FF80-B09C-A11B-ADFC4FE60A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5" name="Google Shape;5708;p47">
                        <a:extLst>
                          <a:ext uri="{FF2B5EF4-FFF2-40B4-BE49-F238E27FC236}">
                            <a16:creationId xmlns:a16="http://schemas.microsoft.com/office/drawing/2014/main" id="{41EFF904-79E5-8388-C8DA-C5F6B82DB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6" name="Google Shape;5709;p47">
                        <a:extLst>
                          <a:ext uri="{FF2B5EF4-FFF2-40B4-BE49-F238E27FC236}">
                            <a16:creationId xmlns:a16="http://schemas.microsoft.com/office/drawing/2014/main" id="{72585B13-118B-30E7-8C18-2001855BF7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7" name="Google Shape;5710;p47">
                        <a:extLst>
                          <a:ext uri="{FF2B5EF4-FFF2-40B4-BE49-F238E27FC236}">
                            <a16:creationId xmlns:a16="http://schemas.microsoft.com/office/drawing/2014/main" id="{23D324D4-6F40-3C9D-8A1C-710F9FEA04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8" name="Google Shape;5711;p47">
                        <a:extLst>
                          <a:ext uri="{FF2B5EF4-FFF2-40B4-BE49-F238E27FC236}">
                            <a16:creationId xmlns:a16="http://schemas.microsoft.com/office/drawing/2014/main" id="{B7D3BDAB-B266-6AAE-3CFB-1EF2ED080C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9" name="Google Shape;5712;p47">
                        <a:extLst>
                          <a:ext uri="{FF2B5EF4-FFF2-40B4-BE49-F238E27FC236}">
                            <a16:creationId xmlns:a16="http://schemas.microsoft.com/office/drawing/2014/main" id="{ABB61ADF-4535-AC88-0354-A4B9D0061A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0" name="Google Shape;5713;p47">
                        <a:extLst>
                          <a:ext uri="{FF2B5EF4-FFF2-40B4-BE49-F238E27FC236}">
                            <a16:creationId xmlns:a16="http://schemas.microsoft.com/office/drawing/2014/main" id="{4A5DD798-1DB2-78E9-982F-06833E3793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1" name="Google Shape;5714;p47">
                        <a:extLst>
                          <a:ext uri="{FF2B5EF4-FFF2-40B4-BE49-F238E27FC236}">
                            <a16:creationId xmlns:a16="http://schemas.microsoft.com/office/drawing/2014/main" id="{41423CCB-806C-D8C7-9A75-D0855F265E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2" name="Google Shape;5715;p47">
                        <a:extLst>
                          <a:ext uri="{FF2B5EF4-FFF2-40B4-BE49-F238E27FC236}">
                            <a16:creationId xmlns:a16="http://schemas.microsoft.com/office/drawing/2014/main" id="{546DAE90-D768-824B-38FF-905AEA2A91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4" name="Google Shape;5716;p47">
                      <a:extLst>
                        <a:ext uri="{FF2B5EF4-FFF2-40B4-BE49-F238E27FC236}">
                          <a16:creationId xmlns:a16="http://schemas.microsoft.com/office/drawing/2014/main" id="{6A56C100-A58C-E577-9BF0-2A17C5E5F2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45" name="Google Shape;5717;p47">
                        <a:extLst>
                          <a:ext uri="{FF2B5EF4-FFF2-40B4-BE49-F238E27FC236}">
                            <a16:creationId xmlns:a16="http://schemas.microsoft.com/office/drawing/2014/main" id="{8D4BC388-2AF2-4F80-6A35-94A5000083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6" name="Google Shape;5718;p47">
                        <a:extLst>
                          <a:ext uri="{FF2B5EF4-FFF2-40B4-BE49-F238E27FC236}">
                            <a16:creationId xmlns:a16="http://schemas.microsoft.com/office/drawing/2014/main" id="{C02E5A30-34A0-8B52-30A0-27B9EB3B9D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7" name="Google Shape;5719;p47">
                        <a:extLst>
                          <a:ext uri="{FF2B5EF4-FFF2-40B4-BE49-F238E27FC236}">
                            <a16:creationId xmlns:a16="http://schemas.microsoft.com/office/drawing/2014/main" id="{E2025363-305C-57D8-8EA0-A8CE7CCA2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8" name="Google Shape;5720;p47">
                        <a:extLst>
                          <a:ext uri="{FF2B5EF4-FFF2-40B4-BE49-F238E27FC236}">
                            <a16:creationId xmlns:a16="http://schemas.microsoft.com/office/drawing/2014/main" id="{7DE16BA8-4270-3143-3D88-006A26AC4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9" name="Google Shape;5721;p47">
                        <a:extLst>
                          <a:ext uri="{FF2B5EF4-FFF2-40B4-BE49-F238E27FC236}">
                            <a16:creationId xmlns:a16="http://schemas.microsoft.com/office/drawing/2014/main" id="{998BC761-416A-2013-94EA-2088E40752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0" name="Google Shape;5722;p47">
                        <a:extLst>
                          <a:ext uri="{FF2B5EF4-FFF2-40B4-BE49-F238E27FC236}">
                            <a16:creationId xmlns:a16="http://schemas.microsoft.com/office/drawing/2014/main" id="{FF8194A6-BA00-4C35-C9DC-5D3DE4D17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1" name="Google Shape;5723;p47">
                        <a:extLst>
                          <a:ext uri="{FF2B5EF4-FFF2-40B4-BE49-F238E27FC236}">
                            <a16:creationId xmlns:a16="http://schemas.microsoft.com/office/drawing/2014/main" id="{868BC630-C823-DA2A-BF18-F267B16A55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2" name="Google Shape;5724;p47">
                        <a:extLst>
                          <a:ext uri="{FF2B5EF4-FFF2-40B4-BE49-F238E27FC236}">
                            <a16:creationId xmlns:a16="http://schemas.microsoft.com/office/drawing/2014/main" id="{C659595B-FF18-7FE6-B8F0-4DC875A3F5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3" name="Google Shape;5725;p47">
                        <a:extLst>
                          <a:ext uri="{FF2B5EF4-FFF2-40B4-BE49-F238E27FC236}">
                            <a16:creationId xmlns:a16="http://schemas.microsoft.com/office/drawing/2014/main" id="{F6B5C808-DBA2-18A9-340E-B6C6C38F3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5" name="Google Shape;5726;p47">
                      <a:extLst>
                        <a:ext uri="{FF2B5EF4-FFF2-40B4-BE49-F238E27FC236}">
                          <a16:creationId xmlns:a16="http://schemas.microsoft.com/office/drawing/2014/main" id="{78CD43D5-CCFD-6FAD-D776-20A2DA2813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36" name="Google Shape;5727;p47">
                        <a:extLst>
                          <a:ext uri="{FF2B5EF4-FFF2-40B4-BE49-F238E27FC236}">
                            <a16:creationId xmlns:a16="http://schemas.microsoft.com/office/drawing/2014/main" id="{5470E78F-5023-3F2E-F26D-57A60C464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7" name="Google Shape;5728;p47">
                        <a:extLst>
                          <a:ext uri="{FF2B5EF4-FFF2-40B4-BE49-F238E27FC236}">
                            <a16:creationId xmlns:a16="http://schemas.microsoft.com/office/drawing/2014/main" id="{BEFF5191-0C97-A4C9-E6A6-A987A3F2CD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8" name="Google Shape;5729;p47">
                        <a:extLst>
                          <a:ext uri="{FF2B5EF4-FFF2-40B4-BE49-F238E27FC236}">
                            <a16:creationId xmlns:a16="http://schemas.microsoft.com/office/drawing/2014/main" id="{0AE8058D-8F6F-F672-E1D7-07E7922E51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9" name="Google Shape;5730;p47">
                        <a:extLst>
                          <a:ext uri="{FF2B5EF4-FFF2-40B4-BE49-F238E27FC236}">
                            <a16:creationId xmlns:a16="http://schemas.microsoft.com/office/drawing/2014/main" id="{C674CB95-EB6B-C954-8872-7D3E3E9DED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0" name="Google Shape;5731;p47">
                        <a:extLst>
                          <a:ext uri="{FF2B5EF4-FFF2-40B4-BE49-F238E27FC236}">
                            <a16:creationId xmlns:a16="http://schemas.microsoft.com/office/drawing/2014/main" id="{F56F3E26-EF27-5F54-840B-5719ED470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1" name="Google Shape;5732;p47">
                        <a:extLst>
                          <a:ext uri="{FF2B5EF4-FFF2-40B4-BE49-F238E27FC236}">
                            <a16:creationId xmlns:a16="http://schemas.microsoft.com/office/drawing/2014/main" id="{BDFC7989-02CC-4A7E-25C7-2BEB3F6FD9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2" name="Google Shape;5733;p47">
                        <a:extLst>
                          <a:ext uri="{FF2B5EF4-FFF2-40B4-BE49-F238E27FC236}">
                            <a16:creationId xmlns:a16="http://schemas.microsoft.com/office/drawing/2014/main" id="{5C4EE358-1E21-3A39-4DD4-27D65A9A86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3" name="Google Shape;5734;p47">
                        <a:extLst>
                          <a:ext uri="{FF2B5EF4-FFF2-40B4-BE49-F238E27FC236}">
                            <a16:creationId xmlns:a16="http://schemas.microsoft.com/office/drawing/2014/main" id="{8FA72FB5-5AF3-F5BC-3D96-923BBB5D4E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4" name="Google Shape;5735;p47">
                        <a:extLst>
                          <a:ext uri="{FF2B5EF4-FFF2-40B4-BE49-F238E27FC236}">
                            <a16:creationId xmlns:a16="http://schemas.microsoft.com/office/drawing/2014/main" id="{E2508A75-4669-950A-9380-E710789278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6" name="Google Shape;5736;p47">
                      <a:extLst>
                        <a:ext uri="{FF2B5EF4-FFF2-40B4-BE49-F238E27FC236}">
                          <a16:creationId xmlns:a16="http://schemas.microsoft.com/office/drawing/2014/main" id="{D60FB157-4CC7-95DE-8A9B-AE04F4B08C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27" name="Google Shape;5737;p47">
                        <a:extLst>
                          <a:ext uri="{FF2B5EF4-FFF2-40B4-BE49-F238E27FC236}">
                            <a16:creationId xmlns:a16="http://schemas.microsoft.com/office/drawing/2014/main" id="{35F852F1-C552-4E59-2D53-1F40870D24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8" name="Google Shape;5738;p47">
                        <a:extLst>
                          <a:ext uri="{FF2B5EF4-FFF2-40B4-BE49-F238E27FC236}">
                            <a16:creationId xmlns:a16="http://schemas.microsoft.com/office/drawing/2014/main" id="{7B2205A6-FDF1-C8F6-599D-3629FEA5A8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9" name="Google Shape;5739;p47">
                        <a:extLst>
                          <a:ext uri="{FF2B5EF4-FFF2-40B4-BE49-F238E27FC236}">
                            <a16:creationId xmlns:a16="http://schemas.microsoft.com/office/drawing/2014/main" id="{1E62F3C7-C8A2-56C5-F677-AA0E01E74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0" name="Google Shape;5740;p47">
                        <a:extLst>
                          <a:ext uri="{FF2B5EF4-FFF2-40B4-BE49-F238E27FC236}">
                            <a16:creationId xmlns:a16="http://schemas.microsoft.com/office/drawing/2014/main" id="{2032B1A2-A666-CEB1-B210-CD47C09F0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1" name="Google Shape;5741;p47">
                        <a:extLst>
                          <a:ext uri="{FF2B5EF4-FFF2-40B4-BE49-F238E27FC236}">
                            <a16:creationId xmlns:a16="http://schemas.microsoft.com/office/drawing/2014/main" id="{80368B56-954F-9C42-BA6D-3F7CD192B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2" name="Google Shape;5742;p47">
                        <a:extLst>
                          <a:ext uri="{FF2B5EF4-FFF2-40B4-BE49-F238E27FC236}">
                            <a16:creationId xmlns:a16="http://schemas.microsoft.com/office/drawing/2014/main" id="{96F34A9B-D1F4-E71C-76C7-C62C745C19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3" name="Google Shape;5743;p47">
                        <a:extLst>
                          <a:ext uri="{FF2B5EF4-FFF2-40B4-BE49-F238E27FC236}">
                            <a16:creationId xmlns:a16="http://schemas.microsoft.com/office/drawing/2014/main" id="{B8A12194-A32A-B9B2-0D79-0B023465CC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4" name="Google Shape;5744;p47">
                        <a:extLst>
                          <a:ext uri="{FF2B5EF4-FFF2-40B4-BE49-F238E27FC236}">
                            <a16:creationId xmlns:a16="http://schemas.microsoft.com/office/drawing/2014/main" id="{B59941D4-21B5-7E36-0A23-0CD5D09D1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5" name="Google Shape;5745;p47">
                        <a:extLst>
                          <a:ext uri="{FF2B5EF4-FFF2-40B4-BE49-F238E27FC236}">
                            <a16:creationId xmlns:a16="http://schemas.microsoft.com/office/drawing/2014/main" id="{DEC2941A-1E24-E285-904B-6AF1261DAB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7" name="Google Shape;5746;p47">
                      <a:extLst>
                        <a:ext uri="{FF2B5EF4-FFF2-40B4-BE49-F238E27FC236}">
                          <a16:creationId xmlns:a16="http://schemas.microsoft.com/office/drawing/2014/main" id="{7A509240-552E-478D-7E56-2BD4FED911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18" name="Google Shape;5747;p47">
                        <a:extLst>
                          <a:ext uri="{FF2B5EF4-FFF2-40B4-BE49-F238E27FC236}">
                            <a16:creationId xmlns:a16="http://schemas.microsoft.com/office/drawing/2014/main" id="{FDDF3884-3A47-15A2-9C69-7A0FF5A6CE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9" name="Google Shape;5748;p47">
                        <a:extLst>
                          <a:ext uri="{FF2B5EF4-FFF2-40B4-BE49-F238E27FC236}">
                            <a16:creationId xmlns:a16="http://schemas.microsoft.com/office/drawing/2014/main" id="{6B2525AF-132C-D451-B091-3991FC85E3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0" name="Google Shape;5749;p47">
                        <a:extLst>
                          <a:ext uri="{FF2B5EF4-FFF2-40B4-BE49-F238E27FC236}">
                            <a16:creationId xmlns:a16="http://schemas.microsoft.com/office/drawing/2014/main" id="{6BC66D9A-4873-2BB8-5333-1CA01FBAAA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1" name="Google Shape;5750;p47">
                        <a:extLst>
                          <a:ext uri="{FF2B5EF4-FFF2-40B4-BE49-F238E27FC236}">
                            <a16:creationId xmlns:a16="http://schemas.microsoft.com/office/drawing/2014/main" id="{2F982C1E-3F2D-8E74-FECD-2FFA7EB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2" name="Google Shape;5751;p47">
                        <a:extLst>
                          <a:ext uri="{FF2B5EF4-FFF2-40B4-BE49-F238E27FC236}">
                            <a16:creationId xmlns:a16="http://schemas.microsoft.com/office/drawing/2014/main" id="{3615DC29-9616-2AB0-46F9-ECFC7FE1BA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3" name="Google Shape;5752;p47">
                        <a:extLst>
                          <a:ext uri="{FF2B5EF4-FFF2-40B4-BE49-F238E27FC236}">
                            <a16:creationId xmlns:a16="http://schemas.microsoft.com/office/drawing/2014/main" id="{10687B23-49C7-ED88-E17C-BF4EEB95DE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4" name="Google Shape;5753;p47">
                        <a:extLst>
                          <a:ext uri="{FF2B5EF4-FFF2-40B4-BE49-F238E27FC236}">
                            <a16:creationId xmlns:a16="http://schemas.microsoft.com/office/drawing/2014/main" id="{5170D3FA-963E-F4CF-BF53-57C4EE9C43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5" name="Google Shape;5754;p47">
                        <a:extLst>
                          <a:ext uri="{FF2B5EF4-FFF2-40B4-BE49-F238E27FC236}">
                            <a16:creationId xmlns:a16="http://schemas.microsoft.com/office/drawing/2014/main" id="{F080A9FA-2C4C-89DF-24F8-1FCF5158AE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6" name="Google Shape;5755;p47">
                        <a:extLst>
                          <a:ext uri="{FF2B5EF4-FFF2-40B4-BE49-F238E27FC236}">
                            <a16:creationId xmlns:a16="http://schemas.microsoft.com/office/drawing/2014/main" id="{94189620-632E-B9B7-EE08-8866BD7748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8" name="Google Shape;5756;p47">
                      <a:extLst>
                        <a:ext uri="{FF2B5EF4-FFF2-40B4-BE49-F238E27FC236}">
                          <a16:creationId xmlns:a16="http://schemas.microsoft.com/office/drawing/2014/main" id="{00DF413E-22F7-CB9F-6C30-5A5D3129B4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9" name="Google Shape;5757;p47">
                        <a:extLst>
                          <a:ext uri="{FF2B5EF4-FFF2-40B4-BE49-F238E27FC236}">
                            <a16:creationId xmlns:a16="http://schemas.microsoft.com/office/drawing/2014/main" id="{B02A2C37-249B-358D-07E2-4176EC1F0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0" name="Google Shape;5758;p47">
                        <a:extLst>
                          <a:ext uri="{FF2B5EF4-FFF2-40B4-BE49-F238E27FC236}">
                            <a16:creationId xmlns:a16="http://schemas.microsoft.com/office/drawing/2014/main" id="{5C50B213-628D-F0B8-77CF-3272E0D944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1" name="Google Shape;5759;p47">
                        <a:extLst>
                          <a:ext uri="{FF2B5EF4-FFF2-40B4-BE49-F238E27FC236}">
                            <a16:creationId xmlns:a16="http://schemas.microsoft.com/office/drawing/2014/main" id="{0FBFA57D-10EB-EA72-2E69-92042FDE28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2" name="Google Shape;5760;p47">
                        <a:extLst>
                          <a:ext uri="{FF2B5EF4-FFF2-40B4-BE49-F238E27FC236}">
                            <a16:creationId xmlns:a16="http://schemas.microsoft.com/office/drawing/2014/main" id="{93CE4EB3-7541-0F29-F9D6-5658FA6C2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3" name="Google Shape;5761;p47">
                        <a:extLst>
                          <a:ext uri="{FF2B5EF4-FFF2-40B4-BE49-F238E27FC236}">
                            <a16:creationId xmlns:a16="http://schemas.microsoft.com/office/drawing/2014/main" id="{B8BA8C00-31FE-5953-8B50-C1CEB61CB8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4" name="Google Shape;5762;p47">
                        <a:extLst>
                          <a:ext uri="{FF2B5EF4-FFF2-40B4-BE49-F238E27FC236}">
                            <a16:creationId xmlns:a16="http://schemas.microsoft.com/office/drawing/2014/main" id="{41D13389-D748-25C8-181E-A4B0B41173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5" name="Google Shape;5763;p47">
                        <a:extLst>
                          <a:ext uri="{FF2B5EF4-FFF2-40B4-BE49-F238E27FC236}">
                            <a16:creationId xmlns:a16="http://schemas.microsoft.com/office/drawing/2014/main" id="{A74C3DFA-9A62-8390-BEA6-7D8EC5F90E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6" name="Google Shape;5764;p47">
                        <a:extLst>
                          <a:ext uri="{FF2B5EF4-FFF2-40B4-BE49-F238E27FC236}">
                            <a16:creationId xmlns:a16="http://schemas.microsoft.com/office/drawing/2014/main" id="{BB2EF226-F11D-6881-0147-449CF3A62F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7" name="Google Shape;5765;p47">
                        <a:extLst>
                          <a:ext uri="{FF2B5EF4-FFF2-40B4-BE49-F238E27FC236}">
                            <a16:creationId xmlns:a16="http://schemas.microsoft.com/office/drawing/2014/main" id="{45E40A56-27DE-34DD-5126-44C271943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9" name="Google Shape;5766;p47">
                      <a:extLst>
                        <a:ext uri="{FF2B5EF4-FFF2-40B4-BE49-F238E27FC236}">
                          <a16:creationId xmlns:a16="http://schemas.microsoft.com/office/drawing/2014/main" id="{39C6A04B-6AA9-54EA-585F-233F4E7345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0" name="Google Shape;5767;p47">
                        <a:extLst>
                          <a:ext uri="{FF2B5EF4-FFF2-40B4-BE49-F238E27FC236}">
                            <a16:creationId xmlns:a16="http://schemas.microsoft.com/office/drawing/2014/main" id="{78F97867-846F-A9BC-88A3-B65788305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1" name="Google Shape;5768;p47">
                        <a:extLst>
                          <a:ext uri="{FF2B5EF4-FFF2-40B4-BE49-F238E27FC236}">
                            <a16:creationId xmlns:a16="http://schemas.microsoft.com/office/drawing/2014/main" id="{4CB26702-722C-7571-C510-E758F850BC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2" name="Google Shape;5769;p47">
                        <a:extLst>
                          <a:ext uri="{FF2B5EF4-FFF2-40B4-BE49-F238E27FC236}">
                            <a16:creationId xmlns:a16="http://schemas.microsoft.com/office/drawing/2014/main" id="{47D4F77F-0685-5A84-2976-67BE2C743F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3" name="Google Shape;5770;p47">
                        <a:extLst>
                          <a:ext uri="{FF2B5EF4-FFF2-40B4-BE49-F238E27FC236}">
                            <a16:creationId xmlns:a16="http://schemas.microsoft.com/office/drawing/2014/main" id="{5ECCE8C6-AA66-5BE3-1E83-0DD8261C2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4" name="Google Shape;5771;p47">
                        <a:extLst>
                          <a:ext uri="{FF2B5EF4-FFF2-40B4-BE49-F238E27FC236}">
                            <a16:creationId xmlns:a16="http://schemas.microsoft.com/office/drawing/2014/main" id="{D6D2C7A3-A128-293B-1B8D-33A889D15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5" name="Google Shape;5772;p47">
                        <a:extLst>
                          <a:ext uri="{FF2B5EF4-FFF2-40B4-BE49-F238E27FC236}">
                            <a16:creationId xmlns:a16="http://schemas.microsoft.com/office/drawing/2014/main" id="{476363CB-B927-F601-C531-598E0F1F10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6" name="Google Shape;5773;p47">
                        <a:extLst>
                          <a:ext uri="{FF2B5EF4-FFF2-40B4-BE49-F238E27FC236}">
                            <a16:creationId xmlns:a16="http://schemas.microsoft.com/office/drawing/2014/main" id="{5757E2AF-D8A2-91E5-0ACE-15EEADA6F5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7" name="Google Shape;5774;p47">
                        <a:extLst>
                          <a:ext uri="{FF2B5EF4-FFF2-40B4-BE49-F238E27FC236}">
                            <a16:creationId xmlns:a16="http://schemas.microsoft.com/office/drawing/2014/main" id="{4215E1F6-1CBF-326A-8EF1-EFAB45BBF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8" name="Google Shape;5775;p47">
                        <a:extLst>
                          <a:ext uri="{FF2B5EF4-FFF2-40B4-BE49-F238E27FC236}">
                            <a16:creationId xmlns:a16="http://schemas.microsoft.com/office/drawing/2014/main" id="{6CF17544-6C11-971D-EEDD-3FCDCC9A5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0" name="Google Shape;5776;p47">
                      <a:extLst>
                        <a:ext uri="{FF2B5EF4-FFF2-40B4-BE49-F238E27FC236}">
                          <a16:creationId xmlns:a16="http://schemas.microsoft.com/office/drawing/2014/main" id="{C8DA0430-3B95-A1B3-F176-26D897EDBF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91" name="Google Shape;5777;p47">
                        <a:extLst>
                          <a:ext uri="{FF2B5EF4-FFF2-40B4-BE49-F238E27FC236}">
                            <a16:creationId xmlns:a16="http://schemas.microsoft.com/office/drawing/2014/main" id="{2A525C9B-FDB7-2BFD-6595-A5C69307F9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2" name="Google Shape;5778;p47">
                        <a:extLst>
                          <a:ext uri="{FF2B5EF4-FFF2-40B4-BE49-F238E27FC236}">
                            <a16:creationId xmlns:a16="http://schemas.microsoft.com/office/drawing/2014/main" id="{5C3877D1-BFD4-0135-CE30-13AF52CEEA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3" name="Google Shape;5779;p47">
                        <a:extLst>
                          <a:ext uri="{FF2B5EF4-FFF2-40B4-BE49-F238E27FC236}">
                            <a16:creationId xmlns:a16="http://schemas.microsoft.com/office/drawing/2014/main" id="{15FE9656-4B40-D792-8C0C-C616E50351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4" name="Google Shape;5780;p47">
                        <a:extLst>
                          <a:ext uri="{FF2B5EF4-FFF2-40B4-BE49-F238E27FC236}">
                            <a16:creationId xmlns:a16="http://schemas.microsoft.com/office/drawing/2014/main" id="{F8F84602-99E2-EF7E-E8F3-C98883311E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5" name="Google Shape;5781;p47">
                        <a:extLst>
                          <a:ext uri="{FF2B5EF4-FFF2-40B4-BE49-F238E27FC236}">
                            <a16:creationId xmlns:a16="http://schemas.microsoft.com/office/drawing/2014/main" id="{2BCEF2AA-F5F1-7B28-9901-9FCFDCE7C1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6" name="Google Shape;5782;p47">
                        <a:extLst>
                          <a:ext uri="{FF2B5EF4-FFF2-40B4-BE49-F238E27FC236}">
                            <a16:creationId xmlns:a16="http://schemas.microsoft.com/office/drawing/2014/main" id="{B11E66E6-72C4-1FF2-B2EB-FB705BD719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7" name="Google Shape;5783;p47">
                        <a:extLst>
                          <a:ext uri="{FF2B5EF4-FFF2-40B4-BE49-F238E27FC236}">
                            <a16:creationId xmlns:a16="http://schemas.microsoft.com/office/drawing/2014/main" id="{64D01E5D-7356-2A1D-D8D4-E6F3C51DB6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8" name="Google Shape;5784;p47">
                        <a:extLst>
                          <a:ext uri="{FF2B5EF4-FFF2-40B4-BE49-F238E27FC236}">
                            <a16:creationId xmlns:a16="http://schemas.microsoft.com/office/drawing/2014/main" id="{72AEDE46-7576-FF73-F347-7BF7E2FC38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9" name="Google Shape;5785;p47">
                        <a:extLst>
                          <a:ext uri="{FF2B5EF4-FFF2-40B4-BE49-F238E27FC236}">
                            <a16:creationId xmlns:a16="http://schemas.microsoft.com/office/drawing/2014/main" id="{5F43861D-9608-33F8-B87C-F36A53A70F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1" name="Google Shape;5786;p47">
                      <a:extLst>
                        <a:ext uri="{FF2B5EF4-FFF2-40B4-BE49-F238E27FC236}">
                          <a16:creationId xmlns:a16="http://schemas.microsoft.com/office/drawing/2014/main" id="{E5C7B4B1-8CDD-BDFF-E1B9-2469E24E9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82" name="Google Shape;5787;p47">
                        <a:extLst>
                          <a:ext uri="{FF2B5EF4-FFF2-40B4-BE49-F238E27FC236}">
                            <a16:creationId xmlns:a16="http://schemas.microsoft.com/office/drawing/2014/main" id="{853B26D7-9850-AB52-494A-488D5DBAE4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3" name="Google Shape;5788;p47">
                        <a:extLst>
                          <a:ext uri="{FF2B5EF4-FFF2-40B4-BE49-F238E27FC236}">
                            <a16:creationId xmlns:a16="http://schemas.microsoft.com/office/drawing/2014/main" id="{4924103A-D337-F391-B556-D290E1C22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4" name="Google Shape;5789;p47">
                        <a:extLst>
                          <a:ext uri="{FF2B5EF4-FFF2-40B4-BE49-F238E27FC236}">
                            <a16:creationId xmlns:a16="http://schemas.microsoft.com/office/drawing/2014/main" id="{464BE71A-B5FC-7A88-49BE-63CE12F3F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5" name="Google Shape;5790;p47">
                        <a:extLst>
                          <a:ext uri="{FF2B5EF4-FFF2-40B4-BE49-F238E27FC236}">
                            <a16:creationId xmlns:a16="http://schemas.microsoft.com/office/drawing/2014/main" id="{D1754CF6-3F31-B105-9498-3D17A459D9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6" name="Google Shape;5791;p47">
                        <a:extLst>
                          <a:ext uri="{FF2B5EF4-FFF2-40B4-BE49-F238E27FC236}">
                            <a16:creationId xmlns:a16="http://schemas.microsoft.com/office/drawing/2014/main" id="{704D2D14-1900-6BD6-BBC2-2CD09C9C9C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7" name="Google Shape;5792;p47">
                        <a:extLst>
                          <a:ext uri="{FF2B5EF4-FFF2-40B4-BE49-F238E27FC236}">
                            <a16:creationId xmlns:a16="http://schemas.microsoft.com/office/drawing/2014/main" id="{9ED5D2FC-7D73-2F47-01DA-21B984F169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8" name="Google Shape;5793;p47">
                        <a:extLst>
                          <a:ext uri="{FF2B5EF4-FFF2-40B4-BE49-F238E27FC236}">
                            <a16:creationId xmlns:a16="http://schemas.microsoft.com/office/drawing/2014/main" id="{CA3144EE-3237-B7BD-4463-B79ADAAD39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9" name="Google Shape;5794;p47">
                        <a:extLst>
                          <a:ext uri="{FF2B5EF4-FFF2-40B4-BE49-F238E27FC236}">
                            <a16:creationId xmlns:a16="http://schemas.microsoft.com/office/drawing/2014/main" id="{A73FB281-EECD-DCBF-2F8A-C3FF0CD99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0" name="Google Shape;5795;p47">
                        <a:extLst>
                          <a:ext uri="{FF2B5EF4-FFF2-40B4-BE49-F238E27FC236}">
                            <a16:creationId xmlns:a16="http://schemas.microsoft.com/office/drawing/2014/main" id="{E4742489-15EE-A2D2-94EB-BB3CAFD2A2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2" name="Google Shape;5796;p47">
                      <a:extLst>
                        <a:ext uri="{FF2B5EF4-FFF2-40B4-BE49-F238E27FC236}">
                          <a16:creationId xmlns:a16="http://schemas.microsoft.com/office/drawing/2014/main" id="{57BF0F4A-7A01-622C-14F5-06A1E6B460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73" name="Google Shape;5797;p47">
                        <a:extLst>
                          <a:ext uri="{FF2B5EF4-FFF2-40B4-BE49-F238E27FC236}">
                            <a16:creationId xmlns:a16="http://schemas.microsoft.com/office/drawing/2014/main" id="{D583DE51-4B12-A761-4066-263E2BCDAE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4" name="Google Shape;5798;p47">
                        <a:extLst>
                          <a:ext uri="{FF2B5EF4-FFF2-40B4-BE49-F238E27FC236}">
                            <a16:creationId xmlns:a16="http://schemas.microsoft.com/office/drawing/2014/main" id="{3D96C8BA-5C34-0EB6-101E-D197F5F310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5" name="Google Shape;5799;p47">
                        <a:extLst>
                          <a:ext uri="{FF2B5EF4-FFF2-40B4-BE49-F238E27FC236}">
                            <a16:creationId xmlns:a16="http://schemas.microsoft.com/office/drawing/2014/main" id="{1C7F19AE-47A6-AFBC-846E-8C9DC17F0F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6" name="Google Shape;5800;p47">
                        <a:extLst>
                          <a:ext uri="{FF2B5EF4-FFF2-40B4-BE49-F238E27FC236}">
                            <a16:creationId xmlns:a16="http://schemas.microsoft.com/office/drawing/2014/main" id="{C9733BBB-FF7C-3CC3-6087-C24E0BFC96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7" name="Google Shape;5801;p47">
                        <a:extLst>
                          <a:ext uri="{FF2B5EF4-FFF2-40B4-BE49-F238E27FC236}">
                            <a16:creationId xmlns:a16="http://schemas.microsoft.com/office/drawing/2014/main" id="{9821EF0B-E727-F474-57C0-BF664944A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8" name="Google Shape;5802;p47">
                        <a:extLst>
                          <a:ext uri="{FF2B5EF4-FFF2-40B4-BE49-F238E27FC236}">
                            <a16:creationId xmlns:a16="http://schemas.microsoft.com/office/drawing/2014/main" id="{B69BED6A-43ED-B589-4935-C5646E79BF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9" name="Google Shape;5803;p47">
                        <a:extLst>
                          <a:ext uri="{FF2B5EF4-FFF2-40B4-BE49-F238E27FC236}">
                            <a16:creationId xmlns:a16="http://schemas.microsoft.com/office/drawing/2014/main" id="{251A31D5-A5F2-1E86-164A-6E6A76707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0" name="Google Shape;5804;p47">
                        <a:extLst>
                          <a:ext uri="{FF2B5EF4-FFF2-40B4-BE49-F238E27FC236}">
                            <a16:creationId xmlns:a16="http://schemas.microsoft.com/office/drawing/2014/main" id="{895A771C-6A86-5C26-93F1-ED61E0D13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1" name="Google Shape;5805;p47">
                        <a:extLst>
                          <a:ext uri="{FF2B5EF4-FFF2-40B4-BE49-F238E27FC236}">
                            <a16:creationId xmlns:a16="http://schemas.microsoft.com/office/drawing/2014/main" id="{F07BA1C0-B52A-7E9A-AFDC-E562AD5BA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3" name="Google Shape;5806;p47">
                      <a:extLst>
                        <a:ext uri="{FF2B5EF4-FFF2-40B4-BE49-F238E27FC236}">
                          <a16:creationId xmlns:a16="http://schemas.microsoft.com/office/drawing/2014/main" id="{65D12DE8-945C-5F7E-099D-E3109A8278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64" name="Google Shape;5807;p47">
                        <a:extLst>
                          <a:ext uri="{FF2B5EF4-FFF2-40B4-BE49-F238E27FC236}">
                            <a16:creationId xmlns:a16="http://schemas.microsoft.com/office/drawing/2014/main" id="{696042E0-23B3-05CD-0C66-207F305946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5" name="Google Shape;5808;p47">
                        <a:extLst>
                          <a:ext uri="{FF2B5EF4-FFF2-40B4-BE49-F238E27FC236}">
                            <a16:creationId xmlns:a16="http://schemas.microsoft.com/office/drawing/2014/main" id="{7C3AEC59-E791-46D3-6E18-7C664615A7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6" name="Google Shape;5809;p47">
                        <a:extLst>
                          <a:ext uri="{FF2B5EF4-FFF2-40B4-BE49-F238E27FC236}">
                            <a16:creationId xmlns:a16="http://schemas.microsoft.com/office/drawing/2014/main" id="{5EA2C94E-1C05-E619-1033-B04E4F414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7" name="Google Shape;5810;p47">
                        <a:extLst>
                          <a:ext uri="{FF2B5EF4-FFF2-40B4-BE49-F238E27FC236}">
                            <a16:creationId xmlns:a16="http://schemas.microsoft.com/office/drawing/2014/main" id="{DB30AC17-6981-5A49-DD86-2EA7930DB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8" name="Google Shape;5811;p47">
                        <a:extLst>
                          <a:ext uri="{FF2B5EF4-FFF2-40B4-BE49-F238E27FC236}">
                            <a16:creationId xmlns:a16="http://schemas.microsoft.com/office/drawing/2014/main" id="{B1282C84-9E90-A2A8-4C72-79135B28E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9" name="Google Shape;5812;p47">
                        <a:extLst>
                          <a:ext uri="{FF2B5EF4-FFF2-40B4-BE49-F238E27FC236}">
                            <a16:creationId xmlns:a16="http://schemas.microsoft.com/office/drawing/2014/main" id="{6F6BB581-C81B-2A01-393D-9B6FD11860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0" name="Google Shape;5813;p47">
                        <a:extLst>
                          <a:ext uri="{FF2B5EF4-FFF2-40B4-BE49-F238E27FC236}">
                            <a16:creationId xmlns:a16="http://schemas.microsoft.com/office/drawing/2014/main" id="{97F883B5-8290-F2F3-205B-6D400A050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1" name="Google Shape;5814;p47">
                        <a:extLst>
                          <a:ext uri="{FF2B5EF4-FFF2-40B4-BE49-F238E27FC236}">
                            <a16:creationId xmlns:a16="http://schemas.microsoft.com/office/drawing/2014/main" id="{FAEB30EE-D4DB-BCEC-5F56-C5D492CEB3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2" name="Google Shape;5815;p47">
                        <a:extLst>
                          <a:ext uri="{FF2B5EF4-FFF2-40B4-BE49-F238E27FC236}">
                            <a16:creationId xmlns:a16="http://schemas.microsoft.com/office/drawing/2014/main" id="{3BB42DC4-6F96-FFD7-674A-71CBCECA5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4" name="Google Shape;5816;p47">
                      <a:extLst>
                        <a:ext uri="{FF2B5EF4-FFF2-40B4-BE49-F238E27FC236}">
                          <a16:creationId xmlns:a16="http://schemas.microsoft.com/office/drawing/2014/main" id="{8C4482D5-E4FD-A733-B297-CDE699C30D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55" name="Google Shape;5817;p47">
                        <a:extLst>
                          <a:ext uri="{FF2B5EF4-FFF2-40B4-BE49-F238E27FC236}">
                            <a16:creationId xmlns:a16="http://schemas.microsoft.com/office/drawing/2014/main" id="{D43FDAFD-040B-11C8-8088-21FC47567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6" name="Google Shape;5818;p47">
                        <a:extLst>
                          <a:ext uri="{FF2B5EF4-FFF2-40B4-BE49-F238E27FC236}">
                            <a16:creationId xmlns:a16="http://schemas.microsoft.com/office/drawing/2014/main" id="{0F88A988-6896-C481-E32F-AFA26B603B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7" name="Google Shape;5819;p47">
                        <a:extLst>
                          <a:ext uri="{FF2B5EF4-FFF2-40B4-BE49-F238E27FC236}">
                            <a16:creationId xmlns:a16="http://schemas.microsoft.com/office/drawing/2014/main" id="{311563EE-A30B-C8E2-8E93-4220C6139D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8" name="Google Shape;5820;p47">
                        <a:extLst>
                          <a:ext uri="{FF2B5EF4-FFF2-40B4-BE49-F238E27FC236}">
                            <a16:creationId xmlns:a16="http://schemas.microsoft.com/office/drawing/2014/main" id="{A6E30969-0160-D344-91C3-CFE69F3CC9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9" name="Google Shape;5821;p47">
                        <a:extLst>
                          <a:ext uri="{FF2B5EF4-FFF2-40B4-BE49-F238E27FC236}">
                            <a16:creationId xmlns:a16="http://schemas.microsoft.com/office/drawing/2014/main" id="{D97D8B10-41D1-66C5-C823-E72CBA730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0" name="Google Shape;5822;p47">
                        <a:extLst>
                          <a:ext uri="{FF2B5EF4-FFF2-40B4-BE49-F238E27FC236}">
                            <a16:creationId xmlns:a16="http://schemas.microsoft.com/office/drawing/2014/main" id="{CF00A3C2-80C5-B8B0-25C4-5A29FFC172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1" name="Google Shape;5823;p47">
                        <a:extLst>
                          <a:ext uri="{FF2B5EF4-FFF2-40B4-BE49-F238E27FC236}">
                            <a16:creationId xmlns:a16="http://schemas.microsoft.com/office/drawing/2014/main" id="{641B4E44-D2C6-7F94-7865-F176DE21D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2" name="Google Shape;5824;p47">
                        <a:extLst>
                          <a:ext uri="{FF2B5EF4-FFF2-40B4-BE49-F238E27FC236}">
                            <a16:creationId xmlns:a16="http://schemas.microsoft.com/office/drawing/2014/main" id="{B65E6C9F-8350-71E7-79FE-E146E1DA33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3" name="Google Shape;5825;p47">
                        <a:extLst>
                          <a:ext uri="{FF2B5EF4-FFF2-40B4-BE49-F238E27FC236}">
                            <a16:creationId xmlns:a16="http://schemas.microsoft.com/office/drawing/2014/main" id="{1717E040-E1DD-3003-7FF7-15313F3BC4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5" name="Google Shape;5826;p47">
                      <a:extLst>
                        <a:ext uri="{FF2B5EF4-FFF2-40B4-BE49-F238E27FC236}">
                          <a16:creationId xmlns:a16="http://schemas.microsoft.com/office/drawing/2014/main" id="{64CF76D4-B37F-23C0-FCFC-9848D718CF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46" name="Google Shape;5827;p47">
                        <a:extLst>
                          <a:ext uri="{FF2B5EF4-FFF2-40B4-BE49-F238E27FC236}">
                            <a16:creationId xmlns:a16="http://schemas.microsoft.com/office/drawing/2014/main" id="{426C6305-F53D-F464-29BF-749DD65143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7" name="Google Shape;5828;p47">
                        <a:extLst>
                          <a:ext uri="{FF2B5EF4-FFF2-40B4-BE49-F238E27FC236}">
                            <a16:creationId xmlns:a16="http://schemas.microsoft.com/office/drawing/2014/main" id="{58A83C0F-18A5-3277-52E9-B0F9B9EACA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8" name="Google Shape;5829;p47">
                        <a:extLst>
                          <a:ext uri="{FF2B5EF4-FFF2-40B4-BE49-F238E27FC236}">
                            <a16:creationId xmlns:a16="http://schemas.microsoft.com/office/drawing/2014/main" id="{FA5F2E53-6584-E068-3967-DDDBB6EB4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9" name="Google Shape;5830;p47">
                        <a:extLst>
                          <a:ext uri="{FF2B5EF4-FFF2-40B4-BE49-F238E27FC236}">
                            <a16:creationId xmlns:a16="http://schemas.microsoft.com/office/drawing/2014/main" id="{3F8BDA1B-6486-1E13-D721-8898659F99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0" name="Google Shape;5831;p47">
                        <a:extLst>
                          <a:ext uri="{FF2B5EF4-FFF2-40B4-BE49-F238E27FC236}">
                            <a16:creationId xmlns:a16="http://schemas.microsoft.com/office/drawing/2014/main" id="{E0486475-9452-669C-AE2A-C2123475B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1" name="Google Shape;5832;p47">
                        <a:extLst>
                          <a:ext uri="{FF2B5EF4-FFF2-40B4-BE49-F238E27FC236}">
                            <a16:creationId xmlns:a16="http://schemas.microsoft.com/office/drawing/2014/main" id="{9E3FF91F-DC3E-E9A0-0CEC-35D637649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2" name="Google Shape;5833;p47">
                        <a:extLst>
                          <a:ext uri="{FF2B5EF4-FFF2-40B4-BE49-F238E27FC236}">
                            <a16:creationId xmlns:a16="http://schemas.microsoft.com/office/drawing/2014/main" id="{30568525-0395-0E88-A601-F0784915C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3" name="Google Shape;5834;p47">
                        <a:extLst>
                          <a:ext uri="{FF2B5EF4-FFF2-40B4-BE49-F238E27FC236}">
                            <a16:creationId xmlns:a16="http://schemas.microsoft.com/office/drawing/2014/main" id="{DE3588E1-CAD5-8AF1-CCBA-A47D6F184C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4" name="Google Shape;5835;p47">
                        <a:extLst>
                          <a:ext uri="{FF2B5EF4-FFF2-40B4-BE49-F238E27FC236}">
                            <a16:creationId xmlns:a16="http://schemas.microsoft.com/office/drawing/2014/main" id="{24312163-E18F-67F6-90CB-2959530305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6" name="Google Shape;5836;p47">
                      <a:extLst>
                        <a:ext uri="{FF2B5EF4-FFF2-40B4-BE49-F238E27FC236}">
                          <a16:creationId xmlns:a16="http://schemas.microsoft.com/office/drawing/2014/main" id="{C13ABBE1-38B2-837B-4E11-5570D9058E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37" name="Google Shape;5837;p47">
                        <a:extLst>
                          <a:ext uri="{FF2B5EF4-FFF2-40B4-BE49-F238E27FC236}">
                            <a16:creationId xmlns:a16="http://schemas.microsoft.com/office/drawing/2014/main" id="{75FE666C-B9F7-4C27-D086-04A9C11A17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8" name="Google Shape;5838;p47">
                        <a:extLst>
                          <a:ext uri="{FF2B5EF4-FFF2-40B4-BE49-F238E27FC236}">
                            <a16:creationId xmlns:a16="http://schemas.microsoft.com/office/drawing/2014/main" id="{2A5DE2B6-3BDE-BF18-F9A2-CA35AA154E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9" name="Google Shape;5839;p47">
                        <a:extLst>
                          <a:ext uri="{FF2B5EF4-FFF2-40B4-BE49-F238E27FC236}">
                            <a16:creationId xmlns:a16="http://schemas.microsoft.com/office/drawing/2014/main" id="{4237E791-E393-01EB-FF67-E911CD504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0" name="Google Shape;5840;p47">
                        <a:extLst>
                          <a:ext uri="{FF2B5EF4-FFF2-40B4-BE49-F238E27FC236}">
                            <a16:creationId xmlns:a16="http://schemas.microsoft.com/office/drawing/2014/main" id="{1AAE74EB-E974-E1D5-0E3C-49F1C9C4B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1" name="Google Shape;5841;p47">
                        <a:extLst>
                          <a:ext uri="{FF2B5EF4-FFF2-40B4-BE49-F238E27FC236}">
                            <a16:creationId xmlns:a16="http://schemas.microsoft.com/office/drawing/2014/main" id="{889E2E4A-0506-9806-C745-4A6C5ADA7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2" name="Google Shape;5842;p47">
                        <a:extLst>
                          <a:ext uri="{FF2B5EF4-FFF2-40B4-BE49-F238E27FC236}">
                            <a16:creationId xmlns:a16="http://schemas.microsoft.com/office/drawing/2014/main" id="{F9DFB033-55A1-1319-B1EC-254A6173AD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3" name="Google Shape;5843;p47">
                        <a:extLst>
                          <a:ext uri="{FF2B5EF4-FFF2-40B4-BE49-F238E27FC236}">
                            <a16:creationId xmlns:a16="http://schemas.microsoft.com/office/drawing/2014/main" id="{41F51D1C-308D-6E72-7FE9-D602D540AB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4" name="Google Shape;5844;p47">
                        <a:extLst>
                          <a:ext uri="{FF2B5EF4-FFF2-40B4-BE49-F238E27FC236}">
                            <a16:creationId xmlns:a16="http://schemas.microsoft.com/office/drawing/2014/main" id="{F25891D5-3A63-25CA-0D23-A51AD04B31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5" name="Google Shape;5845;p47">
                        <a:extLst>
                          <a:ext uri="{FF2B5EF4-FFF2-40B4-BE49-F238E27FC236}">
                            <a16:creationId xmlns:a16="http://schemas.microsoft.com/office/drawing/2014/main" id="{90C050CF-5272-AF76-BB0A-B85008FFCE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7" name="Google Shape;5846;p47">
                      <a:extLst>
                        <a:ext uri="{FF2B5EF4-FFF2-40B4-BE49-F238E27FC236}">
                          <a16:creationId xmlns:a16="http://schemas.microsoft.com/office/drawing/2014/main" id="{71B22169-C326-FB66-4170-754C6FBCBB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28" name="Google Shape;5847;p47">
                        <a:extLst>
                          <a:ext uri="{FF2B5EF4-FFF2-40B4-BE49-F238E27FC236}">
                            <a16:creationId xmlns:a16="http://schemas.microsoft.com/office/drawing/2014/main" id="{3F265A9C-679A-3F2D-2CD1-1B4971906C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9" name="Google Shape;5848;p47">
                        <a:extLst>
                          <a:ext uri="{FF2B5EF4-FFF2-40B4-BE49-F238E27FC236}">
                            <a16:creationId xmlns:a16="http://schemas.microsoft.com/office/drawing/2014/main" id="{022296DC-23A8-AA75-1966-3AC867A567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0" name="Google Shape;5849;p47">
                        <a:extLst>
                          <a:ext uri="{FF2B5EF4-FFF2-40B4-BE49-F238E27FC236}">
                            <a16:creationId xmlns:a16="http://schemas.microsoft.com/office/drawing/2014/main" id="{A1841647-2569-05BC-3E34-4D481CBF89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1" name="Google Shape;5850;p47">
                        <a:extLst>
                          <a:ext uri="{FF2B5EF4-FFF2-40B4-BE49-F238E27FC236}">
                            <a16:creationId xmlns:a16="http://schemas.microsoft.com/office/drawing/2014/main" id="{224A4613-0194-95E3-2B75-0A6525E0B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2" name="Google Shape;5851;p47">
                        <a:extLst>
                          <a:ext uri="{FF2B5EF4-FFF2-40B4-BE49-F238E27FC236}">
                            <a16:creationId xmlns:a16="http://schemas.microsoft.com/office/drawing/2014/main" id="{53EAD0C0-F3F0-366A-D249-47B33A0C1B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3" name="Google Shape;5852;p47">
                        <a:extLst>
                          <a:ext uri="{FF2B5EF4-FFF2-40B4-BE49-F238E27FC236}">
                            <a16:creationId xmlns:a16="http://schemas.microsoft.com/office/drawing/2014/main" id="{04ECC952-C884-9571-1777-C9AF25C312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4" name="Google Shape;5853;p47">
                        <a:extLst>
                          <a:ext uri="{FF2B5EF4-FFF2-40B4-BE49-F238E27FC236}">
                            <a16:creationId xmlns:a16="http://schemas.microsoft.com/office/drawing/2014/main" id="{1D0CE3B7-6879-B004-2ED8-65BBFC332A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5" name="Google Shape;5854;p47">
                        <a:extLst>
                          <a:ext uri="{FF2B5EF4-FFF2-40B4-BE49-F238E27FC236}">
                            <a16:creationId xmlns:a16="http://schemas.microsoft.com/office/drawing/2014/main" id="{EFB599DC-5363-2FE6-2C54-44CB3EE34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6" name="Google Shape;5855;p47">
                        <a:extLst>
                          <a:ext uri="{FF2B5EF4-FFF2-40B4-BE49-F238E27FC236}">
                            <a16:creationId xmlns:a16="http://schemas.microsoft.com/office/drawing/2014/main" id="{89920369-92D4-094B-99FF-A1D6CA1E65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8" name="Google Shape;5856;p47">
                      <a:extLst>
                        <a:ext uri="{FF2B5EF4-FFF2-40B4-BE49-F238E27FC236}">
                          <a16:creationId xmlns:a16="http://schemas.microsoft.com/office/drawing/2014/main" id="{93BD0CB9-A2EB-F913-FA50-769E3A1BEA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19" name="Google Shape;5857;p47">
                        <a:extLst>
                          <a:ext uri="{FF2B5EF4-FFF2-40B4-BE49-F238E27FC236}">
                            <a16:creationId xmlns:a16="http://schemas.microsoft.com/office/drawing/2014/main" id="{5CBECB4C-1824-F8A8-9392-9A5C40B3FE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0" name="Google Shape;5858;p47">
                        <a:extLst>
                          <a:ext uri="{FF2B5EF4-FFF2-40B4-BE49-F238E27FC236}">
                            <a16:creationId xmlns:a16="http://schemas.microsoft.com/office/drawing/2014/main" id="{9486B2F5-DF06-CCAA-6F52-3CA1F55CE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1" name="Google Shape;5859;p47">
                        <a:extLst>
                          <a:ext uri="{FF2B5EF4-FFF2-40B4-BE49-F238E27FC236}">
                            <a16:creationId xmlns:a16="http://schemas.microsoft.com/office/drawing/2014/main" id="{E160458E-35D2-2A52-62E9-CDE468D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2" name="Google Shape;5860;p47">
                        <a:extLst>
                          <a:ext uri="{FF2B5EF4-FFF2-40B4-BE49-F238E27FC236}">
                            <a16:creationId xmlns:a16="http://schemas.microsoft.com/office/drawing/2014/main" id="{FEE56D4A-EEB6-7733-ACE5-DBC78F8BF9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3" name="Google Shape;5861;p47">
                        <a:extLst>
                          <a:ext uri="{FF2B5EF4-FFF2-40B4-BE49-F238E27FC236}">
                            <a16:creationId xmlns:a16="http://schemas.microsoft.com/office/drawing/2014/main" id="{F028216E-3B84-A9E6-14FA-9AF759D0A3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4" name="Google Shape;5862;p47">
                        <a:extLst>
                          <a:ext uri="{FF2B5EF4-FFF2-40B4-BE49-F238E27FC236}">
                            <a16:creationId xmlns:a16="http://schemas.microsoft.com/office/drawing/2014/main" id="{8155F523-6B66-8D43-7350-63E172B31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5" name="Google Shape;5863;p47">
                        <a:extLst>
                          <a:ext uri="{FF2B5EF4-FFF2-40B4-BE49-F238E27FC236}">
                            <a16:creationId xmlns:a16="http://schemas.microsoft.com/office/drawing/2014/main" id="{372BD610-4E03-0D8D-1974-43619144C0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6" name="Google Shape;5864;p47">
                        <a:extLst>
                          <a:ext uri="{FF2B5EF4-FFF2-40B4-BE49-F238E27FC236}">
                            <a16:creationId xmlns:a16="http://schemas.microsoft.com/office/drawing/2014/main" id="{7B8DE774-5473-B4A8-E534-B0C084D2E5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7" name="Google Shape;5865;p47">
                        <a:extLst>
                          <a:ext uri="{FF2B5EF4-FFF2-40B4-BE49-F238E27FC236}">
                            <a16:creationId xmlns:a16="http://schemas.microsoft.com/office/drawing/2014/main" id="{31D91F85-C5BF-821A-4758-29BF17216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grpSp>
                <p:nvGrpSpPr>
                  <p:cNvPr id="1331" name="Google Shape;5866;p47">
                    <a:extLst>
                      <a:ext uri="{FF2B5EF4-FFF2-40B4-BE49-F238E27FC236}">
                        <a16:creationId xmlns:a16="http://schemas.microsoft.com/office/drawing/2014/main" id="{BD737235-322E-44CE-29AD-84416412998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-4004340" y="3104789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332" name="Google Shape;5867;p47">
                      <a:extLst>
                        <a:ext uri="{FF2B5EF4-FFF2-40B4-BE49-F238E27FC236}">
                          <a16:creationId xmlns:a16="http://schemas.microsoft.com/office/drawing/2014/main" id="{CFA67487-A61E-DBE6-FC3D-4CB397EDB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93" name="Google Shape;5868;p47">
                        <a:extLst>
                          <a:ext uri="{FF2B5EF4-FFF2-40B4-BE49-F238E27FC236}">
                            <a16:creationId xmlns:a16="http://schemas.microsoft.com/office/drawing/2014/main" id="{BF38F33E-A150-DF13-0A55-B7D64ECB8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4" name="Google Shape;5869;p47">
                        <a:extLst>
                          <a:ext uri="{FF2B5EF4-FFF2-40B4-BE49-F238E27FC236}">
                            <a16:creationId xmlns:a16="http://schemas.microsoft.com/office/drawing/2014/main" id="{A62526CB-9200-4B4F-6ACA-58BEC93244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5" name="Google Shape;5870;p47">
                        <a:extLst>
                          <a:ext uri="{FF2B5EF4-FFF2-40B4-BE49-F238E27FC236}">
                            <a16:creationId xmlns:a16="http://schemas.microsoft.com/office/drawing/2014/main" id="{0600F668-0772-D627-19A4-A15E726F1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6" name="Google Shape;5871;p47">
                        <a:extLst>
                          <a:ext uri="{FF2B5EF4-FFF2-40B4-BE49-F238E27FC236}">
                            <a16:creationId xmlns:a16="http://schemas.microsoft.com/office/drawing/2014/main" id="{4CD49DFB-8578-7897-707D-600F5B3FC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7" name="Google Shape;5872;p47">
                        <a:extLst>
                          <a:ext uri="{FF2B5EF4-FFF2-40B4-BE49-F238E27FC236}">
                            <a16:creationId xmlns:a16="http://schemas.microsoft.com/office/drawing/2014/main" id="{1906F948-F762-FDB8-E94C-3AA95A7E6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8" name="Google Shape;5873;p47">
                        <a:extLst>
                          <a:ext uri="{FF2B5EF4-FFF2-40B4-BE49-F238E27FC236}">
                            <a16:creationId xmlns:a16="http://schemas.microsoft.com/office/drawing/2014/main" id="{0A81B1AC-A6CE-1A2C-041B-7E79F1BBD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9" name="Google Shape;5874;p47">
                        <a:extLst>
                          <a:ext uri="{FF2B5EF4-FFF2-40B4-BE49-F238E27FC236}">
                            <a16:creationId xmlns:a16="http://schemas.microsoft.com/office/drawing/2014/main" id="{F09C3245-990C-946E-9FF8-14CF3453B2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0" name="Google Shape;5875;p47">
                        <a:extLst>
                          <a:ext uri="{FF2B5EF4-FFF2-40B4-BE49-F238E27FC236}">
                            <a16:creationId xmlns:a16="http://schemas.microsoft.com/office/drawing/2014/main" id="{53E96940-7E46-C902-4498-A7BB3CBB1B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1" name="Google Shape;5876;p47">
                        <a:extLst>
                          <a:ext uri="{FF2B5EF4-FFF2-40B4-BE49-F238E27FC236}">
                            <a16:creationId xmlns:a16="http://schemas.microsoft.com/office/drawing/2014/main" id="{EFDA5AED-2D7E-2221-A92A-6618D066E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3" name="Google Shape;5877;p47">
                      <a:extLst>
                        <a:ext uri="{FF2B5EF4-FFF2-40B4-BE49-F238E27FC236}">
                          <a16:creationId xmlns:a16="http://schemas.microsoft.com/office/drawing/2014/main" id="{80875758-6239-5BAB-1737-955B2EF945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84" name="Google Shape;5878;p47">
                        <a:extLst>
                          <a:ext uri="{FF2B5EF4-FFF2-40B4-BE49-F238E27FC236}">
                            <a16:creationId xmlns:a16="http://schemas.microsoft.com/office/drawing/2014/main" id="{CE492849-A0C2-6720-2386-F170F0BBB8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5" name="Google Shape;5879;p47">
                        <a:extLst>
                          <a:ext uri="{FF2B5EF4-FFF2-40B4-BE49-F238E27FC236}">
                            <a16:creationId xmlns:a16="http://schemas.microsoft.com/office/drawing/2014/main" id="{809D1968-B605-2D08-A022-DA46CACC37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6" name="Google Shape;5880;p47">
                        <a:extLst>
                          <a:ext uri="{FF2B5EF4-FFF2-40B4-BE49-F238E27FC236}">
                            <a16:creationId xmlns:a16="http://schemas.microsoft.com/office/drawing/2014/main" id="{D1D0C24F-89D1-2174-853B-87CF7D093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7" name="Google Shape;5881;p47">
                        <a:extLst>
                          <a:ext uri="{FF2B5EF4-FFF2-40B4-BE49-F238E27FC236}">
                            <a16:creationId xmlns:a16="http://schemas.microsoft.com/office/drawing/2014/main" id="{2B163DD8-EB85-73F8-8511-8D60EB7F9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8" name="Google Shape;5882;p47">
                        <a:extLst>
                          <a:ext uri="{FF2B5EF4-FFF2-40B4-BE49-F238E27FC236}">
                            <a16:creationId xmlns:a16="http://schemas.microsoft.com/office/drawing/2014/main" id="{D282123E-15B1-9F41-8A57-4D0C1CE0A6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9" name="Google Shape;5883;p47">
                        <a:extLst>
                          <a:ext uri="{FF2B5EF4-FFF2-40B4-BE49-F238E27FC236}">
                            <a16:creationId xmlns:a16="http://schemas.microsoft.com/office/drawing/2014/main" id="{78C8C261-106A-02BB-09CA-C201D3377C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0" name="Google Shape;5884;p47">
                        <a:extLst>
                          <a:ext uri="{FF2B5EF4-FFF2-40B4-BE49-F238E27FC236}">
                            <a16:creationId xmlns:a16="http://schemas.microsoft.com/office/drawing/2014/main" id="{9ACE8435-BD6C-8DE9-7831-15768B6D97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1" name="Google Shape;5885;p47">
                        <a:extLst>
                          <a:ext uri="{FF2B5EF4-FFF2-40B4-BE49-F238E27FC236}">
                            <a16:creationId xmlns:a16="http://schemas.microsoft.com/office/drawing/2014/main" id="{5126BBC8-FAA3-EEB1-A4EF-7C24CB8FC7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2" name="Google Shape;5886;p47">
                        <a:extLst>
                          <a:ext uri="{FF2B5EF4-FFF2-40B4-BE49-F238E27FC236}">
                            <a16:creationId xmlns:a16="http://schemas.microsoft.com/office/drawing/2014/main" id="{0FED4A6E-CF2A-7695-33AB-8CA2B79D96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4" name="Google Shape;5887;p47">
                      <a:extLst>
                        <a:ext uri="{FF2B5EF4-FFF2-40B4-BE49-F238E27FC236}">
                          <a16:creationId xmlns:a16="http://schemas.microsoft.com/office/drawing/2014/main" id="{EF615565-AE99-C137-662F-5D1C1FA65A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75" name="Google Shape;5888;p47">
                        <a:extLst>
                          <a:ext uri="{FF2B5EF4-FFF2-40B4-BE49-F238E27FC236}">
                            <a16:creationId xmlns:a16="http://schemas.microsoft.com/office/drawing/2014/main" id="{AD7BCF22-95B6-7CD3-BC00-26D98BF4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6" name="Google Shape;5889;p47">
                        <a:extLst>
                          <a:ext uri="{FF2B5EF4-FFF2-40B4-BE49-F238E27FC236}">
                            <a16:creationId xmlns:a16="http://schemas.microsoft.com/office/drawing/2014/main" id="{4E420FA1-7D3A-C7CA-DB91-75C2BB308A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7" name="Google Shape;5890;p47">
                        <a:extLst>
                          <a:ext uri="{FF2B5EF4-FFF2-40B4-BE49-F238E27FC236}">
                            <a16:creationId xmlns:a16="http://schemas.microsoft.com/office/drawing/2014/main" id="{A7980809-84D5-CB8B-A821-8758E3A0A4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8" name="Google Shape;5891;p47">
                        <a:extLst>
                          <a:ext uri="{FF2B5EF4-FFF2-40B4-BE49-F238E27FC236}">
                            <a16:creationId xmlns:a16="http://schemas.microsoft.com/office/drawing/2014/main" id="{104479B0-37D5-B43E-7B07-9A4EAE205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9" name="Google Shape;5892;p47">
                        <a:extLst>
                          <a:ext uri="{FF2B5EF4-FFF2-40B4-BE49-F238E27FC236}">
                            <a16:creationId xmlns:a16="http://schemas.microsoft.com/office/drawing/2014/main" id="{66CFBBC7-C745-B8B5-E0CE-F482BDFFDB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0" name="Google Shape;5893;p47">
                        <a:extLst>
                          <a:ext uri="{FF2B5EF4-FFF2-40B4-BE49-F238E27FC236}">
                            <a16:creationId xmlns:a16="http://schemas.microsoft.com/office/drawing/2014/main" id="{07B185AE-979C-A810-E2F2-EC28270BE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1" name="Google Shape;5894;p47">
                        <a:extLst>
                          <a:ext uri="{FF2B5EF4-FFF2-40B4-BE49-F238E27FC236}">
                            <a16:creationId xmlns:a16="http://schemas.microsoft.com/office/drawing/2014/main" id="{368D3339-6161-99E4-4806-986A343A9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2" name="Google Shape;5895;p47">
                        <a:extLst>
                          <a:ext uri="{FF2B5EF4-FFF2-40B4-BE49-F238E27FC236}">
                            <a16:creationId xmlns:a16="http://schemas.microsoft.com/office/drawing/2014/main" id="{E7483F44-F2A5-BAE7-8BAD-7B46EBA367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3" name="Google Shape;5896;p47">
                        <a:extLst>
                          <a:ext uri="{FF2B5EF4-FFF2-40B4-BE49-F238E27FC236}">
                            <a16:creationId xmlns:a16="http://schemas.microsoft.com/office/drawing/2014/main" id="{B883D907-7A32-EA80-56D7-349EF7D4A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5" name="Google Shape;5897;p47">
                      <a:extLst>
                        <a:ext uri="{FF2B5EF4-FFF2-40B4-BE49-F238E27FC236}">
                          <a16:creationId xmlns:a16="http://schemas.microsoft.com/office/drawing/2014/main" id="{15581A27-CEC5-31CA-693B-9305E358B9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66" name="Google Shape;5898;p47">
                        <a:extLst>
                          <a:ext uri="{FF2B5EF4-FFF2-40B4-BE49-F238E27FC236}">
                            <a16:creationId xmlns:a16="http://schemas.microsoft.com/office/drawing/2014/main" id="{E4DAFE96-5459-6D05-BD2A-596ED8C5E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7" name="Google Shape;5899;p47">
                        <a:extLst>
                          <a:ext uri="{FF2B5EF4-FFF2-40B4-BE49-F238E27FC236}">
                            <a16:creationId xmlns:a16="http://schemas.microsoft.com/office/drawing/2014/main" id="{4D166E86-5C5C-BA29-EFDA-49D646EE18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8" name="Google Shape;5900;p47">
                        <a:extLst>
                          <a:ext uri="{FF2B5EF4-FFF2-40B4-BE49-F238E27FC236}">
                            <a16:creationId xmlns:a16="http://schemas.microsoft.com/office/drawing/2014/main" id="{BD626496-E082-7C22-5D0A-4605C19073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9" name="Google Shape;5901;p47">
                        <a:extLst>
                          <a:ext uri="{FF2B5EF4-FFF2-40B4-BE49-F238E27FC236}">
                            <a16:creationId xmlns:a16="http://schemas.microsoft.com/office/drawing/2014/main" id="{6F53EA17-F09B-C62E-A3A1-13D699CEA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0" name="Google Shape;5902;p47">
                        <a:extLst>
                          <a:ext uri="{FF2B5EF4-FFF2-40B4-BE49-F238E27FC236}">
                            <a16:creationId xmlns:a16="http://schemas.microsoft.com/office/drawing/2014/main" id="{196345D5-0CCA-BEEB-6FDF-FFEC66F580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1" name="Google Shape;5903;p47">
                        <a:extLst>
                          <a:ext uri="{FF2B5EF4-FFF2-40B4-BE49-F238E27FC236}">
                            <a16:creationId xmlns:a16="http://schemas.microsoft.com/office/drawing/2014/main" id="{1BBFC714-6C61-FC4E-836B-8CC9311C2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2" name="Google Shape;5904;p47">
                        <a:extLst>
                          <a:ext uri="{FF2B5EF4-FFF2-40B4-BE49-F238E27FC236}">
                            <a16:creationId xmlns:a16="http://schemas.microsoft.com/office/drawing/2014/main" id="{84FC0060-699A-D3BA-5F2B-3D77A4B0D4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3" name="Google Shape;5905;p47">
                        <a:extLst>
                          <a:ext uri="{FF2B5EF4-FFF2-40B4-BE49-F238E27FC236}">
                            <a16:creationId xmlns:a16="http://schemas.microsoft.com/office/drawing/2014/main" id="{DE4E9B9D-7F2D-1858-B043-4C336C265D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4" name="Google Shape;5906;p47">
                        <a:extLst>
                          <a:ext uri="{FF2B5EF4-FFF2-40B4-BE49-F238E27FC236}">
                            <a16:creationId xmlns:a16="http://schemas.microsoft.com/office/drawing/2014/main" id="{285E838B-28D4-D538-D0FF-0A41BB9F5B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6" name="Google Shape;5907;p47">
                      <a:extLst>
                        <a:ext uri="{FF2B5EF4-FFF2-40B4-BE49-F238E27FC236}">
                          <a16:creationId xmlns:a16="http://schemas.microsoft.com/office/drawing/2014/main" id="{DBEBDC76-71BE-352B-A984-53492C94D4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57" name="Google Shape;5908;p47">
                        <a:extLst>
                          <a:ext uri="{FF2B5EF4-FFF2-40B4-BE49-F238E27FC236}">
                            <a16:creationId xmlns:a16="http://schemas.microsoft.com/office/drawing/2014/main" id="{D34CFF17-ED1D-8AA6-17D5-243EDAE7F0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8" name="Google Shape;5909;p47">
                        <a:extLst>
                          <a:ext uri="{FF2B5EF4-FFF2-40B4-BE49-F238E27FC236}">
                            <a16:creationId xmlns:a16="http://schemas.microsoft.com/office/drawing/2014/main" id="{AFA51C52-C9B7-568C-1616-523DA1700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9" name="Google Shape;5910;p47">
                        <a:extLst>
                          <a:ext uri="{FF2B5EF4-FFF2-40B4-BE49-F238E27FC236}">
                            <a16:creationId xmlns:a16="http://schemas.microsoft.com/office/drawing/2014/main" id="{5C067428-227E-D3C6-819D-9C6C0C038E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0" name="Google Shape;5911;p47">
                        <a:extLst>
                          <a:ext uri="{FF2B5EF4-FFF2-40B4-BE49-F238E27FC236}">
                            <a16:creationId xmlns:a16="http://schemas.microsoft.com/office/drawing/2014/main" id="{C1F0E2A3-4AF9-21CF-D9CE-E1185BAFC0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1" name="Google Shape;5912;p47">
                        <a:extLst>
                          <a:ext uri="{FF2B5EF4-FFF2-40B4-BE49-F238E27FC236}">
                            <a16:creationId xmlns:a16="http://schemas.microsoft.com/office/drawing/2014/main" id="{E351667A-8BD6-3197-FAB2-9DFA7C68CE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2" name="Google Shape;5913;p47">
                        <a:extLst>
                          <a:ext uri="{FF2B5EF4-FFF2-40B4-BE49-F238E27FC236}">
                            <a16:creationId xmlns:a16="http://schemas.microsoft.com/office/drawing/2014/main" id="{18248B4D-535D-3B64-3C66-46979799F2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3" name="Google Shape;5914;p47">
                        <a:extLst>
                          <a:ext uri="{FF2B5EF4-FFF2-40B4-BE49-F238E27FC236}">
                            <a16:creationId xmlns:a16="http://schemas.microsoft.com/office/drawing/2014/main" id="{9A5A73E7-439D-786A-4FC9-B92D5EA70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4" name="Google Shape;5915;p47">
                        <a:extLst>
                          <a:ext uri="{FF2B5EF4-FFF2-40B4-BE49-F238E27FC236}">
                            <a16:creationId xmlns:a16="http://schemas.microsoft.com/office/drawing/2014/main" id="{EA36A25E-755A-859E-6312-4F484FCDF5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5" name="Google Shape;5916;p47">
                        <a:extLst>
                          <a:ext uri="{FF2B5EF4-FFF2-40B4-BE49-F238E27FC236}">
                            <a16:creationId xmlns:a16="http://schemas.microsoft.com/office/drawing/2014/main" id="{5E4BC48D-4143-600C-453A-9C9224155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7" name="Google Shape;5917;p47">
                      <a:extLst>
                        <a:ext uri="{FF2B5EF4-FFF2-40B4-BE49-F238E27FC236}">
                          <a16:creationId xmlns:a16="http://schemas.microsoft.com/office/drawing/2014/main" id="{9FCDD1A1-7BC0-1F82-85F1-49EB67A4C4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48" name="Google Shape;5918;p47">
                        <a:extLst>
                          <a:ext uri="{FF2B5EF4-FFF2-40B4-BE49-F238E27FC236}">
                            <a16:creationId xmlns:a16="http://schemas.microsoft.com/office/drawing/2014/main" id="{A9D91C83-2EDF-6D98-8F44-5B19A983A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9" name="Google Shape;5919;p47">
                        <a:extLst>
                          <a:ext uri="{FF2B5EF4-FFF2-40B4-BE49-F238E27FC236}">
                            <a16:creationId xmlns:a16="http://schemas.microsoft.com/office/drawing/2014/main" id="{601F43D0-822C-33AA-B243-0CE3A45A89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0" name="Google Shape;5920;p47">
                        <a:extLst>
                          <a:ext uri="{FF2B5EF4-FFF2-40B4-BE49-F238E27FC236}">
                            <a16:creationId xmlns:a16="http://schemas.microsoft.com/office/drawing/2014/main" id="{2DB68444-6F27-6F3F-0581-259D0AEF77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1" name="Google Shape;5921;p47">
                        <a:extLst>
                          <a:ext uri="{FF2B5EF4-FFF2-40B4-BE49-F238E27FC236}">
                            <a16:creationId xmlns:a16="http://schemas.microsoft.com/office/drawing/2014/main" id="{0582F8A5-7E26-3D71-FECC-1EC923AF34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2" name="Google Shape;5922;p47">
                        <a:extLst>
                          <a:ext uri="{FF2B5EF4-FFF2-40B4-BE49-F238E27FC236}">
                            <a16:creationId xmlns:a16="http://schemas.microsoft.com/office/drawing/2014/main" id="{3E9092EB-2389-3710-650C-E9F56963CB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3" name="Google Shape;5923;p47">
                        <a:extLst>
                          <a:ext uri="{FF2B5EF4-FFF2-40B4-BE49-F238E27FC236}">
                            <a16:creationId xmlns:a16="http://schemas.microsoft.com/office/drawing/2014/main" id="{C7C79A61-7D65-55A5-7FBD-0B9A321F00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4" name="Google Shape;5924;p47">
                        <a:extLst>
                          <a:ext uri="{FF2B5EF4-FFF2-40B4-BE49-F238E27FC236}">
                            <a16:creationId xmlns:a16="http://schemas.microsoft.com/office/drawing/2014/main" id="{AE4320B6-2D6E-E815-6E71-41F2173FB5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5" name="Google Shape;5925;p47">
                        <a:extLst>
                          <a:ext uri="{FF2B5EF4-FFF2-40B4-BE49-F238E27FC236}">
                            <a16:creationId xmlns:a16="http://schemas.microsoft.com/office/drawing/2014/main" id="{36C4E22C-6624-5E72-05EB-D54BE779D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6" name="Google Shape;5926;p47">
                        <a:extLst>
                          <a:ext uri="{FF2B5EF4-FFF2-40B4-BE49-F238E27FC236}">
                            <a16:creationId xmlns:a16="http://schemas.microsoft.com/office/drawing/2014/main" id="{05EC9B56-0CFE-9CAC-4393-A8AF7B8C39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8" name="Google Shape;5927;p47">
                      <a:extLst>
                        <a:ext uri="{FF2B5EF4-FFF2-40B4-BE49-F238E27FC236}">
                          <a16:creationId xmlns:a16="http://schemas.microsoft.com/office/drawing/2014/main" id="{F0E3DC6F-B186-EDFC-CD30-D6A0CAFC12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9" name="Google Shape;5928;p47">
                        <a:extLst>
                          <a:ext uri="{FF2B5EF4-FFF2-40B4-BE49-F238E27FC236}">
                            <a16:creationId xmlns:a16="http://schemas.microsoft.com/office/drawing/2014/main" id="{E7D8B06B-A2DC-E38C-AD72-50F908C4D6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0" name="Google Shape;5929;p47">
                        <a:extLst>
                          <a:ext uri="{FF2B5EF4-FFF2-40B4-BE49-F238E27FC236}">
                            <a16:creationId xmlns:a16="http://schemas.microsoft.com/office/drawing/2014/main" id="{7CD2EFBA-02C5-D88F-C246-20BE1A761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1" name="Google Shape;5930;p47">
                        <a:extLst>
                          <a:ext uri="{FF2B5EF4-FFF2-40B4-BE49-F238E27FC236}">
                            <a16:creationId xmlns:a16="http://schemas.microsoft.com/office/drawing/2014/main" id="{D2A886D8-7F2F-9059-A29C-0C4D7EA111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2" name="Google Shape;5931;p47">
                        <a:extLst>
                          <a:ext uri="{FF2B5EF4-FFF2-40B4-BE49-F238E27FC236}">
                            <a16:creationId xmlns:a16="http://schemas.microsoft.com/office/drawing/2014/main" id="{BA75FDB4-444C-CA67-2516-26214681E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3" name="Google Shape;5932;p47">
                        <a:extLst>
                          <a:ext uri="{FF2B5EF4-FFF2-40B4-BE49-F238E27FC236}">
                            <a16:creationId xmlns:a16="http://schemas.microsoft.com/office/drawing/2014/main" id="{72E157BE-9FAF-5EC8-06F8-190FB9C1A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4" name="Google Shape;5933;p47">
                        <a:extLst>
                          <a:ext uri="{FF2B5EF4-FFF2-40B4-BE49-F238E27FC236}">
                            <a16:creationId xmlns:a16="http://schemas.microsoft.com/office/drawing/2014/main" id="{3C984959-0B4E-EF25-9B58-AE9310051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5" name="Google Shape;5934;p47">
                        <a:extLst>
                          <a:ext uri="{FF2B5EF4-FFF2-40B4-BE49-F238E27FC236}">
                            <a16:creationId xmlns:a16="http://schemas.microsoft.com/office/drawing/2014/main" id="{3EB4DC9B-5B1A-7CFA-3C9E-27A1F9F07D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6" name="Google Shape;5935;p47">
                        <a:extLst>
                          <a:ext uri="{FF2B5EF4-FFF2-40B4-BE49-F238E27FC236}">
                            <a16:creationId xmlns:a16="http://schemas.microsoft.com/office/drawing/2014/main" id="{7E89CF25-8853-5015-99EF-0A75F87B1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7" name="Google Shape;5936;p47">
                        <a:extLst>
                          <a:ext uri="{FF2B5EF4-FFF2-40B4-BE49-F238E27FC236}">
                            <a16:creationId xmlns:a16="http://schemas.microsoft.com/office/drawing/2014/main" id="{E9EA3FD8-18F1-8006-D9F8-E4A1E3B16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9" name="Google Shape;5937;p47">
                      <a:extLst>
                        <a:ext uri="{FF2B5EF4-FFF2-40B4-BE49-F238E27FC236}">
                          <a16:creationId xmlns:a16="http://schemas.microsoft.com/office/drawing/2014/main" id="{9C86C891-8F03-8620-D0D6-6D78CCD9A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0" name="Google Shape;5938;p47">
                        <a:extLst>
                          <a:ext uri="{FF2B5EF4-FFF2-40B4-BE49-F238E27FC236}">
                            <a16:creationId xmlns:a16="http://schemas.microsoft.com/office/drawing/2014/main" id="{2260BD21-61B2-E30E-4657-B69B7F921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1" name="Google Shape;5939;p47">
                        <a:extLst>
                          <a:ext uri="{FF2B5EF4-FFF2-40B4-BE49-F238E27FC236}">
                            <a16:creationId xmlns:a16="http://schemas.microsoft.com/office/drawing/2014/main" id="{B65F2BC1-529A-2A53-EDDB-1A3008BDB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2" name="Google Shape;5940;p47">
                        <a:extLst>
                          <a:ext uri="{FF2B5EF4-FFF2-40B4-BE49-F238E27FC236}">
                            <a16:creationId xmlns:a16="http://schemas.microsoft.com/office/drawing/2014/main" id="{B5972752-4292-8CA0-7E1D-94A410FA21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3" name="Google Shape;5941;p47">
                        <a:extLst>
                          <a:ext uri="{FF2B5EF4-FFF2-40B4-BE49-F238E27FC236}">
                            <a16:creationId xmlns:a16="http://schemas.microsoft.com/office/drawing/2014/main" id="{6B095C77-B28F-5710-F03A-F358CB3D75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4" name="Google Shape;5942;p47">
                        <a:extLst>
                          <a:ext uri="{FF2B5EF4-FFF2-40B4-BE49-F238E27FC236}">
                            <a16:creationId xmlns:a16="http://schemas.microsoft.com/office/drawing/2014/main" id="{4974988A-3C25-B4A1-C5E3-122EFC8D85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5" name="Google Shape;5943;p47">
                        <a:extLst>
                          <a:ext uri="{FF2B5EF4-FFF2-40B4-BE49-F238E27FC236}">
                            <a16:creationId xmlns:a16="http://schemas.microsoft.com/office/drawing/2014/main" id="{441FFFAD-ECCB-3109-4A40-84EFDC736A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6" name="Google Shape;5944;p47">
                        <a:extLst>
                          <a:ext uri="{FF2B5EF4-FFF2-40B4-BE49-F238E27FC236}">
                            <a16:creationId xmlns:a16="http://schemas.microsoft.com/office/drawing/2014/main" id="{EADF984D-4893-6607-F676-6FD7178A93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7" name="Google Shape;5945;p47">
                        <a:extLst>
                          <a:ext uri="{FF2B5EF4-FFF2-40B4-BE49-F238E27FC236}">
                            <a16:creationId xmlns:a16="http://schemas.microsoft.com/office/drawing/2014/main" id="{73C2B8C8-0B42-115D-706F-B7D6610695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8" name="Google Shape;5946;p47">
                        <a:extLst>
                          <a:ext uri="{FF2B5EF4-FFF2-40B4-BE49-F238E27FC236}">
                            <a16:creationId xmlns:a16="http://schemas.microsoft.com/office/drawing/2014/main" id="{0D7AB295-D1F5-B7F6-7216-8CF775C4E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0" name="Google Shape;5947;p47">
                      <a:extLst>
                        <a:ext uri="{FF2B5EF4-FFF2-40B4-BE49-F238E27FC236}">
                          <a16:creationId xmlns:a16="http://schemas.microsoft.com/office/drawing/2014/main" id="{B191AB9A-F2F7-A717-6901-1DCD24AADD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21" name="Google Shape;5948;p47">
                        <a:extLst>
                          <a:ext uri="{FF2B5EF4-FFF2-40B4-BE49-F238E27FC236}">
                            <a16:creationId xmlns:a16="http://schemas.microsoft.com/office/drawing/2014/main" id="{A371CB75-4B91-B25B-9F4D-25DE214059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2" name="Google Shape;5949;p47">
                        <a:extLst>
                          <a:ext uri="{FF2B5EF4-FFF2-40B4-BE49-F238E27FC236}">
                            <a16:creationId xmlns:a16="http://schemas.microsoft.com/office/drawing/2014/main" id="{3878C62E-0BAD-9CBD-4EF1-3CA7FA76FF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3" name="Google Shape;5950;p47">
                        <a:extLst>
                          <a:ext uri="{FF2B5EF4-FFF2-40B4-BE49-F238E27FC236}">
                            <a16:creationId xmlns:a16="http://schemas.microsoft.com/office/drawing/2014/main" id="{2304874F-C6BB-D64D-1F8D-7ECCDB5287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4" name="Google Shape;5951;p47">
                        <a:extLst>
                          <a:ext uri="{FF2B5EF4-FFF2-40B4-BE49-F238E27FC236}">
                            <a16:creationId xmlns:a16="http://schemas.microsoft.com/office/drawing/2014/main" id="{0151911F-C3EB-BCF7-507B-C4576BE70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5" name="Google Shape;5952;p47">
                        <a:extLst>
                          <a:ext uri="{FF2B5EF4-FFF2-40B4-BE49-F238E27FC236}">
                            <a16:creationId xmlns:a16="http://schemas.microsoft.com/office/drawing/2014/main" id="{829D3F12-8594-CB90-999F-F470E8E8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6" name="Google Shape;5953;p47">
                        <a:extLst>
                          <a:ext uri="{FF2B5EF4-FFF2-40B4-BE49-F238E27FC236}">
                            <a16:creationId xmlns:a16="http://schemas.microsoft.com/office/drawing/2014/main" id="{526DEE05-44F7-B397-E2C9-F1B069B042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7" name="Google Shape;5954;p47">
                        <a:extLst>
                          <a:ext uri="{FF2B5EF4-FFF2-40B4-BE49-F238E27FC236}">
                            <a16:creationId xmlns:a16="http://schemas.microsoft.com/office/drawing/2014/main" id="{68EF8700-F730-0EC4-91EF-7FD98123B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8" name="Google Shape;5955;p47">
                        <a:extLst>
                          <a:ext uri="{FF2B5EF4-FFF2-40B4-BE49-F238E27FC236}">
                            <a16:creationId xmlns:a16="http://schemas.microsoft.com/office/drawing/2014/main" id="{C8B2292D-D9C6-FC55-467C-8BEC7E2645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9" name="Google Shape;5956;p47">
                        <a:extLst>
                          <a:ext uri="{FF2B5EF4-FFF2-40B4-BE49-F238E27FC236}">
                            <a16:creationId xmlns:a16="http://schemas.microsoft.com/office/drawing/2014/main" id="{0BF9EF64-DBA5-0AB2-69F1-A7339CA2EC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1" name="Google Shape;5957;p47">
                      <a:extLst>
                        <a:ext uri="{FF2B5EF4-FFF2-40B4-BE49-F238E27FC236}">
                          <a16:creationId xmlns:a16="http://schemas.microsoft.com/office/drawing/2014/main" id="{D7A5EEF6-AE0D-AFCA-445E-B256F81E04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12" name="Google Shape;5958;p47">
                        <a:extLst>
                          <a:ext uri="{FF2B5EF4-FFF2-40B4-BE49-F238E27FC236}">
                            <a16:creationId xmlns:a16="http://schemas.microsoft.com/office/drawing/2014/main" id="{3EF3704D-55F6-8678-5C79-A1EF8AA365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3" name="Google Shape;5959;p47">
                        <a:extLst>
                          <a:ext uri="{FF2B5EF4-FFF2-40B4-BE49-F238E27FC236}">
                            <a16:creationId xmlns:a16="http://schemas.microsoft.com/office/drawing/2014/main" id="{99B00FAE-F81B-FB23-8353-AEB7ABE9A7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4" name="Google Shape;5960;p47">
                        <a:extLst>
                          <a:ext uri="{FF2B5EF4-FFF2-40B4-BE49-F238E27FC236}">
                            <a16:creationId xmlns:a16="http://schemas.microsoft.com/office/drawing/2014/main" id="{4A7325DF-8739-8FF5-0756-7056BC3182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5" name="Google Shape;5961;p47">
                        <a:extLst>
                          <a:ext uri="{FF2B5EF4-FFF2-40B4-BE49-F238E27FC236}">
                            <a16:creationId xmlns:a16="http://schemas.microsoft.com/office/drawing/2014/main" id="{2BCDCD30-D2FD-C9C5-2B13-DB6F6DD40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6" name="Google Shape;5962;p47">
                        <a:extLst>
                          <a:ext uri="{FF2B5EF4-FFF2-40B4-BE49-F238E27FC236}">
                            <a16:creationId xmlns:a16="http://schemas.microsoft.com/office/drawing/2014/main" id="{5564448C-E822-76B1-8EE2-8E5850FD5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7" name="Google Shape;5963;p47">
                        <a:extLst>
                          <a:ext uri="{FF2B5EF4-FFF2-40B4-BE49-F238E27FC236}">
                            <a16:creationId xmlns:a16="http://schemas.microsoft.com/office/drawing/2014/main" id="{CCCA2450-4C3B-557F-7A4E-4C288DCAE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8" name="Google Shape;5964;p47">
                        <a:extLst>
                          <a:ext uri="{FF2B5EF4-FFF2-40B4-BE49-F238E27FC236}">
                            <a16:creationId xmlns:a16="http://schemas.microsoft.com/office/drawing/2014/main" id="{B951C14D-CAC7-85EE-EE57-A96E72D64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9" name="Google Shape;5965;p47">
                        <a:extLst>
                          <a:ext uri="{FF2B5EF4-FFF2-40B4-BE49-F238E27FC236}">
                            <a16:creationId xmlns:a16="http://schemas.microsoft.com/office/drawing/2014/main" id="{05BC4368-6373-73B9-6E0E-E396F9974C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0" name="Google Shape;5966;p47">
                        <a:extLst>
                          <a:ext uri="{FF2B5EF4-FFF2-40B4-BE49-F238E27FC236}">
                            <a16:creationId xmlns:a16="http://schemas.microsoft.com/office/drawing/2014/main" id="{07BD6C58-7710-D306-CF99-905931B8C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2" name="Google Shape;5967;p47">
                      <a:extLst>
                        <a:ext uri="{FF2B5EF4-FFF2-40B4-BE49-F238E27FC236}">
                          <a16:creationId xmlns:a16="http://schemas.microsoft.com/office/drawing/2014/main" id="{6B283F54-A1F4-F710-F724-DC126B7FE9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03" name="Google Shape;5968;p47">
                        <a:extLst>
                          <a:ext uri="{FF2B5EF4-FFF2-40B4-BE49-F238E27FC236}">
                            <a16:creationId xmlns:a16="http://schemas.microsoft.com/office/drawing/2014/main" id="{ABC8E999-0D00-774C-D95F-5E18800898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4" name="Google Shape;5969;p47">
                        <a:extLst>
                          <a:ext uri="{FF2B5EF4-FFF2-40B4-BE49-F238E27FC236}">
                            <a16:creationId xmlns:a16="http://schemas.microsoft.com/office/drawing/2014/main" id="{3C303557-6909-BD9D-E9DB-C37A4BD5F1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5" name="Google Shape;5970;p47">
                        <a:extLst>
                          <a:ext uri="{FF2B5EF4-FFF2-40B4-BE49-F238E27FC236}">
                            <a16:creationId xmlns:a16="http://schemas.microsoft.com/office/drawing/2014/main" id="{8CB07D3D-D6B9-8301-744F-78F0D6EE5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6" name="Google Shape;5971;p47">
                        <a:extLst>
                          <a:ext uri="{FF2B5EF4-FFF2-40B4-BE49-F238E27FC236}">
                            <a16:creationId xmlns:a16="http://schemas.microsoft.com/office/drawing/2014/main" id="{925A463D-49B3-9ABC-C2AB-14690C1788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7" name="Google Shape;5972;p47">
                        <a:extLst>
                          <a:ext uri="{FF2B5EF4-FFF2-40B4-BE49-F238E27FC236}">
                            <a16:creationId xmlns:a16="http://schemas.microsoft.com/office/drawing/2014/main" id="{A568C4DC-834A-F40A-3D4C-819E1112A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8" name="Google Shape;5973;p47">
                        <a:extLst>
                          <a:ext uri="{FF2B5EF4-FFF2-40B4-BE49-F238E27FC236}">
                            <a16:creationId xmlns:a16="http://schemas.microsoft.com/office/drawing/2014/main" id="{524BECFA-3860-A483-337A-D3F97F50B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9" name="Google Shape;5974;p47">
                        <a:extLst>
                          <a:ext uri="{FF2B5EF4-FFF2-40B4-BE49-F238E27FC236}">
                            <a16:creationId xmlns:a16="http://schemas.microsoft.com/office/drawing/2014/main" id="{47FE965C-FD0C-3AB8-3BF9-EBCF36F695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0" name="Google Shape;5975;p47">
                        <a:extLst>
                          <a:ext uri="{FF2B5EF4-FFF2-40B4-BE49-F238E27FC236}">
                            <a16:creationId xmlns:a16="http://schemas.microsoft.com/office/drawing/2014/main" id="{D73BDAF1-B7E1-2ADE-E7A7-D72AAC00C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1" name="Google Shape;5976;p47">
                        <a:extLst>
                          <a:ext uri="{FF2B5EF4-FFF2-40B4-BE49-F238E27FC236}">
                            <a16:creationId xmlns:a16="http://schemas.microsoft.com/office/drawing/2014/main" id="{5E798CC4-A0E0-6BC0-F449-F5294E25BC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3" name="Google Shape;5977;p47">
                      <a:extLst>
                        <a:ext uri="{FF2B5EF4-FFF2-40B4-BE49-F238E27FC236}">
                          <a16:creationId xmlns:a16="http://schemas.microsoft.com/office/drawing/2014/main" id="{E333ADEC-2765-C2A4-63CC-4401EB1335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94" name="Google Shape;5978;p47">
                        <a:extLst>
                          <a:ext uri="{FF2B5EF4-FFF2-40B4-BE49-F238E27FC236}">
                            <a16:creationId xmlns:a16="http://schemas.microsoft.com/office/drawing/2014/main" id="{AFB30223-DDC0-222C-93E2-854143417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5" name="Google Shape;5979;p47">
                        <a:extLst>
                          <a:ext uri="{FF2B5EF4-FFF2-40B4-BE49-F238E27FC236}">
                            <a16:creationId xmlns:a16="http://schemas.microsoft.com/office/drawing/2014/main" id="{6EB9CF27-2A35-FBD6-6067-82097E4EC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6" name="Google Shape;5980;p47">
                        <a:extLst>
                          <a:ext uri="{FF2B5EF4-FFF2-40B4-BE49-F238E27FC236}">
                            <a16:creationId xmlns:a16="http://schemas.microsoft.com/office/drawing/2014/main" id="{AD357AEC-0C7E-D403-CECA-6EFF0DECAC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7" name="Google Shape;5981;p47">
                        <a:extLst>
                          <a:ext uri="{FF2B5EF4-FFF2-40B4-BE49-F238E27FC236}">
                            <a16:creationId xmlns:a16="http://schemas.microsoft.com/office/drawing/2014/main" id="{9002A9E7-91ED-C2BC-922A-4AAD63F5D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8" name="Google Shape;5982;p47">
                        <a:extLst>
                          <a:ext uri="{FF2B5EF4-FFF2-40B4-BE49-F238E27FC236}">
                            <a16:creationId xmlns:a16="http://schemas.microsoft.com/office/drawing/2014/main" id="{3F0B42E5-B827-84BB-352F-3DA93F6B7C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9" name="Google Shape;5983;p47">
                        <a:extLst>
                          <a:ext uri="{FF2B5EF4-FFF2-40B4-BE49-F238E27FC236}">
                            <a16:creationId xmlns:a16="http://schemas.microsoft.com/office/drawing/2014/main" id="{D8647522-3DAD-3B0F-65DC-CBD4534C0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0" name="Google Shape;5984;p47">
                        <a:extLst>
                          <a:ext uri="{FF2B5EF4-FFF2-40B4-BE49-F238E27FC236}">
                            <a16:creationId xmlns:a16="http://schemas.microsoft.com/office/drawing/2014/main" id="{157D57BE-3D12-0A2A-EC8D-C3E01528D8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1" name="Google Shape;5985;p47">
                        <a:extLst>
                          <a:ext uri="{FF2B5EF4-FFF2-40B4-BE49-F238E27FC236}">
                            <a16:creationId xmlns:a16="http://schemas.microsoft.com/office/drawing/2014/main" id="{0DF842BB-E674-71E4-2841-A81BC8301F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2" name="Google Shape;5986;p47">
                        <a:extLst>
                          <a:ext uri="{FF2B5EF4-FFF2-40B4-BE49-F238E27FC236}">
                            <a16:creationId xmlns:a16="http://schemas.microsoft.com/office/drawing/2014/main" id="{20489802-B11A-7EC6-0389-8D1CD9B53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4" name="Google Shape;5987;p47">
                      <a:extLst>
                        <a:ext uri="{FF2B5EF4-FFF2-40B4-BE49-F238E27FC236}">
                          <a16:creationId xmlns:a16="http://schemas.microsoft.com/office/drawing/2014/main" id="{C66FE4EF-54E6-2D6F-96DA-7270C9208A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85" name="Google Shape;5988;p47">
                        <a:extLst>
                          <a:ext uri="{FF2B5EF4-FFF2-40B4-BE49-F238E27FC236}">
                            <a16:creationId xmlns:a16="http://schemas.microsoft.com/office/drawing/2014/main" id="{421B20D9-47E7-A738-4637-CA6D62DA97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6" name="Google Shape;5989;p47">
                        <a:extLst>
                          <a:ext uri="{FF2B5EF4-FFF2-40B4-BE49-F238E27FC236}">
                            <a16:creationId xmlns:a16="http://schemas.microsoft.com/office/drawing/2014/main" id="{341839D1-F9FC-4858-88EC-1BC1B94F73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7" name="Google Shape;5990;p47">
                        <a:extLst>
                          <a:ext uri="{FF2B5EF4-FFF2-40B4-BE49-F238E27FC236}">
                            <a16:creationId xmlns:a16="http://schemas.microsoft.com/office/drawing/2014/main" id="{150A5761-4F33-415C-EB92-E50A7779D5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8" name="Google Shape;5991;p47">
                        <a:extLst>
                          <a:ext uri="{FF2B5EF4-FFF2-40B4-BE49-F238E27FC236}">
                            <a16:creationId xmlns:a16="http://schemas.microsoft.com/office/drawing/2014/main" id="{15B02DF5-6F5E-A175-9A44-77DDB4E52A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9" name="Google Shape;5992;p47">
                        <a:extLst>
                          <a:ext uri="{FF2B5EF4-FFF2-40B4-BE49-F238E27FC236}">
                            <a16:creationId xmlns:a16="http://schemas.microsoft.com/office/drawing/2014/main" id="{E3A6D167-9832-CEAD-E1EB-26C97E44F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0" name="Google Shape;5993;p47">
                        <a:extLst>
                          <a:ext uri="{FF2B5EF4-FFF2-40B4-BE49-F238E27FC236}">
                            <a16:creationId xmlns:a16="http://schemas.microsoft.com/office/drawing/2014/main" id="{D17B42DE-F985-7F9C-6F8C-57CF9D16A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1" name="Google Shape;5994;p47">
                        <a:extLst>
                          <a:ext uri="{FF2B5EF4-FFF2-40B4-BE49-F238E27FC236}">
                            <a16:creationId xmlns:a16="http://schemas.microsoft.com/office/drawing/2014/main" id="{F0FB1C17-A0AB-3322-A25D-6040B53FD7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2" name="Google Shape;5995;p47">
                        <a:extLst>
                          <a:ext uri="{FF2B5EF4-FFF2-40B4-BE49-F238E27FC236}">
                            <a16:creationId xmlns:a16="http://schemas.microsoft.com/office/drawing/2014/main" id="{77469DC2-F91E-9B44-3754-040B6CAB5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3" name="Google Shape;5996;p47">
                        <a:extLst>
                          <a:ext uri="{FF2B5EF4-FFF2-40B4-BE49-F238E27FC236}">
                            <a16:creationId xmlns:a16="http://schemas.microsoft.com/office/drawing/2014/main" id="{1C30B6AE-ABF1-6835-EBE6-68FE91A4B0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5" name="Google Shape;5997;p47">
                      <a:extLst>
                        <a:ext uri="{FF2B5EF4-FFF2-40B4-BE49-F238E27FC236}">
                          <a16:creationId xmlns:a16="http://schemas.microsoft.com/office/drawing/2014/main" id="{72CCF47C-DD6A-6887-89C1-A017F02F1B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76" name="Google Shape;5998;p47">
                        <a:extLst>
                          <a:ext uri="{FF2B5EF4-FFF2-40B4-BE49-F238E27FC236}">
                            <a16:creationId xmlns:a16="http://schemas.microsoft.com/office/drawing/2014/main" id="{E8D4ECA8-25DD-DC63-67B6-2167DEF02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7" name="Google Shape;5999;p47">
                        <a:extLst>
                          <a:ext uri="{FF2B5EF4-FFF2-40B4-BE49-F238E27FC236}">
                            <a16:creationId xmlns:a16="http://schemas.microsoft.com/office/drawing/2014/main" id="{FE19C13E-ED4D-AB4C-7DF0-17247397B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8" name="Google Shape;6000;p47">
                        <a:extLst>
                          <a:ext uri="{FF2B5EF4-FFF2-40B4-BE49-F238E27FC236}">
                            <a16:creationId xmlns:a16="http://schemas.microsoft.com/office/drawing/2014/main" id="{DC7A4F38-06FE-ECCB-1042-3A56A0FA6A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9" name="Google Shape;6001;p47">
                        <a:extLst>
                          <a:ext uri="{FF2B5EF4-FFF2-40B4-BE49-F238E27FC236}">
                            <a16:creationId xmlns:a16="http://schemas.microsoft.com/office/drawing/2014/main" id="{83A68F36-4161-C28B-C5EF-527529D63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0" name="Google Shape;6002;p47">
                        <a:extLst>
                          <a:ext uri="{FF2B5EF4-FFF2-40B4-BE49-F238E27FC236}">
                            <a16:creationId xmlns:a16="http://schemas.microsoft.com/office/drawing/2014/main" id="{34A4379E-EA61-FE1F-3476-614560E68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1" name="Google Shape;6003;p47">
                        <a:extLst>
                          <a:ext uri="{FF2B5EF4-FFF2-40B4-BE49-F238E27FC236}">
                            <a16:creationId xmlns:a16="http://schemas.microsoft.com/office/drawing/2014/main" id="{4527EA18-EBCE-AB1A-AAE9-9F2562C53A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2" name="Google Shape;6004;p47">
                        <a:extLst>
                          <a:ext uri="{FF2B5EF4-FFF2-40B4-BE49-F238E27FC236}">
                            <a16:creationId xmlns:a16="http://schemas.microsoft.com/office/drawing/2014/main" id="{1C2517E1-BF96-AD97-26A7-49F1C0C1F0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3" name="Google Shape;6005;p47">
                        <a:extLst>
                          <a:ext uri="{FF2B5EF4-FFF2-40B4-BE49-F238E27FC236}">
                            <a16:creationId xmlns:a16="http://schemas.microsoft.com/office/drawing/2014/main" id="{EAD16EAE-64FD-828A-C379-B4D2024156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4" name="Google Shape;6006;p47">
                        <a:extLst>
                          <a:ext uri="{FF2B5EF4-FFF2-40B4-BE49-F238E27FC236}">
                            <a16:creationId xmlns:a16="http://schemas.microsoft.com/office/drawing/2014/main" id="{E3A4AF6D-ADA3-E954-C342-02EAD54EB3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6" name="Google Shape;6007;p47">
                      <a:extLst>
                        <a:ext uri="{FF2B5EF4-FFF2-40B4-BE49-F238E27FC236}">
                          <a16:creationId xmlns:a16="http://schemas.microsoft.com/office/drawing/2014/main" id="{4425B7FE-57FA-DD02-1277-173AA9C46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67" name="Google Shape;6008;p47">
                        <a:extLst>
                          <a:ext uri="{FF2B5EF4-FFF2-40B4-BE49-F238E27FC236}">
                            <a16:creationId xmlns:a16="http://schemas.microsoft.com/office/drawing/2014/main" id="{62FF712E-6EA0-090F-B9A2-833C98FA56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8" name="Google Shape;6009;p47">
                        <a:extLst>
                          <a:ext uri="{FF2B5EF4-FFF2-40B4-BE49-F238E27FC236}">
                            <a16:creationId xmlns:a16="http://schemas.microsoft.com/office/drawing/2014/main" id="{D82C1DC9-CADD-E454-064D-629D855D2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9" name="Google Shape;6010;p47">
                        <a:extLst>
                          <a:ext uri="{FF2B5EF4-FFF2-40B4-BE49-F238E27FC236}">
                            <a16:creationId xmlns:a16="http://schemas.microsoft.com/office/drawing/2014/main" id="{23FF82B4-7586-643A-2E5E-B7C9387772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0" name="Google Shape;6011;p47">
                        <a:extLst>
                          <a:ext uri="{FF2B5EF4-FFF2-40B4-BE49-F238E27FC236}">
                            <a16:creationId xmlns:a16="http://schemas.microsoft.com/office/drawing/2014/main" id="{05EAACE1-63ED-78FB-F6B9-B6BE2AC15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1" name="Google Shape;6012;p47">
                        <a:extLst>
                          <a:ext uri="{FF2B5EF4-FFF2-40B4-BE49-F238E27FC236}">
                            <a16:creationId xmlns:a16="http://schemas.microsoft.com/office/drawing/2014/main" id="{67051FD4-82EF-38FD-CDA3-0C9F0044DB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2" name="Google Shape;6013;p47">
                        <a:extLst>
                          <a:ext uri="{FF2B5EF4-FFF2-40B4-BE49-F238E27FC236}">
                            <a16:creationId xmlns:a16="http://schemas.microsoft.com/office/drawing/2014/main" id="{6633CB20-0BDA-BBAB-6707-3ED78ED6E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3" name="Google Shape;6014;p47">
                        <a:extLst>
                          <a:ext uri="{FF2B5EF4-FFF2-40B4-BE49-F238E27FC236}">
                            <a16:creationId xmlns:a16="http://schemas.microsoft.com/office/drawing/2014/main" id="{9946DF54-35A0-241B-D512-84B2A984F5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4" name="Google Shape;6015;p47">
                        <a:extLst>
                          <a:ext uri="{FF2B5EF4-FFF2-40B4-BE49-F238E27FC236}">
                            <a16:creationId xmlns:a16="http://schemas.microsoft.com/office/drawing/2014/main" id="{BEB8EA13-71B2-D6DB-2100-8C17462A59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5" name="Google Shape;6016;p47">
                        <a:extLst>
                          <a:ext uri="{FF2B5EF4-FFF2-40B4-BE49-F238E27FC236}">
                            <a16:creationId xmlns:a16="http://schemas.microsoft.com/office/drawing/2014/main" id="{E75884CD-DA10-6ABF-B139-CB023B31D4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7" name="Google Shape;6017;p47">
                      <a:extLst>
                        <a:ext uri="{FF2B5EF4-FFF2-40B4-BE49-F238E27FC236}">
                          <a16:creationId xmlns:a16="http://schemas.microsoft.com/office/drawing/2014/main" id="{E0CDD2FB-073C-2759-BF2A-428BB0DE41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58" name="Google Shape;6018;p47">
                        <a:extLst>
                          <a:ext uri="{FF2B5EF4-FFF2-40B4-BE49-F238E27FC236}">
                            <a16:creationId xmlns:a16="http://schemas.microsoft.com/office/drawing/2014/main" id="{D39D94E2-1E67-046F-9D0E-86B7FCC4ED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9" name="Google Shape;6019;p47">
                        <a:extLst>
                          <a:ext uri="{FF2B5EF4-FFF2-40B4-BE49-F238E27FC236}">
                            <a16:creationId xmlns:a16="http://schemas.microsoft.com/office/drawing/2014/main" id="{4DCF5D86-FB90-868B-1A0B-802A2773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0" name="Google Shape;6020;p47">
                        <a:extLst>
                          <a:ext uri="{FF2B5EF4-FFF2-40B4-BE49-F238E27FC236}">
                            <a16:creationId xmlns:a16="http://schemas.microsoft.com/office/drawing/2014/main" id="{F1A7D0DE-EFC2-DA04-8420-785F5171E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1" name="Google Shape;6021;p47">
                        <a:extLst>
                          <a:ext uri="{FF2B5EF4-FFF2-40B4-BE49-F238E27FC236}">
                            <a16:creationId xmlns:a16="http://schemas.microsoft.com/office/drawing/2014/main" id="{9E10D965-BD2B-321D-2DED-5BD05CA9E4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2" name="Google Shape;6022;p47">
                        <a:extLst>
                          <a:ext uri="{FF2B5EF4-FFF2-40B4-BE49-F238E27FC236}">
                            <a16:creationId xmlns:a16="http://schemas.microsoft.com/office/drawing/2014/main" id="{D2EE68C4-863A-26D9-6DDF-0EC8DF1E45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3" name="Google Shape;6023;p47">
                        <a:extLst>
                          <a:ext uri="{FF2B5EF4-FFF2-40B4-BE49-F238E27FC236}">
                            <a16:creationId xmlns:a16="http://schemas.microsoft.com/office/drawing/2014/main" id="{104C6DDE-D38E-8C54-451D-5D60C266C8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4" name="Google Shape;6024;p47">
                        <a:extLst>
                          <a:ext uri="{FF2B5EF4-FFF2-40B4-BE49-F238E27FC236}">
                            <a16:creationId xmlns:a16="http://schemas.microsoft.com/office/drawing/2014/main" id="{0B752920-2146-9E68-6AD3-0D44B3E164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5" name="Google Shape;6025;p47">
                        <a:extLst>
                          <a:ext uri="{FF2B5EF4-FFF2-40B4-BE49-F238E27FC236}">
                            <a16:creationId xmlns:a16="http://schemas.microsoft.com/office/drawing/2014/main" id="{6107361E-F9AC-5A79-F3B5-702C0F5E7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6" name="Google Shape;6026;p47">
                        <a:extLst>
                          <a:ext uri="{FF2B5EF4-FFF2-40B4-BE49-F238E27FC236}">
                            <a16:creationId xmlns:a16="http://schemas.microsoft.com/office/drawing/2014/main" id="{631D02CD-1013-B374-4155-A41259EE87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8" name="Google Shape;6027;p47">
                      <a:extLst>
                        <a:ext uri="{FF2B5EF4-FFF2-40B4-BE49-F238E27FC236}">
                          <a16:creationId xmlns:a16="http://schemas.microsoft.com/office/drawing/2014/main" id="{75754D72-CE43-884C-C7C1-FA0D14F04E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49" name="Google Shape;6028;p47">
                        <a:extLst>
                          <a:ext uri="{FF2B5EF4-FFF2-40B4-BE49-F238E27FC236}">
                            <a16:creationId xmlns:a16="http://schemas.microsoft.com/office/drawing/2014/main" id="{9B1EEA2B-9BDB-ECE9-6AF4-C3A486CC1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0" name="Google Shape;6029;p47">
                        <a:extLst>
                          <a:ext uri="{FF2B5EF4-FFF2-40B4-BE49-F238E27FC236}">
                            <a16:creationId xmlns:a16="http://schemas.microsoft.com/office/drawing/2014/main" id="{54511B0A-F2E4-70F7-EB00-D911C461B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1" name="Google Shape;6030;p47">
                        <a:extLst>
                          <a:ext uri="{FF2B5EF4-FFF2-40B4-BE49-F238E27FC236}">
                            <a16:creationId xmlns:a16="http://schemas.microsoft.com/office/drawing/2014/main" id="{E02F9058-2A06-7A6A-9D56-A3A6FE425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2" name="Google Shape;6031;p47">
                        <a:extLst>
                          <a:ext uri="{FF2B5EF4-FFF2-40B4-BE49-F238E27FC236}">
                            <a16:creationId xmlns:a16="http://schemas.microsoft.com/office/drawing/2014/main" id="{6183CA13-3126-8A7A-707A-C20E01149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3" name="Google Shape;6032;p47">
                        <a:extLst>
                          <a:ext uri="{FF2B5EF4-FFF2-40B4-BE49-F238E27FC236}">
                            <a16:creationId xmlns:a16="http://schemas.microsoft.com/office/drawing/2014/main" id="{049270C9-2549-CF11-38AD-05529D72D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4" name="Google Shape;6033;p47">
                        <a:extLst>
                          <a:ext uri="{FF2B5EF4-FFF2-40B4-BE49-F238E27FC236}">
                            <a16:creationId xmlns:a16="http://schemas.microsoft.com/office/drawing/2014/main" id="{531A9B98-316F-83D1-7154-77036540E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5" name="Google Shape;6034;p47">
                        <a:extLst>
                          <a:ext uri="{FF2B5EF4-FFF2-40B4-BE49-F238E27FC236}">
                            <a16:creationId xmlns:a16="http://schemas.microsoft.com/office/drawing/2014/main" id="{1074D96E-6A89-C519-BAAC-BC0E5D88E0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6" name="Google Shape;6035;p47">
                        <a:extLst>
                          <a:ext uri="{FF2B5EF4-FFF2-40B4-BE49-F238E27FC236}">
                            <a16:creationId xmlns:a16="http://schemas.microsoft.com/office/drawing/2014/main" id="{F4F66606-38C0-6966-B1F3-FDD530DF38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7" name="Google Shape;6036;p47">
                        <a:extLst>
                          <a:ext uri="{FF2B5EF4-FFF2-40B4-BE49-F238E27FC236}">
                            <a16:creationId xmlns:a16="http://schemas.microsoft.com/office/drawing/2014/main" id="{B7ECBD4D-E997-0167-FD75-B9271A91A7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</p:grpSp>
          </p:grp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45076" y="323759"/>
            <a:ext cx="5679900" cy="572700"/>
          </a:xfrm>
        </p:spPr>
        <p:txBody>
          <a:bodyPr/>
          <a:lstStyle/>
          <a:p>
            <a:r>
              <a:rPr lang="en-US" dirty="0" smtClean="0"/>
              <a:t>5. SƠ ĐỒ LŨY THỪA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6" y="1151446"/>
            <a:ext cx="5547751" cy="321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41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A979DAF7-97F4-542D-476C-FCB27DCF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5198;p47">
            <a:extLst>
              <a:ext uri="{FF2B5EF4-FFF2-40B4-BE49-F238E27FC236}">
                <a16:creationId xmlns:a16="http://schemas.microsoft.com/office/drawing/2014/main" id="{00FF964D-AE46-BBCD-1D7F-86FEE6F44681}"/>
              </a:ext>
            </a:extLst>
          </p:cNvPr>
          <p:cNvGrpSpPr/>
          <p:nvPr/>
        </p:nvGrpSpPr>
        <p:grpSpPr>
          <a:xfrm>
            <a:off x="5586521" y="314875"/>
            <a:ext cx="3503100" cy="4383600"/>
            <a:chOff x="5309625" y="391075"/>
            <a:chExt cx="3503100" cy="4383600"/>
          </a:xfrm>
        </p:grpSpPr>
        <p:grpSp>
          <p:nvGrpSpPr>
            <p:cNvPr id="1294" name="Google Shape;5199;p47">
              <a:extLst>
                <a:ext uri="{FF2B5EF4-FFF2-40B4-BE49-F238E27FC236}">
                  <a16:creationId xmlns:a16="http://schemas.microsoft.com/office/drawing/2014/main" id="{0C99C69C-C050-20F9-5505-DC51354F1C8C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1846" name="Google Shape;5200;p47">
                <a:extLst>
                  <a:ext uri="{FF2B5EF4-FFF2-40B4-BE49-F238E27FC236}">
                    <a16:creationId xmlns:a16="http://schemas.microsoft.com/office/drawing/2014/main" id="{5DE0FA07-7D6C-9087-4760-B85BB0B29DC5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rgbClr val="CDCDCD"/>
              </a:solidFill>
              <a:ln w="9525" cap="flat" cmpd="sng">
                <a:solidFill>
                  <a:srgbClr val="282A2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847" name="Google Shape;5201;p47">
                <a:extLst>
                  <a:ext uri="{FF2B5EF4-FFF2-40B4-BE49-F238E27FC236}">
                    <a16:creationId xmlns:a16="http://schemas.microsoft.com/office/drawing/2014/main" id="{013BA1E2-494E-16E6-863E-06790503C6AF}"/>
                  </a:ext>
                </a:extLst>
              </p:cNvPr>
              <p:cNvGrpSpPr/>
              <p:nvPr/>
            </p:nvGrpSpPr>
            <p:grpSpPr>
              <a:xfrm rot="10800000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1848" name="Google Shape;5202;p47">
                  <a:extLst>
                    <a:ext uri="{FF2B5EF4-FFF2-40B4-BE49-F238E27FC236}">
                      <a16:creationId xmlns:a16="http://schemas.microsoft.com/office/drawing/2014/main" id="{04F53624-98DE-EA13-E0E3-18C35B2A056C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Google Shape;5203;p47">
                  <a:extLst>
                    <a:ext uri="{FF2B5EF4-FFF2-40B4-BE49-F238E27FC236}">
                      <a16:creationId xmlns:a16="http://schemas.microsoft.com/office/drawing/2014/main" id="{12E8E287-621A-DB4E-89B7-69D3E5C3276A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0" name="Google Shape;5204;p47">
                  <a:extLst>
                    <a:ext uri="{FF2B5EF4-FFF2-40B4-BE49-F238E27FC236}">
                      <a16:creationId xmlns:a16="http://schemas.microsoft.com/office/drawing/2014/main" id="{D6619695-9883-554A-90AC-173FCD721594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1" name="Google Shape;5205;p47">
                  <a:extLst>
                    <a:ext uri="{FF2B5EF4-FFF2-40B4-BE49-F238E27FC236}">
                      <a16:creationId xmlns:a16="http://schemas.microsoft.com/office/drawing/2014/main" id="{BF0F63DE-2D1F-49B7-3060-553C70CAACA6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2" name="Google Shape;5206;p47">
                  <a:extLst>
                    <a:ext uri="{FF2B5EF4-FFF2-40B4-BE49-F238E27FC236}">
                      <a16:creationId xmlns:a16="http://schemas.microsoft.com/office/drawing/2014/main" id="{668A1D28-CB3C-243D-C8C0-AB33325B3088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3" name="Google Shape;5207;p47">
                  <a:extLst>
                    <a:ext uri="{FF2B5EF4-FFF2-40B4-BE49-F238E27FC236}">
                      <a16:creationId xmlns:a16="http://schemas.microsoft.com/office/drawing/2014/main" id="{7ADC88B6-4DDE-1A95-5B5B-0BBE189B4A2A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4" name="Google Shape;5208;p47">
                  <a:extLst>
                    <a:ext uri="{FF2B5EF4-FFF2-40B4-BE49-F238E27FC236}">
                      <a16:creationId xmlns:a16="http://schemas.microsoft.com/office/drawing/2014/main" id="{55960C8D-F603-2997-1D7D-5D8B98E72AED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5" name="Google Shape;5209;p47">
                  <a:extLst>
                    <a:ext uri="{FF2B5EF4-FFF2-40B4-BE49-F238E27FC236}">
                      <a16:creationId xmlns:a16="http://schemas.microsoft.com/office/drawing/2014/main" id="{32E07F36-D10E-F75D-5F37-A167DBE74888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6" name="Google Shape;5210;p47">
                  <a:extLst>
                    <a:ext uri="{FF2B5EF4-FFF2-40B4-BE49-F238E27FC236}">
                      <a16:creationId xmlns:a16="http://schemas.microsoft.com/office/drawing/2014/main" id="{2438D04E-C4AD-F7FB-5667-DF550878982D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7" name="Google Shape;5211;p47">
                  <a:extLst>
                    <a:ext uri="{FF2B5EF4-FFF2-40B4-BE49-F238E27FC236}">
                      <a16:creationId xmlns:a16="http://schemas.microsoft.com/office/drawing/2014/main" id="{2A0C1965-51A4-C2A9-7E04-9AD1AF5F72D1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8" name="Google Shape;5212;p47">
                  <a:extLst>
                    <a:ext uri="{FF2B5EF4-FFF2-40B4-BE49-F238E27FC236}">
                      <a16:creationId xmlns:a16="http://schemas.microsoft.com/office/drawing/2014/main" id="{A40E1381-A333-FE96-6FEC-75A7ED9E63F2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9" name="Google Shape;5213;p47">
                  <a:extLst>
                    <a:ext uri="{FF2B5EF4-FFF2-40B4-BE49-F238E27FC236}">
                      <a16:creationId xmlns:a16="http://schemas.microsoft.com/office/drawing/2014/main" id="{E14970D0-D3F1-AF63-94AB-5ACE785984EF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0" name="Google Shape;5214;p47">
                  <a:extLst>
                    <a:ext uri="{FF2B5EF4-FFF2-40B4-BE49-F238E27FC236}">
                      <a16:creationId xmlns:a16="http://schemas.microsoft.com/office/drawing/2014/main" id="{74BEF8B4-B86E-7F7E-8811-F3AEE9253376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1" name="Google Shape;5215;p47">
                  <a:extLst>
                    <a:ext uri="{FF2B5EF4-FFF2-40B4-BE49-F238E27FC236}">
                      <a16:creationId xmlns:a16="http://schemas.microsoft.com/office/drawing/2014/main" id="{BF1CC9FF-6275-9F0F-6522-87016F76109B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2" name="Google Shape;5216;p47">
                  <a:extLst>
                    <a:ext uri="{FF2B5EF4-FFF2-40B4-BE49-F238E27FC236}">
                      <a16:creationId xmlns:a16="http://schemas.microsoft.com/office/drawing/2014/main" id="{38393874-1CE3-D96B-5858-82E3AD504729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3" name="Google Shape;5217;p47">
                  <a:extLst>
                    <a:ext uri="{FF2B5EF4-FFF2-40B4-BE49-F238E27FC236}">
                      <a16:creationId xmlns:a16="http://schemas.microsoft.com/office/drawing/2014/main" id="{3ACE9BBD-3B8C-F9A5-29D8-6DD87F216D89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4" name="Google Shape;5218;p47">
                  <a:extLst>
                    <a:ext uri="{FF2B5EF4-FFF2-40B4-BE49-F238E27FC236}">
                      <a16:creationId xmlns:a16="http://schemas.microsoft.com/office/drawing/2014/main" id="{A91E72FB-BD08-6259-27C7-9B77B976E54B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5" name="Google Shape;5219;p47">
                  <a:extLst>
                    <a:ext uri="{FF2B5EF4-FFF2-40B4-BE49-F238E27FC236}">
                      <a16:creationId xmlns:a16="http://schemas.microsoft.com/office/drawing/2014/main" id="{B3F588E7-74F7-4D7C-3CBA-5733E9BBA054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6" name="Google Shape;5220;p47">
                  <a:extLst>
                    <a:ext uri="{FF2B5EF4-FFF2-40B4-BE49-F238E27FC236}">
                      <a16:creationId xmlns:a16="http://schemas.microsoft.com/office/drawing/2014/main" id="{3A5B48EF-5D1C-079F-30A4-21E979EA8A5A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7" name="Google Shape;5221;p47">
                  <a:extLst>
                    <a:ext uri="{FF2B5EF4-FFF2-40B4-BE49-F238E27FC236}">
                      <a16:creationId xmlns:a16="http://schemas.microsoft.com/office/drawing/2014/main" id="{0E78F893-AD44-53A5-5656-D0F3D86CA2C3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8" name="Google Shape;5222;p47">
                  <a:extLst>
                    <a:ext uri="{FF2B5EF4-FFF2-40B4-BE49-F238E27FC236}">
                      <a16:creationId xmlns:a16="http://schemas.microsoft.com/office/drawing/2014/main" id="{BD59BE97-D9D2-A22B-8C11-DF6E9A177438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9" name="Google Shape;5223;p47">
                  <a:extLst>
                    <a:ext uri="{FF2B5EF4-FFF2-40B4-BE49-F238E27FC236}">
                      <a16:creationId xmlns:a16="http://schemas.microsoft.com/office/drawing/2014/main" id="{0E5C6745-3383-4C63-575B-0184A0FD9EE2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0" name="Google Shape;5224;p47">
                  <a:extLst>
                    <a:ext uri="{FF2B5EF4-FFF2-40B4-BE49-F238E27FC236}">
                      <a16:creationId xmlns:a16="http://schemas.microsoft.com/office/drawing/2014/main" id="{0A4C9917-FB3A-338D-111E-AA8D23974D63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1" name="Google Shape;5225;p47">
                  <a:extLst>
                    <a:ext uri="{FF2B5EF4-FFF2-40B4-BE49-F238E27FC236}">
                      <a16:creationId xmlns:a16="http://schemas.microsoft.com/office/drawing/2014/main" id="{05A5A676-27CB-9886-AB6B-EB4C176137A4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2" name="Google Shape;5226;p47">
                  <a:extLst>
                    <a:ext uri="{FF2B5EF4-FFF2-40B4-BE49-F238E27FC236}">
                      <a16:creationId xmlns:a16="http://schemas.microsoft.com/office/drawing/2014/main" id="{D54F8747-E3E7-75C6-E6D9-84CEEF8C4387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3" name="Google Shape;5227;p47">
                  <a:extLst>
                    <a:ext uri="{FF2B5EF4-FFF2-40B4-BE49-F238E27FC236}">
                      <a16:creationId xmlns:a16="http://schemas.microsoft.com/office/drawing/2014/main" id="{B11F4DA5-6F2F-A429-19F6-D8B67DE47E2C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4" name="Google Shape;5228;p47">
                  <a:extLst>
                    <a:ext uri="{FF2B5EF4-FFF2-40B4-BE49-F238E27FC236}">
                      <a16:creationId xmlns:a16="http://schemas.microsoft.com/office/drawing/2014/main" id="{89828EF5-4AA0-C81C-4593-7428E0BACF4F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5" name="Google Shape;5229;p47">
                  <a:extLst>
                    <a:ext uri="{FF2B5EF4-FFF2-40B4-BE49-F238E27FC236}">
                      <a16:creationId xmlns:a16="http://schemas.microsoft.com/office/drawing/2014/main" id="{F160A730-9627-1F4E-DC2A-DEF37071E2A0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6" name="Google Shape;5230;p47">
                  <a:extLst>
                    <a:ext uri="{FF2B5EF4-FFF2-40B4-BE49-F238E27FC236}">
                      <a16:creationId xmlns:a16="http://schemas.microsoft.com/office/drawing/2014/main" id="{068D7304-5375-821B-E854-BBB78AF045DC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7" name="Google Shape;5231;p47">
                  <a:extLst>
                    <a:ext uri="{FF2B5EF4-FFF2-40B4-BE49-F238E27FC236}">
                      <a16:creationId xmlns:a16="http://schemas.microsoft.com/office/drawing/2014/main" id="{6D23514A-9834-27D6-51EC-BE3B0F01D985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8" name="Google Shape;5232;p47">
                  <a:extLst>
                    <a:ext uri="{FF2B5EF4-FFF2-40B4-BE49-F238E27FC236}">
                      <a16:creationId xmlns:a16="http://schemas.microsoft.com/office/drawing/2014/main" id="{F80D023D-86DD-0865-A3D4-60F12227AD95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9" name="Google Shape;5233;p47">
                  <a:extLst>
                    <a:ext uri="{FF2B5EF4-FFF2-40B4-BE49-F238E27FC236}">
                      <a16:creationId xmlns:a16="http://schemas.microsoft.com/office/drawing/2014/main" id="{8FC69503-4F8A-045E-34E7-5411FA29B734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0" name="Google Shape;5234;p47">
                  <a:extLst>
                    <a:ext uri="{FF2B5EF4-FFF2-40B4-BE49-F238E27FC236}">
                      <a16:creationId xmlns:a16="http://schemas.microsoft.com/office/drawing/2014/main" id="{E473B83B-5678-D039-2D91-FFB5360BC256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1" name="Google Shape;5235;p47">
                  <a:extLst>
                    <a:ext uri="{FF2B5EF4-FFF2-40B4-BE49-F238E27FC236}">
                      <a16:creationId xmlns:a16="http://schemas.microsoft.com/office/drawing/2014/main" id="{5D69CB0E-3B5C-6F84-68C5-425B59B51AE0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2" name="Google Shape;5236;p47">
                  <a:extLst>
                    <a:ext uri="{FF2B5EF4-FFF2-40B4-BE49-F238E27FC236}">
                      <a16:creationId xmlns:a16="http://schemas.microsoft.com/office/drawing/2014/main" id="{F3D36795-035F-79FC-75AA-62F749DF88A4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3" name="Google Shape;5237;p47">
                  <a:extLst>
                    <a:ext uri="{FF2B5EF4-FFF2-40B4-BE49-F238E27FC236}">
                      <a16:creationId xmlns:a16="http://schemas.microsoft.com/office/drawing/2014/main" id="{3369EF87-B05B-EE31-C19C-F0A3756CC18A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4" name="Google Shape;5238;p47">
                  <a:extLst>
                    <a:ext uri="{FF2B5EF4-FFF2-40B4-BE49-F238E27FC236}">
                      <a16:creationId xmlns:a16="http://schemas.microsoft.com/office/drawing/2014/main" id="{556AD10A-3A62-9DF4-B656-3022F3DFD6E6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5" name="Google Shape;5239;p47">
                  <a:extLst>
                    <a:ext uri="{FF2B5EF4-FFF2-40B4-BE49-F238E27FC236}">
                      <a16:creationId xmlns:a16="http://schemas.microsoft.com/office/drawing/2014/main" id="{6F51F7A4-C852-4111-B8BB-90C2CFD6E91D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6" name="Google Shape;5240;p47">
                  <a:extLst>
                    <a:ext uri="{FF2B5EF4-FFF2-40B4-BE49-F238E27FC236}">
                      <a16:creationId xmlns:a16="http://schemas.microsoft.com/office/drawing/2014/main" id="{BB926417-A1B9-31BC-FEDE-D9E263F8334A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7" name="Google Shape;5241;p47">
                  <a:extLst>
                    <a:ext uri="{FF2B5EF4-FFF2-40B4-BE49-F238E27FC236}">
                      <a16:creationId xmlns:a16="http://schemas.microsoft.com/office/drawing/2014/main" id="{D3C6D0C4-04FC-0929-F174-412FE0BFF812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8" name="Google Shape;5242;p47">
                  <a:extLst>
                    <a:ext uri="{FF2B5EF4-FFF2-40B4-BE49-F238E27FC236}">
                      <a16:creationId xmlns:a16="http://schemas.microsoft.com/office/drawing/2014/main" id="{CFAB1949-2A8D-8194-B6CD-8967D1E0E0D7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9" name="Google Shape;5243;p47">
                  <a:extLst>
                    <a:ext uri="{FF2B5EF4-FFF2-40B4-BE49-F238E27FC236}">
                      <a16:creationId xmlns:a16="http://schemas.microsoft.com/office/drawing/2014/main" id="{DBCF8B76-8756-7BEE-3094-262BE28B8268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0" name="Google Shape;5244;p47">
                  <a:extLst>
                    <a:ext uri="{FF2B5EF4-FFF2-40B4-BE49-F238E27FC236}">
                      <a16:creationId xmlns:a16="http://schemas.microsoft.com/office/drawing/2014/main" id="{CB51F99D-716F-BCBA-BDAC-7B5423D31F98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1" name="Google Shape;5245;p47">
                  <a:extLst>
                    <a:ext uri="{FF2B5EF4-FFF2-40B4-BE49-F238E27FC236}">
                      <a16:creationId xmlns:a16="http://schemas.microsoft.com/office/drawing/2014/main" id="{08D8DEAC-2783-A89B-F3E6-E126A09F6208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2" name="Google Shape;5246;p47">
                  <a:extLst>
                    <a:ext uri="{FF2B5EF4-FFF2-40B4-BE49-F238E27FC236}">
                      <a16:creationId xmlns:a16="http://schemas.microsoft.com/office/drawing/2014/main" id="{5324FCC2-1772-6614-2EF9-5AA8EF2D562C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3" name="Google Shape;5247;p47">
                  <a:extLst>
                    <a:ext uri="{FF2B5EF4-FFF2-40B4-BE49-F238E27FC236}">
                      <a16:creationId xmlns:a16="http://schemas.microsoft.com/office/drawing/2014/main" id="{7E44B1A8-7AF7-831C-4260-97AF71ACAF07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4" name="Google Shape;5248;p47">
                  <a:extLst>
                    <a:ext uri="{FF2B5EF4-FFF2-40B4-BE49-F238E27FC236}">
                      <a16:creationId xmlns:a16="http://schemas.microsoft.com/office/drawing/2014/main" id="{4DC2E4CA-2ED4-1B9E-00DE-C46CD5FE691C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5" name="Google Shape;5249;p47">
                  <a:extLst>
                    <a:ext uri="{FF2B5EF4-FFF2-40B4-BE49-F238E27FC236}">
                      <a16:creationId xmlns:a16="http://schemas.microsoft.com/office/drawing/2014/main" id="{73A1CE07-11CA-5B0C-BE33-86DD8D2E4915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6" name="Google Shape;5250;p47">
                  <a:extLst>
                    <a:ext uri="{FF2B5EF4-FFF2-40B4-BE49-F238E27FC236}">
                      <a16:creationId xmlns:a16="http://schemas.microsoft.com/office/drawing/2014/main" id="{A8095B4B-BC6B-B0CC-0B92-221905543242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7" name="Google Shape;5251;p47">
                  <a:extLst>
                    <a:ext uri="{FF2B5EF4-FFF2-40B4-BE49-F238E27FC236}">
                      <a16:creationId xmlns:a16="http://schemas.microsoft.com/office/drawing/2014/main" id="{09F3C2FE-9CC8-700B-7E2D-1EB043634774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8" name="Google Shape;5252;p47">
                  <a:extLst>
                    <a:ext uri="{FF2B5EF4-FFF2-40B4-BE49-F238E27FC236}">
                      <a16:creationId xmlns:a16="http://schemas.microsoft.com/office/drawing/2014/main" id="{85D9210A-58FA-2577-ED84-3A7AC3C8612E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9" name="Google Shape;5253;p47">
                  <a:extLst>
                    <a:ext uri="{FF2B5EF4-FFF2-40B4-BE49-F238E27FC236}">
                      <a16:creationId xmlns:a16="http://schemas.microsoft.com/office/drawing/2014/main" id="{1BC51E82-0343-CA91-25EA-1A3518E83CD3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0" name="Google Shape;5254;p47">
                  <a:extLst>
                    <a:ext uri="{FF2B5EF4-FFF2-40B4-BE49-F238E27FC236}">
                      <a16:creationId xmlns:a16="http://schemas.microsoft.com/office/drawing/2014/main" id="{2844B969-FF7E-86F1-0C7B-EB70C714D82F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1" name="Google Shape;5255;p47">
                  <a:extLst>
                    <a:ext uri="{FF2B5EF4-FFF2-40B4-BE49-F238E27FC236}">
                      <a16:creationId xmlns:a16="http://schemas.microsoft.com/office/drawing/2014/main" id="{4B4870E7-AADD-99ED-8525-BDEAFE8574E3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2" name="Google Shape;5256;p47">
                  <a:extLst>
                    <a:ext uri="{FF2B5EF4-FFF2-40B4-BE49-F238E27FC236}">
                      <a16:creationId xmlns:a16="http://schemas.microsoft.com/office/drawing/2014/main" id="{4CADC430-E929-ED3E-8963-124094428914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3" name="Google Shape;5257;p47">
                  <a:extLst>
                    <a:ext uri="{FF2B5EF4-FFF2-40B4-BE49-F238E27FC236}">
                      <a16:creationId xmlns:a16="http://schemas.microsoft.com/office/drawing/2014/main" id="{8EEB5CD8-BD58-F3D7-BF1B-E7600249466D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4" name="Google Shape;5258;p47">
                  <a:extLst>
                    <a:ext uri="{FF2B5EF4-FFF2-40B4-BE49-F238E27FC236}">
                      <a16:creationId xmlns:a16="http://schemas.microsoft.com/office/drawing/2014/main" id="{1EA715AB-343F-3135-9935-0867112EDD37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5" name="Google Shape;5259;p47">
                  <a:extLst>
                    <a:ext uri="{FF2B5EF4-FFF2-40B4-BE49-F238E27FC236}">
                      <a16:creationId xmlns:a16="http://schemas.microsoft.com/office/drawing/2014/main" id="{6CA64D21-B708-D91C-9CF6-AF96AE1E5E3D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6" name="Google Shape;5260;p47">
                  <a:extLst>
                    <a:ext uri="{FF2B5EF4-FFF2-40B4-BE49-F238E27FC236}">
                      <a16:creationId xmlns:a16="http://schemas.microsoft.com/office/drawing/2014/main" id="{94E51DFF-018A-6F1C-C6D3-A4557DD73A7C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7" name="Google Shape;5261;p47">
                  <a:extLst>
                    <a:ext uri="{FF2B5EF4-FFF2-40B4-BE49-F238E27FC236}">
                      <a16:creationId xmlns:a16="http://schemas.microsoft.com/office/drawing/2014/main" id="{FC33BF30-7DE6-6C84-717C-758C8867EA44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8" name="Google Shape;5262;p47">
                  <a:extLst>
                    <a:ext uri="{FF2B5EF4-FFF2-40B4-BE49-F238E27FC236}">
                      <a16:creationId xmlns:a16="http://schemas.microsoft.com/office/drawing/2014/main" id="{8C27A1F5-E21A-3E4D-DD3B-D0131CF6A07B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9" name="Google Shape;5263;p47">
                  <a:extLst>
                    <a:ext uri="{FF2B5EF4-FFF2-40B4-BE49-F238E27FC236}">
                      <a16:creationId xmlns:a16="http://schemas.microsoft.com/office/drawing/2014/main" id="{2FDB4A8D-07DF-40FF-3823-4A639A4A50D5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0" name="Google Shape;5264;p47">
                  <a:extLst>
                    <a:ext uri="{FF2B5EF4-FFF2-40B4-BE49-F238E27FC236}">
                      <a16:creationId xmlns:a16="http://schemas.microsoft.com/office/drawing/2014/main" id="{5395B157-C10F-2121-C4EB-15AEAA69AB00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1" name="Google Shape;5265;p47">
                  <a:extLst>
                    <a:ext uri="{FF2B5EF4-FFF2-40B4-BE49-F238E27FC236}">
                      <a16:creationId xmlns:a16="http://schemas.microsoft.com/office/drawing/2014/main" id="{053F880A-F529-2FFB-8D9B-B7BB6DE6CB30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2" name="Google Shape;5266;p47">
                  <a:extLst>
                    <a:ext uri="{FF2B5EF4-FFF2-40B4-BE49-F238E27FC236}">
                      <a16:creationId xmlns:a16="http://schemas.microsoft.com/office/drawing/2014/main" id="{466B9476-E44D-A691-B3C5-BAC982B5860D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3" name="Google Shape;5267;p47">
                  <a:extLst>
                    <a:ext uri="{FF2B5EF4-FFF2-40B4-BE49-F238E27FC236}">
                      <a16:creationId xmlns:a16="http://schemas.microsoft.com/office/drawing/2014/main" id="{B96F4D93-7B29-7B7D-EBC7-39D6D23333DD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4" name="Google Shape;5268;p47">
                  <a:extLst>
                    <a:ext uri="{FF2B5EF4-FFF2-40B4-BE49-F238E27FC236}">
                      <a16:creationId xmlns:a16="http://schemas.microsoft.com/office/drawing/2014/main" id="{DEC18618-BBB6-883E-7490-5B409B129A5B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5" name="Google Shape;5269;p47">
                  <a:extLst>
                    <a:ext uri="{FF2B5EF4-FFF2-40B4-BE49-F238E27FC236}">
                      <a16:creationId xmlns:a16="http://schemas.microsoft.com/office/drawing/2014/main" id="{2507763B-0768-EAD2-93B5-0AEEF569FEC0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6" name="Google Shape;5270;p47">
                  <a:extLst>
                    <a:ext uri="{FF2B5EF4-FFF2-40B4-BE49-F238E27FC236}">
                      <a16:creationId xmlns:a16="http://schemas.microsoft.com/office/drawing/2014/main" id="{71F216B0-A1C7-A04D-84C4-926FE24B7398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7" name="Google Shape;5271;p47">
                  <a:extLst>
                    <a:ext uri="{FF2B5EF4-FFF2-40B4-BE49-F238E27FC236}">
                      <a16:creationId xmlns:a16="http://schemas.microsoft.com/office/drawing/2014/main" id="{91427C44-6ABB-BA84-7ADA-BB00C4B39097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8" name="Google Shape;5272;p47">
                  <a:extLst>
                    <a:ext uri="{FF2B5EF4-FFF2-40B4-BE49-F238E27FC236}">
                      <a16:creationId xmlns:a16="http://schemas.microsoft.com/office/drawing/2014/main" id="{35B236F8-1A72-41B0-65B1-BBBBDC3107A9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9" name="Google Shape;5273;p47">
                  <a:extLst>
                    <a:ext uri="{FF2B5EF4-FFF2-40B4-BE49-F238E27FC236}">
                      <a16:creationId xmlns:a16="http://schemas.microsoft.com/office/drawing/2014/main" id="{AB669C0D-7325-FF16-90A1-4FAC4750D6BB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0" name="Google Shape;5274;p47">
                  <a:extLst>
                    <a:ext uri="{FF2B5EF4-FFF2-40B4-BE49-F238E27FC236}">
                      <a16:creationId xmlns:a16="http://schemas.microsoft.com/office/drawing/2014/main" id="{B6EB1C6A-A383-3D1D-3E31-94FFF60205AC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1" name="Google Shape;5275;p47">
                  <a:extLst>
                    <a:ext uri="{FF2B5EF4-FFF2-40B4-BE49-F238E27FC236}">
                      <a16:creationId xmlns:a16="http://schemas.microsoft.com/office/drawing/2014/main" id="{533C78A7-CC04-A863-6109-93039BD7D125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2" name="Google Shape;5276;p47">
                  <a:extLst>
                    <a:ext uri="{FF2B5EF4-FFF2-40B4-BE49-F238E27FC236}">
                      <a16:creationId xmlns:a16="http://schemas.microsoft.com/office/drawing/2014/main" id="{ADEF76FC-C738-F272-21B4-039C8D2D2595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3" name="Google Shape;5277;p47">
                  <a:extLst>
                    <a:ext uri="{FF2B5EF4-FFF2-40B4-BE49-F238E27FC236}">
                      <a16:creationId xmlns:a16="http://schemas.microsoft.com/office/drawing/2014/main" id="{4915D0F2-7786-D3DB-6A3F-4EB29FD0567E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4" name="Google Shape;5278;p47">
                  <a:extLst>
                    <a:ext uri="{FF2B5EF4-FFF2-40B4-BE49-F238E27FC236}">
                      <a16:creationId xmlns:a16="http://schemas.microsoft.com/office/drawing/2014/main" id="{5EEA664A-BE60-680A-FFC3-4F53969E39DB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5" name="Google Shape;5279;p47">
                  <a:extLst>
                    <a:ext uri="{FF2B5EF4-FFF2-40B4-BE49-F238E27FC236}">
                      <a16:creationId xmlns:a16="http://schemas.microsoft.com/office/drawing/2014/main" id="{4E22F564-B5D6-2F2D-67DA-93979C6180B6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6" name="Google Shape;5280;p47">
                  <a:extLst>
                    <a:ext uri="{FF2B5EF4-FFF2-40B4-BE49-F238E27FC236}">
                      <a16:creationId xmlns:a16="http://schemas.microsoft.com/office/drawing/2014/main" id="{107AAAB4-5040-FA6D-9A47-7277C7297E48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7" name="Google Shape;5281;p47">
                  <a:extLst>
                    <a:ext uri="{FF2B5EF4-FFF2-40B4-BE49-F238E27FC236}">
                      <a16:creationId xmlns:a16="http://schemas.microsoft.com/office/drawing/2014/main" id="{2CB12EFD-2FC9-0BB6-AB71-67CBBDC893EE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8" name="Google Shape;5282;p47">
                  <a:extLst>
                    <a:ext uri="{FF2B5EF4-FFF2-40B4-BE49-F238E27FC236}">
                      <a16:creationId xmlns:a16="http://schemas.microsoft.com/office/drawing/2014/main" id="{2134F20A-1291-465D-C1CA-23B08F5F3102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9" name="Google Shape;5283;p47">
                  <a:extLst>
                    <a:ext uri="{FF2B5EF4-FFF2-40B4-BE49-F238E27FC236}">
                      <a16:creationId xmlns:a16="http://schemas.microsoft.com/office/drawing/2014/main" id="{B867BA4E-B23A-534D-F3FB-F3E45EFF28C8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0" name="Google Shape;5284;p47">
                  <a:extLst>
                    <a:ext uri="{FF2B5EF4-FFF2-40B4-BE49-F238E27FC236}">
                      <a16:creationId xmlns:a16="http://schemas.microsoft.com/office/drawing/2014/main" id="{725A310E-3AFD-1D32-894B-E1B5ED6A01DE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1" name="Google Shape;5285;p47">
                  <a:extLst>
                    <a:ext uri="{FF2B5EF4-FFF2-40B4-BE49-F238E27FC236}">
                      <a16:creationId xmlns:a16="http://schemas.microsoft.com/office/drawing/2014/main" id="{551A5713-755F-579A-498C-B5CE578BE473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2" name="Google Shape;5286;p47">
                  <a:extLst>
                    <a:ext uri="{FF2B5EF4-FFF2-40B4-BE49-F238E27FC236}">
                      <a16:creationId xmlns:a16="http://schemas.microsoft.com/office/drawing/2014/main" id="{22B028A2-9061-88BE-1E3D-79846A14C798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3" name="Google Shape;5287;p47">
                  <a:extLst>
                    <a:ext uri="{FF2B5EF4-FFF2-40B4-BE49-F238E27FC236}">
                      <a16:creationId xmlns:a16="http://schemas.microsoft.com/office/drawing/2014/main" id="{2A34AEA2-6722-1B98-880C-BB29B18A918B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4" name="Google Shape;5288;p47">
                  <a:extLst>
                    <a:ext uri="{FF2B5EF4-FFF2-40B4-BE49-F238E27FC236}">
                      <a16:creationId xmlns:a16="http://schemas.microsoft.com/office/drawing/2014/main" id="{5EED71E5-4246-77CE-4FAB-77A234DED15E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5" name="Google Shape;5289;p47">
                  <a:extLst>
                    <a:ext uri="{FF2B5EF4-FFF2-40B4-BE49-F238E27FC236}">
                      <a16:creationId xmlns:a16="http://schemas.microsoft.com/office/drawing/2014/main" id="{FBEAA167-C4F4-7ECF-A42A-D9D5EBD3C271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6" name="Google Shape;5290;p47">
                  <a:extLst>
                    <a:ext uri="{FF2B5EF4-FFF2-40B4-BE49-F238E27FC236}">
                      <a16:creationId xmlns:a16="http://schemas.microsoft.com/office/drawing/2014/main" id="{6A01C306-E3B4-7086-4A89-85997C82B099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7" name="Google Shape;5291;p47">
                  <a:extLst>
                    <a:ext uri="{FF2B5EF4-FFF2-40B4-BE49-F238E27FC236}">
                      <a16:creationId xmlns:a16="http://schemas.microsoft.com/office/drawing/2014/main" id="{C92CCF1E-845E-0D14-9A80-2BDBF89EB11D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8" name="Google Shape;5292;p47">
                  <a:extLst>
                    <a:ext uri="{FF2B5EF4-FFF2-40B4-BE49-F238E27FC236}">
                      <a16:creationId xmlns:a16="http://schemas.microsoft.com/office/drawing/2014/main" id="{9348064E-8CE8-4E13-8BCC-CBC8E759F9C9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9" name="Google Shape;5293;p47">
                  <a:extLst>
                    <a:ext uri="{FF2B5EF4-FFF2-40B4-BE49-F238E27FC236}">
                      <a16:creationId xmlns:a16="http://schemas.microsoft.com/office/drawing/2014/main" id="{C8C29EA2-7447-17CB-6664-AC9FDB95F519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0" name="Google Shape;5294;p47">
                  <a:extLst>
                    <a:ext uri="{FF2B5EF4-FFF2-40B4-BE49-F238E27FC236}">
                      <a16:creationId xmlns:a16="http://schemas.microsoft.com/office/drawing/2014/main" id="{1931E8C9-1E0E-834B-EEE6-F14CBE3923E1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1" name="Google Shape;5295;p47">
                  <a:extLst>
                    <a:ext uri="{FF2B5EF4-FFF2-40B4-BE49-F238E27FC236}">
                      <a16:creationId xmlns:a16="http://schemas.microsoft.com/office/drawing/2014/main" id="{A4EECAB3-A1B7-62AC-1D19-E798A7AFE235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2" name="Google Shape;5296;p47">
                  <a:extLst>
                    <a:ext uri="{FF2B5EF4-FFF2-40B4-BE49-F238E27FC236}">
                      <a16:creationId xmlns:a16="http://schemas.microsoft.com/office/drawing/2014/main" id="{CBCA5260-7A39-62B8-D538-46AD79A57577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3" name="Google Shape;5297;p47">
                  <a:extLst>
                    <a:ext uri="{FF2B5EF4-FFF2-40B4-BE49-F238E27FC236}">
                      <a16:creationId xmlns:a16="http://schemas.microsoft.com/office/drawing/2014/main" id="{ABCB9745-A942-3B40-1746-5C7E2D46B64F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4" name="Google Shape;5298;p47">
                  <a:extLst>
                    <a:ext uri="{FF2B5EF4-FFF2-40B4-BE49-F238E27FC236}">
                      <a16:creationId xmlns:a16="http://schemas.microsoft.com/office/drawing/2014/main" id="{1AFD8A5A-1674-8453-38FD-67DFC0D33946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5" name="Google Shape;5299;p47">
                  <a:extLst>
                    <a:ext uri="{FF2B5EF4-FFF2-40B4-BE49-F238E27FC236}">
                      <a16:creationId xmlns:a16="http://schemas.microsoft.com/office/drawing/2014/main" id="{0B97A0E4-7565-2961-094E-B84435258EEF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6" name="Google Shape;5300;p47">
                  <a:extLst>
                    <a:ext uri="{FF2B5EF4-FFF2-40B4-BE49-F238E27FC236}">
                      <a16:creationId xmlns:a16="http://schemas.microsoft.com/office/drawing/2014/main" id="{FF73C5D6-3CB0-087F-54B0-59241818523C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7" name="Google Shape;5301;p47">
                  <a:extLst>
                    <a:ext uri="{FF2B5EF4-FFF2-40B4-BE49-F238E27FC236}">
                      <a16:creationId xmlns:a16="http://schemas.microsoft.com/office/drawing/2014/main" id="{AC524832-89C7-CF95-AC12-78B833A59643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8" name="Google Shape;5302;p47">
                  <a:extLst>
                    <a:ext uri="{FF2B5EF4-FFF2-40B4-BE49-F238E27FC236}">
                      <a16:creationId xmlns:a16="http://schemas.microsoft.com/office/drawing/2014/main" id="{764F8D30-BCFB-DFBB-B8AF-2EDFA086229D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9" name="Google Shape;5303;p47">
                  <a:extLst>
                    <a:ext uri="{FF2B5EF4-FFF2-40B4-BE49-F238E27FC236}">
                      <a16:creationId xmlns:a16="http://schemas.microsoft.com/office/drawing/2014/main" id="{FDCB9867-009A-0505-3A61-E26502C16256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0" name="Google Shape;5304;p47">
                  <a:extLst>
                    <a:ext uri="{FF2B5EF4-FFF2-40B4-BE49-F238E27FC236}">
                      <a16:creationId xmlns:a16="http://schemas.microsoft.com/office/drawing/2014/main" id="{A859F8DB-5D6C-0B5F-C3C8-8CC8BAD9D9F6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1" name="Google Shape;5305;p47">
                  <a:extLst>
                    <a:ext uri="{FF2B5EF4-FFF2-40B4-BE49-F238E27FC236}">
                      <a16:creationId xmlns:a16="http://schemas.microsoft.com/office/drawing/2014/main" id="{4E35CBF3-889A-E3A7-452F-3A4F5B721FAE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2" name="Google Shape;5306;p47">
                  <a:extLst>
                    <a:ext uri="{FF2B5EF4-FFF2-40B4-BE49-F238E27FC236}">
                      <a16:creationId xmlns:a16="http://schemas.microsoft.com/office/drawing/2014/main" id="{E6CC7149-193F-4740-B81E-609FE52C942F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3" name="Google Shape;5307;p47">
                  <a:extLst>
                    <a:ext uri="{FF2B5EF4-FFF2-40B4-BE49-F238E27FC236}">
                      <a16:creationId xmlns:a16="http://schemas.microsoft.com/office/drawing/2014/main" id="{1DBA7D1C-FF87-805C-87EF-2CF62014394E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4" name="Google Shape;5308;p47">
                  <a:extLst>
                    <a:ext uri="{FF2B5EF4-FFF2-40B4-BE49-F238E27FC236}">
                      <a16:creationId xmlns:a16="http://schemas.microsoft.com/office/drawing/2014/main" id="{2C800CDC-9450-2133-629A-AB0B7897F00E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5" name="Google Shape;5309;p47">
                  <a:extLst>
                    <a:ext uri="{FF2B5EF4-FFF2-40B4-BE49-F238E27FC236}">
                      <a16:creationId xmlns:a16="http://schemas.microsoft.com/office/drawing/2014/main" id="{810F5172-739A-FDD4-48C5-A5A3EE25F4E7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6" name="Google Shape;5310;p47">
                  <a:extLst>
                    <a:ext uri="{FF2B5EF4-FFF2-40B4-BE49-F238E27FC236}">
                      <a16:creationId xmlns:a16="http://schemas.microsoft.com/office/drawing/2014/main" id="{F152E99A-AA12-2AF8-35CB-C635A13E2043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7" name="Google Shape;5311;p47">
                  <a:extLst>
                    <a:ext uri="{FF2B5EF4-FFF2-40B4-BE49-F238E27FC236}">
                      <a16:creationId xmlns:a16="http://schemas.microsoft.com/office/drawing/2014/main" id="{87DAF090-54EF-AD45-B411-86C845E5750E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8" name="Google Shape;5312;p47">
                  <a:extLst>
                    <a:ext uri="{FF2B5EF4-FFF2-40B4-BE49-F238E27FC236}">
                      <a16:creationId xmlns:a16="http://schemas.microsoft.com/office/drawing/2014/main" id="{7831F2F2-664C-C5B8-1FE0-527D27E32661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9" name="Google Shape;5313;p47">
                  <a:extLst>
                    <a:ext uri="{FF2B5EF4-FFF2-40B4-BE49-F238E27FC236}">
                      <a16:creationId xmlns:a16="http://schemas.microsoft.com/office/drawing/2014/main" id="{A20BCFC6-9AD4-520A-89F6-4C70AADEC7C0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0" name="Google Shape;5314;p47">
                  <a:extLst>
                    <a:ext uri="{FF2B5EF4-FFF2-40B4-BE49-F238E27FC236}">
                      <a16:creationId xmlns:a16="http://schemas.microsoft.com/office/drawing/2014/main" id="{20BE5317-972E-B333-8AB5-AD7934BDEB62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1" name="Google Shape;5315;p47">
                  <a:extLst>
                    <a:ext uri="{FF2B5EF4-FFF2-40B4-BE49-F238E27FC236}">
                      <a16:creationId xmlns:a16="http://schemas.microsoft.com/office/drawing/2014/main" id="{35053B5A-A82A-EB98-4E8D-1E662538AB47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2" name="Google Shape;5316;p47">
                  <a:extLst>
                    <a:ext uri="{FF2B5EF4-FFF2-40B4-BE49-F238E27FC236}">
                      <a16:creationId xmlns:a16="http://schemas.microsoft.com/office/drawing/2014/main" id="{32135716-4D65-9E58-63F7-EF722B592862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3" name="Google Shape;5317;p47">
                  <a:extLst>
                    <a:ext uri="{FF2B5EF4-FFF2-40B4-BE49-F238E27FC236}">
                      <a16:creationId xmlns:a16="http://schemas.microsoft.com/office/drawing/2014/main" id="{8F8AEE2E-EBA9-43F1-9FF6-000EF4BAECC5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4" name="Google Shape;5318;p47">
                  <a:extLst>
                    <a:ext uri="{FF2B5EF4-FFF2-40B4-BE49-F238E27FC236}">
                      <a16:creationId xmlns:a16="http://schemas.microsoft.com/office/drawing/2014/main" id="{AC55F8C6-CA88-D126-23AE-91F6CDB51FA8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5" name="Google Shape;5319;p47">
                  <a:extLst>
                    <a:ext uri="{FF2B5EF4-FFF2-40B4-BE49-F238E27FC236}">
                      <a16:creationId xmlns:a16="http://schemas.microsoft.com/office/drawing/2014/main" id="{96E2EF3E-6DC9-B382-0B61-5EFC0286E416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6" name="Google Shape;5320;p47">
                  <a:extLst>
                    <a:ext uri="{FF2B5EF4-FFF2-40B4-BE49-F238E27FC236}">
                      <a16:creationId xmlns:a16="http://schemas.microsoft.com/office/drawing/2014/main" id="{B33FE22C-4FAE-A8F1-611F-B038B0D1E8F0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7" name="Google Shape;5321;p47">
                  <a:extLst>
                    <a:ext uri="{FF2B5EF4-FFF2-40B4-BE49-F238E27FC236}">
                      <a16:creationId xmlns:a16="http://schemas.microsoft.com/office/drawing/2014/main" id="{C6A8AEE0-2BEF-D9D4-ACDB-C644983994AE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8" name="Google Shape;5322;p47">
                  <a:extLst>
                    <a:ext uri="{FF2B5EF4-FFF2-40B4-BE49-F238E27FC236}">
                      <a16:creationId xmlns:a16="http://schemas.microsoft.com/office/drawing/2014/main" id="{A8295AA8-3AAD-A4FD-29AB-5DF86CE4CE03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9" name="Google Shape;5323;p47">
                  <a:extLst>
                    <a:ext uri="{FF2B5EF4-FFF2-40B4-BE49-F238E27FC236}">
                      <a16:creationId xmlns:a16="http://schemas.microsoft.com/office/drawing/2014/main" id="{5A23C774-92E3-3AA7-0CC2-8C6BC40349CE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0" name="Google Shape;5324;p47">
                  <a:extLst>
                    <a:ext uri="{FF2B5EF4-FFF2-40B4-BE49-F238E27FC236}">
                      <a16:creationId xmlns:a16="http://schemas.microsoft.com/office/drawing/2014/main" id="{043DBB81-CAA9-A31B-2316-3FB47CBE7CE7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1" name="Google Shape;5325;p47">
                  <a:extLst>
                    <a:ext uri="{FF2B5EF4-FFF2-40B4-BE49-F238E27FC236}">
                      <a16:creationId xmlns:a16="http://schemas.microsoft.com/office/drawing/2014/main" id="{03601B04-B138-C6D7-EF81-6E821C0C4F81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2" name="Google Shape;5326;p47">
                  <a:extLst>
                    <a:ext uri="{FF2B5EF4-FFF2-40B4-BE49-F238E27FC236}">
                      <a16:creationId xmlns:a16="http://schemas.microsoft.com/office/drawing/2014/main" id="{A74FA737-358E-0620-90A5-39F0BEADCA76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3" name="Google Shape;5327;p47">
                  <a:extLst>
                    <a:ext uri="{FF2B5EF4-FFF2-40B4-BE49-F238E27FC236}">
                      <a16:creationId xmlns:a16="http://schemas.microsoft.com/office/drawing/2014/main" id="{F3899B29-5FBA-B239-106C-0E80AD6F1AAB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4" name="Google Shape;5328;p47">
                  <a:extLst>
                    <a:ext uri="{FF2B5EF4-FFF2-40B4-BE49-F238E27FC236}">
                      <a16:creationId xmlns:a16="http://schemas.microsoft.com/office/drawing/2014/main" id="{74379FB1-63F1-25A0-FF25-276EF5E6E72B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5" name="Google Shape;5329;p47">
                  <a:extLst>
                    <a:ext uri="{FF2B5EF4-FFF2-40B4-BE49-F238E27FC236}">
                      <a16:creationId xmlns:a16="http://schemas.microsoft.com/office/drawing/2014/main" id="{8399C3B4-1F6E-973E-26F1-6B49BA152409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6" name="Google Shape;5330;p47">
                  <a:extLst>
                    <a:ext uri="{FF2B5EF4-FFF2-40B4-BE49-F238E27FC236}">
                      <a16:creationId xmlns:a16="http://schemas.microsoft.com/office/drawing/2014/main" id="{55B67442-E3C2-E173-E1C4-4EA989CC434E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7" name="Google Shape;5331;p47">
                  <a:extLst>
                    <a:ext uri="{FF2B5EF4-FFF2-40B4-BE49-F238E27FC236}">
                      <a16:creationId xmlns:a16="http://schemas.microsoft.com/office/drawing/2014/main" id="{CDFDF550-AA55-5B9D-5EC2-122A1EDB7668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8" name="Google Shape;5332;p47">
                  <a:extLst>
                    <a:ext uri="{FF2B5EF4-FFF2-40B4-BE49-F238E27FC236}">
                      <a16:creationId xmlns:a16="http://schemas.microsoft.com/office/drawing/2014/main" id="{D17D8912-FEDB-F210-0ECB-F0B1CE258647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9" name="Google Shape;5333;p47">
                  <a:extLst>
                    <a:ext uri="{FF2B5EF4-FFF2-40B4-BE49-F238E27FC236}">
                      <a16:creationId xmlns:a16="http://schemas.microsoft.com/office/drawing/2014/main" id="{3987F845-577B-9549-57DC-66F4A969BE8D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0" name="Google Shape;5334;p47">
                  <a:extLst>
                    <a:ext uri="{FF2B5EF4-FFF2-40B4-BE49-F238E27FC236}">
                      <a16:creationId xmlns:a16="http://schemas.microsoft.com/office/drawing/2014/main" id="{2EDBE4F2-D638-4D0D-8701-BB2589372A45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1" name="Google Shape;5335;p47">
                  <a:extLst>
                    <a:ext uri="{FF2B5EF4-FFF2-40B4-BE49-F238E27FC236}">
                      <a16:creationId xmlns:a16="http://schemas.microsoft.com/office/drawing/2014/main" id="{E5B07EB9-A4B3-9A17-1CD7-6349B0685165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2" name="Google Shape;5336;p47">
                  <a:extLst>
                    <a:ext uri="{FF2B5EF4-FFF2-40B4-BE49-F238E27FC236}">
                      <a16:creationId xmlns:a16="http://schemas.microsoft.com/office/drawing/2014/main" id="{7EAEF3C5-E3C8-41C8-471C-FE5B3E409426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3" name="Google Shape;5337;p47">
                  <a:extLst>
                    <a:ext uri="{FF2B5EF4-FFF2-40B4-BE49-F238E27FC236}">
                      <a16:creationId xmlns:a16="http://schemas.microsoft.com/office/drawing/2014/main" id="{AB876F28-8AA0-D31B-7592-6EC880942ECE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4" name="Google Shape;5338;p47">
                  <a:extLst>
                    <a:ext uri="{FF2B5EF4-FFF2-40B4-BE49-F238E27FC236}">
                      <a16:creationId xmlns:a16="http://schemas.microsoft.com/office/drawing/2014/main" id="{8A72F504-1121-715E-9270-75215B7D87BD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5" name="Google Shape;5339;p47">
                  <a:extLst>
                    <a:ext uri="{FF2B5EF4-FFF2-40B4-BE49-F238E27FC236}">
                      <a16:creationId xmlns:a16="http://schemas.microsoft.com/office/drawing/2014/main" id="{C6EB33F6-A839-50E8-48CA-DC680768E847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6" name="Google Shape;5340;p47">
                  <a:extLst>
                    <a:ext uri="{FF2B5EF4-FFF2-40B4-BE49-F238E27FC236}">
                      <a16:creationId xmlns:a16="http://schemas.microsoft.com/office/drawing/2014/main" id="{5BD35646-F266-7B71-A6FC-E8116F1042A4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7" name="Google Shape;5341;p47">
                  <a:extLst>
                    <a:ext uri="{FF2B5EF4-FFF2-40B4-BE49-F238E27FC236}">
                      <a16:creationId xmlns:a16="http://schemas.microsoft.com/office/drawing/2014/main" id="{129CD18A-21D1-61A7-066B-95EA9CE7C41F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8" name="Google Shape;5342;p47">
                  <a:extLst>
                    <a:ext uri="{FF2B5EF4-FFF2-40B4-BE49-F238E27FC236}">
                      <a16:creationId xmlns:a16="http://schemas.microsoft.com/office/drawing/2014/main" id="{1A92B454-4C64-AF03-3495-AAB237592A59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9" name="Google Shape;5343;p47">
                  <a:extLst>
                    <a:ext uri="{FF2B5EF4-FFF2-40B4-BE49-F238E27FC236}">
                      <a16:creationId xmlns:a16="http://schemas.microsoft.com/office/drawing/2014/main" id="{AF63EF59-4E79-95EC-A985-B21522E1F78E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0" name="Google Shape;5344;p47">
                  <a:extLst>
                    <a:ext uri="{FF2B5EF4-FFF2-40B4-BE49-F238E27FC236}">
                      <a16:creationId xmlns:a16="http://schemas.microsoft.com/office/drawing/2014/main" id="{7F6BBE6D-A687-DFAF-2EE3-33CA9FA7FBBC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1" name="Google Shape;5345;p47">
                  <a:extLst>
                    <a:ext uri="{FF2B5EF4-FFF2-40B4-BE49-F238E27FC236}">
                      <a16:creationId xmlns:a16="http://schemas.microsoft.com/office/drawing/2014/main" id="{0667D290-B0A4-90BF-8B08-9A679C387201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2" name="Google Shape;5346;p47">
                  <a:extLst>
                    <a:ext uri="{FF2B5EF4-FFF2-40B4-BE49-F238E27FC236}">
                      <a16:creationId xmlns:a16="http://schemas.microsoft.com/office/drawing/2014/main" id="{A96AFF3B-503E-EE70-138C-68F121F3EEE8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3" name="Google Shape;5347;p47">
                  <a:extLst>
                    <a:ext uri="{FF2B5EF4-FFF2-40B4-BE49-F238E27FC236}">
                      <a16:creationId xmlns:a16="http://schemas.microsoft.com/office/drawing/2014/main" id="{89463D70-DBD3-DF86-8EFA-27EA16E1BC1D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4" name="Google Shape;5348;p47">
                  <a:extLst>
                    <a:ext uri="{FF2B5EF4-FFF2-40B4-BE49-F238E27FC236}">
                      <a16:creationId xmlns:a16="http://schemas.microsoft.com/office/drawing/2014/main" id="{7A8A527A-C51F-2D26-4A50-9751C38FB59C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5" name="Google Shape;5349;p47">
                  <a:extLst>
                    <a:ext uri="{FF2B5EF4-FFF2-40B4-BE49-F238E27FC236}">
                      <a16:creationId xmlns:a16="http://schemas.microsoft.com/office/drawing/2014/main" id="{BA529F91-1D83-F78C-19C4-ADE3DA380B08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6" name="Google Shape;5350;p47">
                  <a:extLst>
                    <a:ext uri="{FF2B5EF4-FFF2-40B4-BE49-F238E27FC236}">
                      <a16:creationId xmlns:a16="http://schemas.microsoft.com/office/drawing/2014/main" id="{7535F6C6-845A-63D9-DCF1-34873B379B30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7" name="Google Shape;5351;p47">
                  <a:extLst>
                    <a:ext uri="{FF2B5EF4-FFF2-40B4-BE49-F238E27FC236}">
                      <a16:creationId xmlns:a16="http://schemas.microsoft.com/office/drawing/2014/main" id="{4F4AEB04-67BF-52D8-7C42-F13D7C745AB7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8" name="Google Shape;5352;p47">
                  <a:extLst>
                    <a:ext uri="{FF2B5EF4-FFF2-40B4-BE49-F238E27FC236}">
                      <a16:creationId xmlns:a16="http://schemas.microsoft.com/office/drawing/2014/main" id="{11237228-8408-720A-1AC2-9732424BACB9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9" name="Google Shape;5353;p47">
                  <a:extLst>
                    <a:ext uri="{FF2B5EF4-FFF2-40B4-BE49-F238E27FC236}">
                      <a16:creationId xmlns:a16="http://schemas.microsoft.com/office/drawing/2014/main" id="{F9977210-F285-0767-17AF-3A1C1BF47219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0" name="Google Shape;5354;p47">
                  <a:extLst>
                    <a:ext uri="{FF2B5EF4-FFF2-40B4-BE49-F238E27FC236}">
                      <a16:creationId xmlns:a16="http://schemas.microsoft.com/office/drawing/2014/main" id="{A9B9E8CE-DC28-F382-A03E-91AE32C70168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1" name="Google Shape;5355;p47">
                  <a:extLst>
                    <a:ext uri="{FF2B5EF4-FFF2-40B4-BE49-F238E27FC236}">
                      <a16:creationId xmlns:a16="http://schemas.microsoft.com/office/drawing/2014/main" id="{29776B0F-6BC1-03FE-E4D6-74FA4B955156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2" name="Google Shape;5356;p47">
                  <a:extLst>
                    <a:ext uri="{FF2B5EF4-FFF2-40B4-BE49-F238E27FC236}">
                      <a16:creationId xmlns:a16="http://schemas.microsoft.com/office/drawing/2014/main" id="{3B6727D7-A0D8-BC4A-C6E8-F65D4BDCF88F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3" name="Google Shape;5357;p47">
                  <a:extLst>
                    <a:ext uri="{FF2B5EF4-FFF2-40B4-BE49-F238E27FC236}">
                      <a16:creationId xmlns:a16="http://schemas.microsoft.com/office/drawing/2014/main" id="{F2C0B39C-5CFC-3619-58D7-43EBF1CC33C3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4" name="Google Shape;5358;p47">
                  <a:extLst>
                    <a:ext uri="{FF2B5EF4-FFF2-40B4-BE49-F238E27FC236}">
                      <a16:creationId xmlns:a16="http://schemas.microsoft.com/office/drawing/2014/main" id="{15B137A9-EB9B-B9FD-988F-D2E18FCB8AB5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5" name="Google Shape;5359;p47">
                  <a:extLst>
                    <a:ext uri="{FF2B5EF4-FFF2-40B4-BE49-F238E27FC236}">
                      <a16:creationId xmlns:a16="http://schemas.microsoft.com/office/drawing/2014/main" id="{140700A3-CDC6-2CD1-F17F-E3185A69C99C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6" name="Google Shape;5360;p47">
                  <a:extLst>
                    <a:ext uri="{FF2B5EF4-FFF2-40B4-BE49-F238E27FC236}">
                      <a16:creationId xmlns:a16="http://schemas.microsoft.com/office/drawing/2014/main" id="{4A1D3019-2CF9-EEB5-B724-F2FADB66A1F6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7" name="Google Shape;5361;p47">
                  <a:extLst>
                    <a:ext uri="{FF2B5EF4-FFF2-40B4-BE49-F238E27FC236}">
                      <a16:creationId xmlns:a16="http://schemas.microsoft.com/office/drawing/2014/main" id="{AD58C095-DD86-4702-2264-21D0452648C3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8" name="Google Shape;5362;p47">
                  <a:extLst>
                    <a:ext uri="{FF2B5EF4-FFF2-40B4-BE49-F238E27FC236}">
                      <a16:creationId xmlns:a16="http://schemas.microsoft.com/office/drawing/2014/main" id="{ACC3A063-C628-3B6C-FD80-F17648BBA224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9" name="Google Shape;5363;p47">
                  <a:extLst>
                    <a:ext uri="{FF2B5EF4-FFF2-40B4-BE49-F238E27FC236}">
                      <a16:creationId xmlns:a16="http://schemas.microsoft.com/office/drawing/2014/main" id="{2BA488C4-8FE1-B217-429E-224CBA63733B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0" name="Google Shape;5364;p47">
                  <a:extLst>
                    <a:ext uri="{FF2B5EF4-FFF2-40B4-BE49-F238E27FC236}">
                      <a16:creationId xmlns:a16="http://schemas.microsoft.com/office/drawing/2014/main" id="{EFA96A26-F6F7-D4F1-D3C9-FD6704016039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1" name="Google Shape;5365;p47">
                  <a:extLst>
                    <a:ext uri="{FF2B5EF4-FFF2-40B4-BE49-F238E27FC236}">
                      <a16:creationId xmlns:a16="http://schemas.microsoft.com/office/drawing/2014/main" id="{107F8C02-82FC-269F-2E75-F53B3E188754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2" name="Google Shape;5366;p47">
                  <a:extLst>
                    <a:ext uri="{FF2B5EF4-FFF2-40B4-BE49-F238E27FC236}">
                      <a16:creationId xmlns:a16="http://schemas.microsoft.com/office/drawing/2014/main" id="{D37CC030-D69D-8BFE-44F4-78F77E9146A8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3" name="Google Shape;5367;p47">
                  <a:extLst>
                    <a:ext uri="{FF2B5EF4-FFF2-40B4-BE49-F238E27FC236}">
                      <a16:creationId xmlns:a16="http://schemas.microsoft.com/office/drawing/2014/main" id="{5D3456E4-BD0D-E295-1B49-DCF277D9201F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4" name="Google Shape;5368;p47">
                  <a:extLst>
                    <a:ext uri="{FF2B5EF4-FFF2-40B4-BE49-F238E27FC236}">
                      <a16:creationId xmlns:a16="http://schemas.microsoft.com/office/drawing/2014/main" id="{B89D81E1-DADC-67D3-9E07-26A9ED5ADA00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5" name="Google Shape;5369;p47">
                  <a:extLst>
                    <a:ext uri="{FF2B5EF4-FFF2-40B4-BE49-F238E27FC236}">
                      <a16:creationId xmlns:a16="http://schemas.microsoft.com/office/drawing/2014/main" id="{2FBB74FC-050B-71CB-0BE1-7E122C22F3AD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6" name="Google Shape;5370;p47">
                  <a:extLst>
                    <a:ext uri="{FF2B5EF4-FFF2-40B4-BE49-F238E27FC236}">
                      <a16:creationId xmlns:a16="http://schemas.microsoft.com/office/drawing/2014/main" id="{0CE8CD58-ECF5-7D14-7BBD-23F0C84A8F23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7" name="Google Shape;5371;p47">
                  <a:extLst>
                    <a:ext uri="{FF2B5EF4-FFF2-40B4-BE49-F238E27FC236}">
                      <a16:creationId xmlns:a16="http://schemas.microsoft.com/office/drawing/2014/main" id="{FAD4B4A9-1D7B-6105-6374-9759E9F07942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8" name="Google Shape;5372;p47">
                  <a:extLst>
                    <a:ext uri="{FF2B5EF4-FFF2-40B4-BE49-F238E27FC236}">
                      <a16:creationId xmlns:a16="http://schemas.microsoft.com/office/drawing/2014/main" id="{1371A141-F0FF-AA0E-8C54-0164D1C68AA6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9" name="Google Shape;5373;p47">
                  <a:extLst>
                    <a:ext uri="{FF2B5EF4-FFF2-40B4-BE49-F238E27FC236}">
                      <a16:creationId xmlns:a16="http://schemas.microsoft.com/office/drawing/2014/main" id="{B8052581-024B-0F3D-8DE0-395A409E76E7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0" name="Google Shape;5374;p47">
                  <a:extLst>
                    <a:ext uri="{FF2B5EF4-FFF2-40B4-BE49-F238E27FC236}">
                      <a16:creationId xmlns:a16="http://schemas.microsoft.com/office/drawing/2014/main" id="{28145762-BC15-F1BF-FD9A-E2ECF3579BD8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1" name="Google Shape;5375;p47">
                  <a:extLst>
                    <a:ext uri="{FF2B5EF4-FFF2-40B4-BE49-F238E27FC236}">
                      <a16:creationId xmlns:a16="http://schemas.microsoft.com/office/drawing/2014/main" id="{3B91DA25-94AD-B609-4C0D-6EA83E7D3052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2" name="Google Shape;5376;p47">
                  <a:extLst>
                    <a:ext uri="{FF2B5EF4-FFF2-40B4-BE49-F238E27FC236}">
                      <a16:creationId xmlns:a16="http://schemas.microsoft.com/office/drawing/2014/main" id="{D99CF874-55FA-5E66-0AAC-1E64B6349529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3" name="Google Shape;5377;p47">
                  <a:extLst>
                    <a:ext uri="{FF2B5EF4-FFF2-40B4-BE49-F238E27FC236}">
                      <a16:creationId xmlns:a16="http://schemas.microsoft.com/office/drawing/2014/main" id="{3C170F45-895E-935D-6B0E-6496AD18BD40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4" name="Google Shape;5378;p47">
                  <a:extLst>
                    <a:ext uri="{FF2B5EF4-FFF2-40B4-BE49-F238E27FC236}">
                      <a16:creationId xmlns:a16="http://schemas.microsoft.com/office/drawing/2014/main" id="{BC65B50F-486B-074D-24E8-3E4447B838AD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5" name="Google Shape;5379;p47">
                  <a:extLst>
                    <a:ext uri="{FF2B5EF4-FFF2-40B4-BE49-F238E27FC236}">
                      <a16:creationId xmlns:a16="http://schemas.microsoft.com/office/drawing/2014/main" id="{8FA61814-4D39-4774-479C-6D3FF65AB5F1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6" name="Google Shape;5380;p47">
                  <a:extLst>
                    <a:ext uri="{FF2B5EF4-FFF2-40B4-BE49-F238E27FC236}">
                      <a16:creationId xmlns:a16="http://schemas.microsoft.com/office/drawing/2014/main" id="{4B784C66-ADD3-E668-E55A-8572E568F75F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7" name="Google Shape;5381;p47">
                  <a:extLst>
                    <a:ext uri="{FF2B5EF4-FFF2-40B4-BE49-F238E27FC236}">
                      <a16:creationId xmlns:a16="http://schemas.microsoft.com/office/drawing/2014/main" id="{F459468D-1A8C-E3C2-8730-9D82277F8790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8" name="Google Shape;5382;p47">
                  <a:extLst>
                    <a:ext uri="{FF2B5EF4-FFF2-40B4-BE49-F238E27FC236}">
                      <a16:creationId xmlns:a16="http://schemas.microsoft.com/office/drawing/2014/main" id="{D3C0875F-CBD4-2742-0B2D-E1103FD2E585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9" name="Google Shape;5383;p47">
                  <a:extLst>
                    <a:ext uri="{FF2B5EF4-FFF2-40B4-BE49-F238E27FC236}">
                      <a16:creationId xmlns:a16="http://schemas.microsoft.com/office/drawing/2014/main" id="{472CE11C-8ED7-9385-FD1E-2644CB63C8E8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0" name="Google Shape;5384;p47">
                  <a:extLst>
                    <a:ext uri="{FF2B5EF4-FFF2-40B4-BE49-F238E27FC236}">
                      <a16:creationId xmlns:a16="http://schemas.microsoft.com/office/drawing/2014/main" id="{32A70D9E-C019-F478-1CCD-032DE23AFD28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1" name="Google Shape;5385;p47">
                  <a:extLst>
                    <a:ext uri="{FF2B5EF4-FFF2-40B4-BE49-F238E27FC236}">
                      <a16:creationId xmlns:a16="http://schemas.microsoft.com/office/drawing/2014/main" id="{5FDB00BE-B34F-0952-E148-F6F254F6C0DA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2" name="Google Shape;5386;p47">
                  <a:extLst>
                    <a:ext uri="{FF2B5EF4-FFF2-40B4-BE49-F238E27FC236}">
                      <a16:creationId xmlns:a16="http://schemas.microsoft.com/office/drawing/2014/main" id="{454FF047-D543-FE8E-26C6-AC85175E8514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3" name="Google Shape;5387;p47">
                  <a:extLst>
                    <a:ext uri="{FF2B5EF4-FFF2-40B4-BE49-F238E27FC236}">
                      <a16:creationId xmlns:a16="http://schemas.microsoft.com/office/drawing/2014/main" id="{E49B1520-A491-B1AF-0CB7-4745171C3289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4" name="Google Shape;5388;p47">
                  <a:extLst>
                    <a:ext uri="{FF2B5EF4-FFF2-40B4-BE49-F238E27FC236}">
                      <a16:creationId xmlns:a16="http://schemas.microsoft.com/office/drawing/2014/main" id="{4AC5063F-2849-E293-8559-11DE51541C64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5" name="Google Shape;5389;p47">
                  <a:extLst>
                    <a:ext uri="{FF2B5EF4-FFF2-40B4-BE49-F238E27FC236}">
                      <a16:creationId xmlns:a16="http://schemas.microsoft.com/office/drawing/2014/main" id="{DF8D5B39-E375-655E-D18B-3636D8B2A209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6" name="Google Shape;5390;p47">
                  <a:extLst>
                    <a:ext uri="{FF2B5EF4-FFF2-40B4-BE49-F238E27FC236}">
                      <a16:creationId xmlns:a16="http://schemas.microsoft.com/office/drawing/2014/main" id="{E95DAE2C-BCCB-59C2-026A-822310FFBAEA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7" name="Google Shape;5391;p47">
                  <a:extLst>
                    <a:ext uri="{FF2B5EF4-FFF2-40B4-BE49-F238E27FC236}">
                      <a16:creationId xmlns:a16="http://schemas.microsoft.com/office/drawing/2014/main" id="{786C7AFE-C1ED-7FBC-C7DF-DC7BFBE4E841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8" name="Google Shape;5392;p47">
                  <a:extLst>
                    <a:ext uri="{FF2B5EF4-FFF2-40B4-BE49-F238E27FC236}">
                      <a16:creationId xmlns:a16="http://schemas.microsoft.com/office/drawing/2014/main" id="{EB89DB6C-D43C-5209-53F8-D1026317DAB8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9" name="Google Shape;5393;p47">
                  <a:extLst>
                    <a:ext uri="{FF2B5EF4-FFF2-40B4-BE49-F238E27FC236}">
                      <a16:creationId xmlns:a16="http://schemas.microsoft.com/office/drawing/2014/main" id="{33C52952-3EC1-81AF-0971-DD80144385A3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0" name="Google Shape;5394;p47">
                  <a:extLst>
                    <a:ext uri="{FF2B5EF4-FFF2-40B4-BE49-F238E27FC236}">
                      <a16:creationId xmlns:a16="http://schemas.microsoft.com/office/drawing/2014/main" id="{F400AF61-AE42-02D4-7BAC-BB797510947F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1" name="Google Shape;5395;p47">
                  <a:extLst>
                    <a:ext uri="{FF2B5EF4-FFF2-40B4-BE49-F238E27FC236}">
                      <a16:creationId xmlns:a16="http://schemas.microsoft.com/office/drawing/2014/main" id="{E7C2F7CA-5D54-3C34-737E-6391A918071E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2" name="Google Shape;5396;p47">
                  <a:extLst>
                    <a:ext uri="{FF2B5EF4-FFF2-40B4-BE49-F238E27FC236}">
                      <a16:creationId xmlns:a16="http://schemas.microsoft.com/office/drawing/2014/main" id="{5FAC286D-E097-BE26-2B3E-7FF8D50DC8C3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3" name="Google Shape;5397;p47">
                  <a:extLst>
                    <a:ext uri="{FF2B5EF4-FFF2-40B4-BE49-F238E27FC236}">
                      <a16:creationId xmlns:a16="http://schemas.microsoft.com/office/drawing/2014/main" id="{D294D91F-7E41-E01B-9D3C-3F352F59A311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4" name="Google Shape;5398;p47">
                  <a:extLst>
                    <a:ext uri="{FF2B5EF4-FFF2-40B4-BE49-F238E27FC236}">
                      <a16:creationId xmlns:a16="http://schemas.microsoft.com/office/drawing/2014/main" id="{FBCE5D74-D112-B0E8-3525-F024E67B10E0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5" name="Google Shape;5399;p47">
                  <a:extLst>
                    <a:ext uri="{FF2B5EF4-FFF2-40B4-BE49-F238E27FC236}">
                      <a16:creationId xmlns:a16="http://schemas.microsoft.com/office/drawing/2014/main" id="{75FA6BF4-F974-CADD-96D5-5128FD1E251C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6" name="Google Shape;5400;p47">
                  <a:extLst>
                    <a:ext uri="{FF2B5EF4-FFF2-40B4-BE49-F238E27FC236}">
                      <a16:creationId xmlns:a16="http://schemas.microsoft.com/office/drawing/2014/main" id="{EBC5254C-1662-DFFA-5C03-91B13BBAACFB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7" name="Google Shape;5401;p47">
                  <a:extLst>
                    <a:ext uri="{FF2B5EF4-FFF2-40B4-BE49-F238E27FC236}">
                      <a16:creationId xmlns:a16="http://schemas.microsoft.com/office/drawing/2014/main" id="{E067409F-868C-065D-9047-44B341512050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8" name="Google Shape;5402;p47">
                  <a:extLst>
                    <a:ext uri="{FF2B5EF4-FFF2-40B4-BE49-F238E27FC236}">
                      <a16:creationId xmlns:a16="http://schemas.microsoft.com/office/drawing/2014/main" id="{6F1AB851-BF37-C4F4-D425-EB81C6091AB8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9" name="Google Shape;5403;p47">
                  <a:extLst>
                    <a:ext uri="{FF2B5EF4-FFF2-40B4-BE49-F238E27FC236}">
                      <a16:creationId xmlns:a16="http://schemas.microsoft.com/office/drawing/2014/main" id="{5F8CF453-3980-8814-493E-E1A2F88EE6DA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0" name="Google Shape;5404;p47">
                  <a:extLst>
                    <a:ext uri="{FF2B5EF4-FFF2-40B4-BE49-F238E27FC236}">
                      <a16:creationId xmlns:a16="http://schemas.microsoft.com/office/drawing/2014/main" id="{184621B2-6B0C-5CB5-BE2E-84EB772C999A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1" name="Google Shape;5405;p47">
                  <a:extLst>
                    <a:ext uri="{FF2B5EF4-FFF2-40B4-BE49-F238E27FC236}">
                      <a16:creationId xmlns:a16="http://schemas.microsoft.com/office/drawing/2014/main" id="{4B9B3C71-CEE9-1CD5-1CF4-2A05339F6CE5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2" name="Google Shape;5406;p47">
                  <a:extLst>
                    <a:ext uri="{FF2B5EF4-FFF2-40B4-BE49-F238E27FC236}">
                      <a16:creationId xmlns:a16="http://schemas.microsoft.com/office/drawing/2014/main" id="{7231CEC1-AF1C-BD65-6470-785C2258FF06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3" name="Google Shape;5407;p47">
                  <a:extLst>
                    <a:ext uri="{FF2B5EF4-FFF2-40B4-BE49-F238E27FC236}">
                      <a16:creationId xmlns:a16="http://schemas.microsoft.com/office/drawing/2014/main" id="{A143BA5B-CE24-E5B9-8D0A-1391F1D64759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4" name="Google Shape;5408;p47">
                  <a:extLst>
                    <a:ext uri="{FF2B5EF4-FFF2-40B4-BE49-F238E27FC236}">
                      <a16:creationId xmlns:a16="http://schemas.microsoft.com/office/drawing/2014/main" id="{79F1F9AA-D233-372F-1BCF-BB3DC98A2AB7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5" name="Google Shape;5409;p47">
                  <a:extLst>
                    <a:ext uri="{FF2B5EF4-FFF2-40B4-BE49-F238E27FC236}">
                      <a16:creationId xmlns:a16="http://schemas.microsoft.com/office/drawing/2014/main" id="{F4ABF6F9-52C8-B59F-B410-DDFB17412647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6" name="Google Shape;5410;p47">
                  <a:extLst>
                    <a:ext uri="{FF2B5EF4-FFF2-40B4-BE49-F238E27FC236}">
                      <a16:creationId xmlns:a16="http://schemas.microsoft.com/office/drawing/2014/main" id="{F2E2CCD1-7BA5-27E7-8EA6-5E9736DEB5EC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7" name="Google Shape;5411;p47">
                  <a:extLst>
                    <a:ext uri="{FF2B5EF4-FFF2-40B4-BE49-F238E27FC236}">
                      <a16:creationId xmlns:a16="http://schemas.microsoft.com/office/drawing/2014/main" id="{199E6F7A-E2C6-7C59-74BF-82C5DAB6819D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8" name="Google Shape;5412;p47">
                  <a:extLst>
                    <a:ext uri="{FF2B5EF4-FFF2-40B4-BE49-F238E27FC236}">
                      <a16:creationId xmlns:a16="http://schemas.microsoft.com/office/drawing/2014/main" id="{53EF19F7-D90D-1D3D-D411-AA727226D22B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9" name="Google Shape;5413;p47">
                  <a:extLst>
                    <a:ext uri="{FF2B5EF4-FFF2-40B4-BE49-F238E27FC236}">
                      <a16:creationId xmlns:a16="http://schemas.microsoft.com/office/drawing/2014/main" id="{AC059F7B-54B8-6123-FA39-43C6FF694AAC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0" name="Google Shape;5414;p47">
                  <a:extLst>
                    <a:ext uri="{FF2B5EF4-FFF2-40B4-BE49-F238E27FC236}">
                      <a16:creationId xmlns:a16="http://schemas.microsoft.com/office/drawing/2014/main" id="{19C8AF21-47D5-4A32-FE21-58C73993B2A3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1" name="Google Shape;5415;p47">
                  <a:extLst>
                    <a:ext uri="{FF2B5EF4-FFF2-40B4-BE49-F238E27FC236}">
                      <a16:creationId xmlns:a16="http://schemas.microsoft.com/office/drawing/2014/main" id="{FF5B61FF-8B83-A9AF-C207-EC3956E9088C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2" name="Google Shape;5416;p47">
                  <a:extLst>
                    <a:ext uri="{FF2B5EF4-FFF2-40B4-BE49-F238E27FC236}">
                      <a16:creationId xmlns:a16="http://schemas.microsoft.com/office/drawing/2014/main" id="{77AECCA7-BCCC-E300-26C6-9BCCEFD1B4FD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3" name="Google Shape;5417;p47">
                  <a:extLst>
                    <a:ext uri="{FF2B5EF4-FFF2-40B4-BE49-F238E27FC236}">
                      <a16:creationId xmlns:a16="http://schemas.microsoft.com/office/drawing/2014/main" id="{A7584B8F-5E63-B6DD-995D-5FF7E6F415DA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4" name="Google Shape;5418;p47">
                  <a:extLst>
                    <a:ext uri="{FF2B5EF4-FFF2-40B4-BE49-F238E27FC236}">
                      <a16:creationId xmlns:a16="http://schemas.microsoft.com/office/drawing/2014/main" id="{239057C3-B4EB-D4D4-2185-CB157D669251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5" name="Google Shape;5419;p47">
                  <a:extLst>
                    <a:ext uri="{FF2B5EF4-FFF2-40B4-BE49-F238E27FC236}">
                      <a16:creationId xmlns:a16="http://schemas.microsoft.com/office/drawing/2014/main" id="{1C616D26-EB97-940B-CF04-A5B79E4D7626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6" name="Google Shape;5420;p47">
                  <a:extLst>
                    <a:ext uri="{FF2B5EF4-FFF2-40B4-BE49-F238E27FC236}">
                      <a16:creationId xmlns:a16="http://schemas.microsoft.com/office/drawing/2014/main" id="{7D940797-19F4-365A-2CC5-3919C2AA9FCC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7" name="Google Shape;5421;p47">
                  <a:extLst>
                    <a:ext uri="{FF2B5EF4-FFF2-40B4-BE49-F238E27FC236}">
                      <a16:creationId xmlns:a16="http://schemas.microsoft.com/office/drawing/2014/main" id="{A352F91E-DB6F-2909-DADE-AD580EFC67BE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8" name="Google Shape;5422;p47">
                  <a:extLst>
                    <a:ext uri="{FF2B5EF4-FFF2-40B4-BE49-F238E27FC236}">
                      <a16:creationId xmlns:a16="http://schemas.microsoft.com/office/drawing/2014/main" id="{341D3150-95BF-1CC2-F120-F5ADB9AF49C6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9" name="Google Shape;5423;p47">
                  <a:extLst>
                    <a:ext uri="{FF2B5EF4-FFF2-40B4-BE49-F238E27FC236}">
                      <a16:creationId xmlns:a16="http://schemas.microsoft.com/office/drawing/2014/main" id="{4AEF5534-6D2C-773B-96D7-C7ACA8D1763B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0" name="Google Shape;5424;p47">
                  <a:extLst>
                    <a:ext uri="{FF2B5EF4-FFF2-40B4-BE49-F238E27FC236}">
                      <a16:creationId xmlns:a16="http://schemas.microsoft.com/office/drawing/2014/main" id="{0450515F-3CC2-58CF-E3DD-128F2520B067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1" name="Google Shape;5425;p47">
                  <a:extLst>
                    <a:ext uri="{FF2B5EF4-FFF2-40B4-BE49-F238E27FC236}">
                      <a16:creationId xmlns:a16="http://schemas.microsoft.com/office/drawing/2014/main" id="{41D6D479-9C78-013B-B312-72A6E860763E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2" name="Google Shape;5426;p47">
                  <a:extLst>
                    <a:ext uri="{FF2B5EF4-FFF2-40B4-BE49-F238E27FC236}">
                      <a16:creationId xmlns:a16="http://schemas.microsoft.com/office/drawing/2014/main" id="{DEB9F64A-68A1-9687-6CED-06351EE8BCFB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3" name="Google Shape;5427;p47">
                  <a:extLst>
                    <a:ext uri="{FF2B5EF4-FFF2-40B4-BE49-F238E27FC236}">
                      <a16:creationId xmlns:a16="http://schemas.microsoft.com/office/drawing/2014/main" id="{BF191F55-7431-93D3-62FE-AE5753BF4A1A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4" name="Google Shape;5428;p47">
                  <a:extLst>
                    <a:ext uri="{FF2B5EF4-FFF2-40B4-BE49-F238E27FC236}">
                      <a16:creationId xmlns:a16="http://schemas.microsoft.com/office/drawing/2014/main" id="{271DE3A7-603F-0AD0-24A6-7F79A1551E9C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5" name="Google Shape;5429;p47">
                  <a:extLst>
                    <a:ext uri="{FF2B5EF4-FFF2-40B4-BE49-F238E27FC236}">
                      <a16:creationId xmlns:a16="http://schemas.microsoft.com/office/drawing/2014/main" id="{991C73B2-C7BF-9217-5F8F-CB497EAEC7FE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6" name="Google Shape;5430;p47">
                  <a:extLst>
                    <a:ext uri="{FF2B5EF4-FFF2-40B4-BE49-F238E27FC236}">
                      <a16:creationId xmlns:a16="http://schemas.microsoft.com/office/drawing/2014/main" id="{33722A81-CD99-892D-EEB4-41B63C89E3B3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7" name="Google Shape;5431;p47">
                  <a:extLst>
                    <a:ext uri="{FF2B5EF4-FFF2-40B4-BE49-F238E27FC236}">
                      <a16:creationId xmlns:a16="http://schemas.microsoft.com/office/drawing/2014/main" id="{13D9657E-9EC1-329D-8472-5584DFCD1FE0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8" name="Google Shape;5432;p47">
                  <a:extLst>
                    <a:ext uri="{FF2B5EF4-FFF2-40B4-BE49-F238E27FC236}">
                      <a16:creationId xmlns:a16="http://schemas.microsoft.com/office/drawing/2014/main" id="{5E5A700F-5065-D13A-DFB6-52F01888A2E9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9" name="Google Shape;5433;p47">
                  <a:extLst>
                    <a:ext uri="{FF2B5EF4-FFF2-40B4-BE49-F238E27FC236}">
                      <a16:creationId xmlns:a16="http://schemas.microsoft.com/office/drawing/2014/main" id="{1FF722A4-B36D-E7A2-A361-6C12BED82F85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0" name="Google Shape;5434;p47">
                  <a:extLst>
                    <a:ext uri="{FF2B5EF4-FFF2-40B4-BE49-F238E27FC236}">
                      <a16:creationId xmlns:a16="http://schemas.microsoft.com/office/drawing/2014/main" id="{B75C652C-FEDB-8CEF-418B-F0A90A501019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1" name="Google Shape;5435;p47">
                  <a:extLst>
                    <a:ext uri="{FF2B5EF4-FFF2-40B4-BE49-F238E27FC236}">
                      <a16:creationId xmlns:a16="http://schemas.microsoft.com/office/drawing/2014/main" id="{BA6BE1EA-EBF7-2576-97F8-9A85291DCCF1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2" name="Google Shape;5436;p47">
                  <a:extLst>
                    <a:ext uri="{FF2B5EF4-FFF2-40B4-BE49-F238E27FC236}">
                      <a16:creationId xmlns:a16="http://schemas.microsoft.com/office/drawing/2014/main" id="{4CB0F85B-3345-888B-A97E-2C055431E2D7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3" name="Google Shape;5437;p47">
                  <a:extLst>
                    <a:ext uri="{FF2B5EF4-FFF2-40B4-BE49-F238E27FC236}">
                      <a16:creationId xmlns:a16="http://schemas.microsoft.com/office/drawing/2014/main" id="{51EEDABB-0F8B-AEC7-FF1E-51CA90684AB4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4" name="Google Shape;5438;p47">
                  <a:extLst>
                    <a:ext uri="{FF2B5EF4-FFF2-40B4-BE49-F238E27FC236}">
                      <a16:creationId xmlns:a16="http://schemas.microsoft.com/office/drawing/2014/main" id="{0E8157A1-59AD-C900-4EC0-9BA320560F13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5" name="Google Shape;5439;p47">
                  <a:extLst>
                    <a:ext uri="{FF2B5EF4-FFF2-40B4-BE49-F238E27FC236}">
                      <a16:creationId xmlns:a16="http://schemas.microsoft.com/office/drawing/2014/main" id="{ED73D00A-099A-29FA-D1FC-C68C7C0FC5E5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6" name="Google Shape;5440;p47">
                  <a:extLst>
                    <a:ext uri="{FF2B5EF4-FFF2-40B4-BE49-F238E27FC236}">
                      <a16:creationId xmlns:a16="http://schemas.microsoft.com/office/drawing/2014/main" id="{DCFCA0D0-63F1-1981-1801-66297AA7C8D7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7" name="Google Shape;5441;p47">
                  <a:extLst>
                    <a:ext uri="{FF2B5EF4-FFF2-40B4-BE49-F238E27FC236}">
                      <a16:creationId xmlns:a16="http://schemas.microsoft.com/office/drawing/2014/main" id="{C7966700-239C-0ED5-A97B-92A59D37031C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8" name="Google Shape;5442;p47">
                  <a:extLst>
                    <a:ext uri="{FF2B5EF4-FFF2-40B4-BE49-F238E27FC236}">
                      <a16:creationId xmlns:a16="http://schemas.microsoft.com/office/drawing/2014/main" id="{901F63EE-964B-0E95-177F-27E99CC253A4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9" name="Google Shape;5443;p47">
                  <a:extLst>
                    <a:ext uri="{FF2B5EF4-FFF2-40B4-BE49-F238E27FC236}">
                      <a16:creationId xmlns:a16="http://schemas.microsoft.com/office/drawing/2014/main" id="{4C351F8E-A20E-A8E2-9682-2AF70B17F994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0" name="Google Shape;5444;p47">
                  <a:extLst>
                    <a:ext uri="{FF2B5EF4-FFF2-40B4-BE49-F238E27FC236}">
                      <a16:creationId xmlns:a16="http://schemas.microsoft.com/office/drawing/2014/main" id="{E9B66705-588E-8C7B-206C-EFA8280CB6E5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1" name="Google Shape;5445;p47">
                  <a:extLst>
                    <a:ext uri="{FF2B5EF4-FFF2-40B4-BE49-F238E27FC236}">
                      <a16:creationId xmlns:a16="http://schemas.microsoft.com/office/drawing/2014/main" id="{BF7A7AD1-C501-9C81-E61F-85F6B6D3F20D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2" name="Google Shape;5446;p47">
                  <a:extLst>
                    <a:ext uri="{FF2B5EF4-FFF2-40B4-BE49-F238E27FC236}">
                      <a16:creationId xmlns:a16="http://schemas.microsoft.com/office/drawing/2014/main" id="{2372E2A5-241B-5F12-8CAD-3E6551449A1E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3" name="Google Shape;5447;p47">
                  <a:extLst>
                    <a:ext uri="{FF2B5EF4-FFF2-40B4-BE49-F238E27FC236}">
                      <a16:creationId xmlns:a16="http://schemas.microsoft.com/office/drawing/2014/main" id="{2760790E-3554-B82B-BAF2-95D5A26BB68D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4" name="Google Shape;5448;p47">
                  <a:extLst>
                    <a:ext uri="{FF2B5EF4-FFF2-40B4-BE49-F238E27FC236}">
                      <a16:creationId xmlns:a16="http://schemas.microsoft.com/office/drawing/2014/main" id="{2A212257-D3D9-9243-FFAB-5BF5054AD7C4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5" name="Google Shape;5449;p47">
                  <a:extLst>
                    <a:ext uri="{FF2B5EF4-FFF2-40B4-BE49-F238E27FC236}">
                      <a16:creationId xmlns:a16="http://schemas.microsoft.com/office/drawing/2014/main" id="{19834E88-6378-BE58-C859-6435D08B7B55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6" name="Google Shape;5450;p47">
                  <a:extLst>
                    <a:ext uri="{FF2B5EF4-FFF2-40B4-BE49-F238E27FC236}">
                      <a16:creationId xmlns:a16="http://schemas.microsoft.com/office/drawing/2014/main" id="{5B19A70F-DF9D-B6A5-26B5-ACBEEADC3099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7" name="Google Shape;5451;p47">
                  <a:extLst>
                    <a:ext uri="{FF2B5EF4-FFF2-40B4-BE49-F238E27FC236}">
                      <a16:creationId xmlns:a16="http://schemas.microsoft.com/office/drawing/2014/main" id="{29672D16-8BE9-CA85-FA94-A935B86C5CE2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8" name="Google Shape;5452;p47">
                  <a:extLst>
                    <a:ext uri="{FF2B5EF4-FFF2-40B4-BE49-F238E27FC236}">
                      <a16:creationId xmlns:a16="http://schemas.microsoft.com/office/drawing/2014/main" id="{EA2637CC-3E7D-7612-F2C4-DFF410B919B0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9" name="Google Shape;5453;p47">
                  <a:extLst>
                    <a:ext uri="{FF2B5EF4-FFF2-40B4-BE49-F238E27FC236}">
                      <a16:creationId xmlns:a16="http://schemas.microsoft.com/office/drawing/2014/main" id="{F173C250-B67F-2E07-767D-BAAAF02FDFEC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0" name="Google Shape;5454;p47">
                  <a:extLst>
                    <a:ext uri="{FF2B5EF4-FFF2-40B4-BE49-F238E27FC236}">
                      <a16:creationId xmlns:a16="http://schemas.microsoft.com/office/drawing/2014/main" id="{795B24DA-B06E-1816-E7E7-EDF3FA4C04C3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1" name="Google Shape;5455;p47">
                  <a:extLst>
                    <a:ext uri="{FF2B5EF4-FFF2-40B4-BE49-F238E27FC236}">
                      <a16:creationId xmlns:a16="http://schemas.microsoft.com/office/drawing/2014/main" id="{1986BD2C-ECAF-9AEC-1051-B88ADCCF1DBD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2" name="Google Shape;5456;p47">
                  <a:extLst>
                    <a:ext uri="{FF2B5EF4-FFF2-40B4-BE49-F238E27FC236}">
                      <a16:creationId xmlns:a16="http://schemas.microsoft.com/office/drawing/2014/main" id="{FD42D0FE-47C3-DCF4-6115-6677A0D2C03E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3" name="Google Shape;5457;p47">
                  <a:extLst>
                    <a:ext uri="{FF2B5EF4-FFF2-40B4-BE49-F238E27FC236}">
                      <a16:creationId xmlns:a16="http://schemas.microsoft.com/office/drawing/2014/main" id="{91E4B436-E7CC-A6FA-02E6-CA5B7B9EA40F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4" name="Google Shape;5458;p47">
                  <a:extLst>
                    <a:ext uri="{FF2B5EF4-FFF2-40B4-BE49-F238E27FC236}">
                      <a16:creationId xmlns:a16="http://schemas.microsoft.com/office/drawing/2014/main" id="{EB863140-563E-BC37-69A5-1AFB9ACA6E86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5" name="Google Shape;5459;p47">
                  <a:extLst>
                    <a:ext uri="{FF2B5EF4-FFF2-40B4-BE49-F238E27FC236}">
                      <a16:creationId xmlns:a16="http://schemas.microsoft.com/office/drawing/2014/main" id="{B70A5E0C-5CD0-6699-6894-8D6DF8C34975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6" name="Google Shape;5460;p47">
                  <a:extLst>
                    <a:ext uri="{FF2B5EF4-FFF2-40B4-BE49-F238E27FC236}">
                      <a16:creationId xmlns:a16="http://schemas.microsoft.com/office/drawing/2014/main" id="{A8485BE8-C5E8-D9D7-1DC8-288856B8571C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7" name="Google Shape;5461;p47">
                  <a:extLst>
                    <a:ext uri="{FF2B5EF4-FFF2-40B4-BE49-F238E27FC236}">
                      <a16:creationId xmlns:a16="http://schemas.microsoft.com/office/drawing/2014/main" id="{B18BFC14-1964-CDB7-C398-928BAB4FD042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8" name="Google Shape;5462;p47">
                  <a:extLst>
                    <a:ext uri="{FF2B5EF4-FFF2-40B4-BE49-F238E27FC236}">
                      <a16:creationId xmlns:a16="http://schemas.microsoft.com/office/drawing/2014/main" id="{F451961D-519B-2CE6-BC11-E102352B0DC2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9" name="Google Shape;5463;p47">
                  <a:extLst>
                    <a:ext uri="{FF2B5EF4-FFF2-40B4-BE49-F238E27FC236}">
                      <a16:creationId xmlns:a16="http://schemas.microsoft.com/office/drawing/2014/main" id="{A9312CED-9078-11FC-93C9-1CE08DF90D84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0" name="Google Shape;5464;p47">
                  <a:extLst>
                    <a:ext uri="{FF2B5EF4-FFF2-40B4-BE49-F238E27FC236}">
                      <a16:creationId xmlns:a16="http://schemas.microsoft.com/office/drawing/2014/main" id="{F0EFE513-AD3D-27B1-41ED-7FCC02C4FE4E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1" name="Google Shape;5465;p47">
                  <a:extLst>
                    <a:ext uri="{FF2B5EF4-FFF2-40B4-BE49-F238E27FC236}">
                      <a16:creationId xmlns:a16="http://schemas.microsoft.com/office/drawing/2014/main" id="{A241522E-19EA-724D-1D4D-C0235F707656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2" name="Google Shape;5466;p47">
                  <a:extLst>
                    <a:ext uri="{FF2B5EF4-FFF2-40B4-BE49-F238E27FC236}">
                      <a16:creationId xmlns:a16="http://schemas.microsoft.com/office/drawing/2014/main" id="{F85AD8E1-DB7C-4338-3DBA-8EBEC4C11265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3" name="Google Shape;5467;p47">
                  <a:extLst>
                    <a:ext uri="{FF2B5EF4-FFF2-40B4-BE49-F238E27FC236}">
                      <a16:creationId xmlns:a16="http://schemas.microsoft.com/office/drawing/2014/main" id="{34D92036-80B0-2164-9D28-6A83C3E9D819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4" name="Google Shape;5468;p47">
                  <a:extLst>
                    <a:ext uri="{FF2B5EF4-FFF2-40B4-BE49-F238E27FC236}">
                      <a16:creationId xmlns:a16="http://schemas.microsoft.com/office/drawing/2014/main" id="{6354EB73-D545-528B-0505-2B7D06C5C129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5" name="Google Shape;5469;p47">
                  <a:extLst>
                    <a:ext uri="{FF2B5EF4-FFF2-40B4-BE49-F238E27FC236}">
                      <a16:creationId xmlns:a16="http://schemas.microsoft.com/office/drawing/2014/main" id="{176C3866-443C-CE80-1D59-D312165569CC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6" name="Google Shape;5470;p47">
                  <a:extLst>
                    <a:ext uri="{FF2B5EF4-FFF2-40B4-BE49-F238E27FC236}">
                      <a16:creationId xmlns:a16="http://schemas.microsoft.com/office/drawing/2014/main" id="{3176C2DC-2CCC-258E-A239-2B5896F19BC2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7" name="Google Shape;5471;p47">
                  <a:extLst>
                    <a:ext uri="{FF2B5EF4-FFF2-40B4-BE49-F238E27FC236}">
                      <a16:creationId xmlns:a16="http://schemas.microsoft.com/office/drawing/2014/main" id="{D8C20E43-ABB3-1219-DB41-E4DD1C77A1DF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8" name="Google Shape;5472;p47">
                  <a:extLst>
                    <a:ext uri="{FF2B5EF4-FFF2-40B4-BE49-F238E27FC236}">
                      <a16:creationId xmlns:a16="http://schemas.microsoft.com/office/drawing/2014/main" id="{49D635D0-954B-E2CF-C8E3-F8C36591B1DC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9" name="Google Shape;5473;p47">
                  <a:extLst>
                    <a:ext uri="{FF2B5EF4-FFF2-40B4-BE49-F238E27FC236}">
                      <a16:creationId xmlns:a16="http://schemas.microsoft.com/office/drawing/2014/main" id="{D856A12E-22C9-6E1A-BAD2-9463E598D916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0" name="Google Shape;5474;p47">
                  <a:extLst>
                    <a:ext uri="{FF2B5EF4-FFF2-40B4-BE49-F238E27FC236}">
                      <a16:creationId xmlns:a16="http://schemas.microsoft.com/office/drawing/2014/main" id="{69F1258D-1C8E-531C-5314-84D4E6F19E27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1" name="Google Shape;5475;p47">
                  <a:extLst>
                    <a:ext uri="{FF2B5EF4-FFF2-40B4-BE49-F238E27FC236}">
                      <a16:creationId xmlns:a16="http://schemas.microsoft.com/office/drawing/2014/main" id="{49DA3578-E4E6-22BC-D239-20F80D050A9A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2" name="Google Shape;5476;p47">
                  <a:extLst>
                    <a:ext uri="{FF2B5EF4-FFF2-40B4-BE49-F238E27FC236}">
                      <a16:creationId xmlns:a16="http://schemas.microsoft.com/office/drawing/2014/main" id="{9B551CD4-ECCA-5F0A-4F44-5EE44F463DED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3" name="Google Shape;5477;p47">
                  <a:extLst>
                    <a:ext uri="{FF2B5EF4-FFF2-40B4-BE49-F238E27FC236}">
                      <a16:creationId xmlns:a16="http://schemas.microsoft.com/office/drawing/2014/main" id="{D43DDB61-A875-E1B7-6814-74340643D559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4" name="Google Shape;5478;p47">
                  <a:extLst>
                    <a:ext uri="{FF2B5EF4-FFF2-40B4-BE49-F238E27FC236}">
                      <a16:creationId xmlns:a16="http://schemas.microsoft.com/office/drawing/2014/main" id="{CA2567AC-2544-2840-1154-51ECB1F794B2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5" name="Google Shape;5479;p47">
                  <a:extLst>
                    <a:ext uri="{FF2B5EF4-FFF2-40B4-BE49-F238E27FC236}">
                      <a16:creationId xmlns:a16="http://schemas.microsoft.com/office/drawing/2014/main" id="{D945DAA1-7690-F24B-5E29-C2A1D4D4C616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6" name="Google Shape;5480;p47">
                  <a:extLst>
                    <a:ext uri="{FF2B5EF4-FFF2-40B4-BE49-F238E27FC236}">
                      <a16:creationId xmlns:a16="http://schemas.microsoft.com/office/drawing/2014/main" id="{89EEE5F5-A637-E3FD-1A98-B7D579643E00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7" name="Google Shape;5481;p47">
                  <a:extLst>
                    <a:ext uri="{FF2B5EF4-FFF2-40B4-BE49-F238E27FC236}">
                      <a16:creationId xmlns:a16="http://schemas.microsoft.com/office/drawing/2014/main" id="{AF231C45-68B6-327E-8369-9AD57E6895FC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8" name="Google Shape;5482;p47">
                  <a:extLst>
                    <a:ext uri="{FF2B5EF4-FFF2-40B4-BE49-F238E27FC236}">
                      <a16:creationId xmlns:a16="http://schemas.microsoft.com/office/drawing/2014/main" id="{A5A61A07-69AA-5961-5FE5-FD14C5AF6FD2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9" name="Google Shape;5483;p47">
                  <a:extLst>
                    <a:ext uri="{FF2B5EF4-FFF2-40B4-BE49-F238E27FC236}">
                      <a16:creationId xmlns:a16="http://schemas.microsoft.com/office/drawing/2014/main" id="{6874D10B-28F5-E323-25F2-D45ACAD4BD46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0" name="Google Shape;5484;p47">
                  <a:extLst>
                    <a:ext uri="{FF2B5EF4-FFF2-40B4-BE49-F238E27FC236}">
                      <a16:creationId xmlns:a16="http://schemas.microsoft.com/office/drawing/2014/main" id="{A852400C-C5CD-D2D1-30ED-3FA8A8E7A9E8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1" name="Google Shape;5485;p47">
                  <a:extLst>
                    <a:ext uri="{FF2B5EF4-FFF2-40B4-BE49-F238E27FC236}">
                      <a16:creationId xmlns:a16="http://schemas.microsoft.com/office/drawing/2014/main" id="{AFBEE975-8EE0-4E74-69E9-B5B29E682793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295" name="Google Shape;5486;p47">
              <a:extLst>
                <a:ext uri="{FF2B5EF4-FFF2-40B4-BE49-F238E27FC236}">
                  <a16:creationId xmlns:a16="http://schemas.microsoft.com/office/drawing/2014/main" id="{E06D1E35-DB08-9735-D6AD-852F442DD787}"/>
                </a:ext>
              </a:extLst>
            </p:cNvPr>
            <p:cNvGrpSpPr/>
            <p:nvPr/>
          </p:nvGrpSpPr>
          <p:grpSpPr>
            <a:xfrm>
              <a:off x="7811021" y="3410212"/>
              <a:ext cx="491637" cy="986062"/>
              <a:chOff x="4225370" y="-782119"/>
              <a:chExt cx="299250" cy="600196"/>
            </a:xfrm>
          </p:grpSpPr>
          <p:sp>
            <p:nvSpPr>
              <p:cNvPr id="1834" name="Google Shape;5487;p47">
                <a:extLst>
                  <a:ext uri="{FF2B5EF4-FFF2-40B4-BE49-F238E27FC236}">
                    <a16:creationId xmlns:a16="http://schemas.microsoft.com/office/drawing/2014/main" id="{B2271E59-5175-E737-C963-669B4F1C7B5A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5" name="Google Shape;5488;p47">
                <a:extLst>
                  <a:ext uri="{FF2B5EF4-FFF2-40B4-BE49-F238E27FC236}">
                    <a16:creationId xmlns:a16="http://schemas.microsoft.com/office/drawing/2014/main" id="{74CAD343-64A0-008B-B32B-40EC8202267D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6" name="Google Shape;5489;p47">
                <a:extLst>
                  <a:ext uri="{FF2B5EF4-FFF2-40B4-BE49-F238E27FC236}">
                    <a16:creationId xmlns:a16="http://schemas.microsoft.com/office/drawing/2014/main" id="{F7CA6968-3F65-C770-5F23-8801A124A4F7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7" name="Google Shape;5490;p47">
                <a:extLst>
                  <a:ext uri="{FF2B5EF4-FFF2-40B4-BE49-F238E27FC236}">
                    <a16:creationId xmlns:a16="http://schemas.microsoft.com/office/drawing/2014/main" id="{EAD8F18B-CABC-F4DC-B022-EFC611973FB3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8" name="Google Shape;5491;p47">
                <a:extLst>
                  <a:ext uri="{FF2B5EF4-FFF2-40B4-BE49-F238E27FC236}">
                    <a16:creationId xmlns:a16="http://schemas.microsoft.com/office/drawing/2014/main" id="{90BE6D8A-AF16-EE58-75E4-64757D35C4E6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9" name="Google Shape;5492;p47">
                <a:extLst>
                  <a:ext uri="{FF2B5EF4-FFF2-40B4-BE49-F238E27FC236}">
                    <a16:creationId xmlns:a16="http://schemas.microsoft.com/office/drawing/2014/main" id="{D3A9DCB2-2954-213A-C199-4B8560C3A54B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0" name="Google Shape;5493;p47">
                <a:extLst>
                  <a:ext uri="{FF2B5EF4-FFF2-40B4-BE49-F238E27FC236}">
                    <a16:creationId xmlns:a16="http://schemas.microsoft.com/office/drawing/2014/main" id="{C25DD8F2-97B6-0EF3-F0D1-040A423847CC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1" name="Google Shape;5494;p47">
                <a:extLst>
                  <a:ext uri="{FF2B5EF4-FFF2-40B4-BE49-F238E27FC236}">
                    <a16:creationId xmlns:a16="http://schemas.microsoft.com/office/drawing/2014/main" id="{84546F5F-B8D1-CED5-A3BE-3171C7CDDC23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2" name="Google Shape;5495;p47">
                <a:extLst>
                  <a:ext uri="{FF2B5EF4-FFF2-40B4-BE49-F238E27FC236}">
                    <a16:creationId xmlns:a16="http://schemas.microsoft.com/office/drawing/2014/main" id="{DEFC6EC3-C611-2B7B-9A40-7EEBD53ACA1A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3" name="Google Shape;5496;p47">
                <a:extLst>
                  <a:ext uri="{FF2B5EF4-FFF2-40B4-BE49-F238E27FC236}">
                    <a16:creationId xmlns:a16="http://schemas.microsoft.com/office/drawing/2014/main" id="{3D545FAC-0024-A933-E9FA-BAA4F493E61D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4" name="Google Shape;5497;p47">
                <a:extLst>
                  <a:ext uri="{FF2B5EF4-FFF2-40B4-BE49-F238E27FC236}">
                    <a16:creationId xmlns:a16="http://schemas.microsoft.com/office/drawing/2014/main" id="{AD79FC14-8BAA-4A40-E3DF-4E4760BC840E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5" name="Google Shape;5498;p47">
                <a:extLst>
                  <a:ext uri="{FF2B5EF4-FFF2-40B4-BE49-F238E27FC236}">
                    <a16:creationId xmlns:a16="http://schemas.microsoft.com/office/drawing/2014/main" id="{4FE5362F-390E-9AC3-01BC-F32D0892A68F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6" name="Google Shape;5499;p47">
              <a:extLst>
                <a:ext uri="{FF2B5EF4-FFF2-40B4-BE49-F238E27FC236}">
                  <a16:creationId xmlns:a16="http://schemas.microsoft.com/office/drawing/2014/main" id="{5E1410EB-FADD-8B02-58FE-FCC6018684F0}"/>
                </a:ext>
              </a:extLst>
            </p:cNvPr>
            <p:cNvGrpSpPr/>
            <p:nvPr/>
          </p:nvGrpSpPr>
          <p:grpSpPr>
            <a:xfrm>
              <a:off x="6459400" y="1053677"/>
              <a:ext cx="364101" cy="822618"/>
              <a:chOff x="-4142100" y="577427"/>
              <a:chExt cx="364101" cy="822618"/>
            </a:xfrm>
          </p:grpSpPr>
          <p:sp>
            <p:nvSpPr>
              <p:cNvPr id="1789" name="Google Shape;5500;p47">
                <a:extLst>
                  <a:ext uri="{FF2B5EF4-FFF2-40B4-BE49-F238E27FC236}">
                    <a16:creationId xmlns:a16="http://schemas.microsoft.com/office/drawing/2014/main" id="{449CC8AB-B155-B607-C0F4-CDC29A5AEE42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0" name="Google Shape;5501;p47">
                <a:extLst>
                  <a:ext uri="{FF2B5EF4-FFF2-40B4-BE49-F238E27FC236}">
                    <a16:creationId xmlns:a16="http://schemas.microsoft.com/office/drawing/2014/main" id="{78F0EF14-FD38-5AC0-5CE0-89D8DDB7FF7E}"/>
                  </a:ext>
                </a:extLst>
              </p:cNvPr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1" name="Google Shape;5502;p47">
                <a:extLst>
                  <a:ext uri="{FF2B5EF4-FFF2-40B4-BE49-F238E27FC236}">
                    <a16:creationId xmlns:a16="http://schemas.microsoft.com/office/drawing/2014/main" id="{4254C525-063A-D24E-9210-8CB1234DD3C4}"/>
                  </a:ext>
                </a:extLst>
              </p:cNvPr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2" name="Google Shape;5503;p47">
                <a:extLst>
                  <a:ext uri="{FF2B5EF4-FFF2-40B4-BE49-F238E27FC236}">
                    <a16:creationId xmlns:a16="http://schemas.microsoft.com/office/drawing/2014/main" id="{C09A4908-AB88-7A01-42E9-7B44E057AAEE}"/>
                  </a:ext>
                </a:extLst>
              </p:cNvPr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3" name="Google Shape;5504;p47">
                <a:extLst>
                  <a:ext uri="{FF2B5EF4-FFF2-40B4-BE49-F238E27FC236}">
                    <a16:creationId xmlns:a16="http://schemas.microsoft.com/office/drawing/2014/main" id="{8C929911-C2E4-A841-B61B-ABCFE977CABB}"/>
                  </a:ext>
                </a:extLst>
              </p:cNvPr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4" name="Google Shape;5505;p47">
                <a:extLst>
                  <a:ext uri="{FF2B5EF4-FFF2-40B4-BE49-F238E27FC236}">
                    <a16:creationId xmlns:a16="http://schemas.microsoft.com/office/drawing/2014/main" id="{DB3900CA-2E09-2CEA-8AFB-322FFD55D52B}"/>
                  </a:ext>
                </a:extLst>
              </p:cNvPr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5" name="Google Shape;5506;p47">
                <a:extLst>
                  <a:ext uri="{FF2B5EF4-FFF2-40B4-BE49-F238E27FC236}">
                    <a16:creationId xmlns:a16="http://schemas.microsoft.com/office/drawing/2014/main" id="{AD8F3B58-C93F-2AA5-E462-5ADC4B671279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6" name="Google Shape;5507;p47">
                <a:extLst>
                  <a:ext uri="{FF2B5EF4-FFF2-40B4-BE49-F238E27FC236}">
                    <a16:creationId xmlns:a16="http://schemas.microsoft.com/office/drawing/2014/main" id="{5187C6F0-27F0-875D-22B7-0A311342455A}"/>
                  </a:ext>
                </a:extLst>
              </p:cNvPr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7" name="Google Shape;5508;p47">
                <a:extLst>
                  <a:ext uri="{FF2B5EF4-FFF2-40B4-BE49-F238E27FC236}">
                    <a16:creationId xmlns:a16="http://schemas.microsoft.com/office/drawing/2014/main" id="{10EE1531-251C-AD0F-0A6E-14B13E4DA21D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8" name="Google Shape;5509;p47">
                <a:extLst>
                  <a:ext uri="{FF2B5EF4-FFF2-40B4-BE49-F238E27FC236}">
                    <a16:creationId xmlns:a16="http://schemas.microsoft.com/office/drawing/2014/main" id="{E26DB78C-0192-CCFA-4D6A-BC1BD6D2B3BB}"/>
                  </a:ext>
                </a:extLst>
              </p:cNvPr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9" name="Google Shape;5510;p47">
                <a:extLst>
                  <a:ext uri="{FF2B5EF4-FFF2-40B4-BE49-F238E27FC236}">
                    <a16:creationId xmlns:a16="http://schemas.microsoft.com/office/drawing/2014/main" id="{C4FEBBE2-E3C4-459A-2D2F-C0606078678D}"/>
                  </a:ext>
                </a:extLst>
              </p:cNvPr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0" name="Google Shape;5511;p47">
                <a:extLst>
                  <a:ext uri="{FF2B5EF4-FFF2-40B4-BE49-F238E27FC236}">
                    <a16:creationId xmlns:a16="http://schemas.microsoft.com/office/drawing/2014/main" id="{1986F420-7C25-2964-31C2-92E59261B4F7}"/>
                  </a:ext>
                </a:extLst>
              </p:cNvPr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1" name="Google Shape;5512;p47">
                <a:extLst>
                  <a:ext uri="{FF2B5EF4-FFF2-40B4-BE49-F238E27FC236}">
                    <a16:creationId xmlns:a16="http://schemas.microsoft.com/office/drawing/2014/main" id="{4B01385F-06D4-2EB7-64F4-B6289492B9CB}"/>
                  </a:ext>
                </a:extLst>
              </p:cNvPr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2" name="Google Shape;5513;p47">
                <a:extLst>
                  <a:ext uri="{FF2B5EF4-FFF2-40B4-BE49-F238E27FC236}">
                    <a16:creationId xmlns:a16="http://schemas.microsoft.com/office/drawing/2014/main" id="{0680C18B-BDF8-C769-8A37-41839D4114D0}"/>
                  </a:ext>
                </a:extLst>
              </p:cNvPr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3" name="Google Shape;5514;p47">
                <a:extLst>
                  <a:ext uri="{FF2B5EF4-FFF2-40B4-BE49-F238E27FC236}">
                    <a16:creationId xmlns:a16="http://schemas.microsoft.com/office/drawing/2014/main" id="{E6DD879D-8B5E-D58D-8D24-0442C8ED874B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4" name="Google Shape;5515;p47">
                <a:extLst>
                  <a:ext uri="{FF2B5EF4-FFF2-40B4-BE49-F238E27FC236}">
                    <a16:creationId xmlns:a16="http://schemas.microsoft.com/office/drawing/2014/main" id="{64B7299C-0D85-BE86-1B38-79868F0B291C}"/>
                  </a:ext>
                </a:extLst>
              </p:cNvPr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5" name="Google Shape;5516;p47">
                <a:extLst>
                  <a:ext uri="{FF2B5EF4-FFF2-40B4-BE49-F238E27FC236}">
                    <a16:creationId xmlns:a16="http://schemas.microsoft.com/office/drawing/2014/main" id="{D97ADE36-B9D6-0F54-313D-B1FC9D1D673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6" name="Google Shape;5517;p47">
                <a:extLst>
                  <a:ext uri="{FF2B5EF4-FFF2-40B4-BE49-F238E27FC236}">
                    <a16:creationId xmlns:a16="http://schemas.microsoft.com/office/drawing/2014/main" id="{838ACDFB-C8D9-BEE8-FE4F-8EACBF7F5DC6}"/>
                  </a:ext>
                </a:extLst>
              </p:cNvPr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7" name="Google Shape;5518;p47">
                <a:extLst>
                  <a:ext uri="{FF2B5EF4-FFF2-40B4-BE49-F238E27FC236}">
                    <a16:creationId xmlns:a16="http://schemas.microsoft.com/office/drawing/2014/main" id="{55CC4D96-EC07-5820-C4AB-29921CFFF50D}"/>
                  </a:ext>
                </a:extLst>
              </p:cNvPr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8" name="Google Shape;5519;p47">
                <a:extLst>
                  <a:ext uri="{FF2B5EF4-FFF2-40B4-BE49-F238E27FC236}">
                    <a16:creationId xmlns:a16="http://schemas.microsoft.com/office/drawing/2014/main" id="{EE994688-CB04-5506-9899-EB1A17F54934}"/>
                  </a:ext>
                </a:extLst>
              </p:cNvPr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9" name="Google Shape;5520;p47">
                <a:extLst>
                  <a:ext uri="{FF2B5EF4-FFF2-40B4-BE49-F238E27FC236}">
                    <a16:creationId xmlns:a16="http://schemas.microsoft.com/office/drawing/2014/main" id="{85862700-D84B-0295-4BBD-46146CB10B67}"/>
                  </a:ext>
                </a:extLst>
              </p:cNvPr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0" name="Google Shape;5521;p47">
                <a:extLst>
                  <a:ext uri="{FF2B5EF4-FFF2-40B4-BE49-F238E27FC236}">
                    <a16:creationId xmlns:a16="http://schemas.microsoft.com/office/drawing/2014/main" id="{EEC6000E-A88D-68FA-6851-D45D4DAEBA4A}"/>
                  </a:ext>
                </a:extLst>
              </p:cNvPr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1" name="Google Shape;5522;p47">
                <a:extLst>
                  <a:ext uri="{FF2B5EF4-FFF2-40B4-BE49-F238E27FC236}">
                    <a16:creationId xmlns:a16="http://schemas.microsoft.com/office/drawing/2014/main" id="{B0998540-E77A-334A-56B4-86B21E9B2F82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2" name="Google Shape;5523;p47">
                <a:extLst>
                  <a:ext uri="{FF2B5EF4-FFF2-40B4-BE49-F238E27FC236}">
                    <a16:creationId xmlns:a16="http://schemas.microsoft.com/office/drawing/2014/main" id="{AEBC0C9C-F5B0-1D0F-618F-3FD1D958A16B}"/>
                  </a:ext>
                </a:extLst>
              </p:cNvPr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3" name="Google Shape;5524;p47">
                <a:extLst>
                  <a:ext uri="{FF2B5EF4-FFF2-40B4-BE49-F238E27FC236}">
                    <a16:creationId xmlns:a16="http://schemas.microsoft.com/office/drawing/2014/main" id="{39FFE2DC-6C49-5F09-8C03-286E813EDF4B}"/>
                  </a:ext>
                </a:extLst>
              </p:cNvPr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4" name="Google Shape;5525;p47">
                <a:extLst>
                  <a:ext uri="{FF2B5EF4-FFF2-40B4-BE49-F238E27FC236}">
                    <a16:creationId xmlns:a16="http://schemas.microsoft.com/office/drawing/2014/main" id="{0F481EEF-FBE5-12FC-F502-5572B9317468}"/>
                  </a:ext>
                </a:extLst>
              </p:cNvPr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5" name="Google Shape;5526;p47">
                <a:extLst>
                  <a:ext uri="{FF2B5EF4-FFF2-40B4-BE49-F238E27FC236}">
                    <a16:creationId xmlns:a16="http://schemas.microsoft.com/office/drawing/2014/main" id="{918CE0DF-3C6F-B81E-395B-FD1304A18B75}"/>
                  </a:ext>
                </a:extLst>
              </p:cNvPr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6" name="Google Shape;5527;p47">
                <a:extLst>
                  <a:ext uri="{FF2B5EF4-FFF2-40B4-BE49-F238E27FC236}">
                    <a16:creationId xmlns:a16="http://schemas.microsoft.com/office/drawing/2014/main" id="{315442BB-93C2-9F45-3352-D62F59E7A745}"/>
                  </a:ext>
                </a:extLst>
              </p:cNvPr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7" name="Google Shape;5528;p47">
                <a:extLst>
                  <a:ext uri="{FF2B5EF4-FFF2-40B4-BE49-F238E27FC236}">
                    <a16:creationId xmlns:a16="http://schemas.microsoft.com/office/drawing/2014/main" id="{5AA82480-2E7C-3E30-F60E-540771ADB05B}"/>
                  </a:ext>
                </a:extLst>
              </p:cNvPr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8" name="Google Shape;5529;p47">
                <a:extLst>
                  <a:ext uri="{FF2B5EF4-FFF2-40B4-BE49-F238E27FC236}">
                    <a16:creationId xmlns:a16="http://schemas.microsoft.com/office/drawing/2014/main" id="{4E1C7123-7E78-FDEA-DC4D-6A53FBEB558F}"/>
                  </a:ext>
                </a:extLst>
              </p:cNvPr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9" name="Google Shape;5530;p47">
                <a:extLst>
                  <a:ext uri="{FF2B5EF4-FFF2-40B4-BE49-F238E27FC236}">
                    <a16:creationId xmlns:a16="http://schemas.microsoft.com/office/drawing/2014/main" id="{D7D9E314-6C9E-86E6-835E-A91441F02793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0" name="Google Shape;5531;p47">
                <a:extLst>
                  <a:ext uri="{FF2B5EF4-FFF2-40B4-BE49-F238E27FC236}">
                    <a16:creationId xmlns:a16="http://schemas.microsoft.com/office/drawing/2014/main" id="{DEDB66A6-AC49-C07C-47F9-562D02A65511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1" name="Google Shape;5532;p47">
                <a:extLst>
                  <a:ext uri="{FF2B5EF4-FFF2-40B4-BE49-F238E27FC236}">
                    <a16:creationId xmlns:a16="http://schemas.microsoft.com/office/drawing/2014/main" id="{4F902206-43F0-9B66-0053-52D96AE64B92}"/>
                  </a:ext>
                </a:extLst>
              </p:cNvPr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2" name="Google Shape;5533;p47">
                <a:extLst>
                  <a:ext uri="{FF2B5EF4-FFF2-40B4-BE49-F238E27FC236}">
                    <a16:creationId xmlns:a16="http://schemas.microsoft.com/office/drawing/2014/main" id="{96B92501-7E82-4D36-84C6-C960F21ADA89}"/>
                  </a:ext>
                </a:extLst>
              </p:cNvPr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3" name="Google Shape;5534;p47">
                <a:extLst>
                  <a:ext uri="{FF2B5EF4-FFF2-40B4-BE49-F238E27FC236}">
                    <a16:creationId xmlns:a16="http://schemas.microsoft.com/office/drawing/2014/main" id="{148C0205-5AD5-36AB-75CC-B9A7468321BA}"/>
                  </a:ext>
                </a:extLst>
              </p:cNvPr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4" name="Google Shape;5535;p47">
                <a:extLst>
                  <a:ext uri="{FF2B5EF4-FFF2-40B4-BE49-F238E27FC236}">
                    <a16:creationId xmlns:a16="http://schemas.microsoft.com/office/drawing/2014/main" id="{2A4DD80A-E775-5963-1C68-34E4AB98A79E}"/>
                  </a:ext>
                </a:extLst>
              </p:cNvPr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5" name="Google Shape;5536;p47">
                <a:extLst>
                  <a:ext uri="{FF2B5EF4-FFF2-40B4-BE49-F238E27FC236}">
                    <a16:creationId xmlns:a16="http://schemas.microsoft.com/office/drawing/2014/main" id="{56BC0658-E865-594A-B187-EDC0AE857737}"/>
                  </a:ext>
                </a:extLst>
              </p:cNvPr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6" name="Google Shape;5537;p47">
                <a:extLst>
                  <a:ext uri="{FF2B5EF4-FFF2-40B4-BE49-F238E27FC236}">
                    <a16:creationId xmlns:a16="http://schemas.microsoft.com/office/drawing/2014/main" id="{CFBBC198-0B21-25BB-618C-18C647FF684E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7" name="Google Shape;5538;p47">
                <a:extLst>
                  <a:ext uri="{FF2B5EF4-FFF2-40B4-BE49-F238E27FC236}">
                    <a16:creationId xmlns:a16="http://schemas.microsoft.com/office/drawing/2014/main" id="{6A0CC9F5-D888-B28A-AD18-7275CE251B26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8" name="Google Shape;5539;p47">
                <a:extLst>
                  <a:ext uri="{FF2B5EF4-FFF2-40B4-BE49-F238E27FC236}">
                    <a16:creationId xmlns:a16="http://schemas.microsoft.com/office/drawing/2014/main" id="{3FB7DC9E-5255-5A24-5F04-1EAEBBE465E1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9" name="Google Shape;5540;p47">
                <a:extLst>
                  <a:ext uri="{FF2B5EF4-FFF2-40B4-BE49-F238E27FC236}">
                    <a16:creationId xmlns:a16="http://schemas.microsoft.com/office/drawing/2014/main" id="{9FF92B51-373B-80C6-CAB9-A4DB96CBBD50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0" name="Google Shape;5541;p47">
                <a:extLst>
                  <a:ext uri="{FF2B5EF4-FFF2-40B4-BE49-F238E27FC236}">
                    <a16:creationId xmlns:a16="http://schemas.microsoft.com/office/drawing/2014/main" id="{E854A965-58E9-9A52-CF4E-0888D62D795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1" name="Google Shape;5542;p47">
                <a:extLst>
                  <a:ext uri="{FF2B5EF4-FFF2-40B4-BE49-F238E27FC236}">
                    <a16:creationId xmlns:a16="http://schemas.microsoft.com/office/drawing/2014/main" id="{E242DA3A-B1A3-8838-0459-97C25EDBAF37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2" name="Google Shape;5543;p47">
                <a:extLst>
                  <a:ext uri="{FF2B5EF4-FFF2-40B4-BE49-F238E27FC236}">
                    <a16:creationId xmlns:a16="http://schemas.microsoft.com/office/drawing/2014/main" id="{76C367BE-20EB-1DD9-B7E0-49E2304827DE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3" name="Google Shape;5544;p47">
                <a:extLst>
                  <a:ext uri="{FF2B5EF4-FFF2-40B4-BE49-F238E27FC236}">
                    <a16:creationId xmlns:a16="http://schemas.microsoft.com/office/drawing/2014/main" id="{666F8A0B-2B66-E52D-B530-1D5938317510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7" name="Google Shape;5545;p47">
              <a:extLst>
                <a:ext uri="{FF2B5EF4-FFF2-40B4-BE49-F238E27FC236}">
                  <a16:creationId xmlns:a16="http://schemas.microsoft.com/office/drawing/2014/main" id="{AC131702-8488-D31D-7CD3-C86EECC88D41}"/>
                </a:ext>
              </a:extLst>
            </p:cNvPr>
            <p:cNvGrpSpPr/>
            <p:nvPr/>
          </p:nvGrpSpPr>
          <p:grpSpPr>
            <a:xfrm>
              <a:off x="6049017" y="3621184"/>
              <a:ext cx="304008" cy="564114"/>
              <a:chOff x="6058230" y="-2567239"/>
              <a:chExt cx="663194" cy="1230616"/>
            </a:xfrm>
          </p:grpSpPr>
          <p:sp>
            <p:nvSpPr>
              <p:cNvPr id="1755" name="Google Shape;5546;p47">
                <a:extLst>
                  <a:ext uri="{FF2B5EF4-FFF2-40B4-BE49-F238E27FC236}">
                    <a16:creationId xmlns:a16="http://schemas.microsoft.com/office/drawing/2014/main" id="{2946EB30-AE38-6F83-AE99-0098EA034270}"/>
                  </a:ext>
                </a:extLst>
              </p:cNvPr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6" name="Google Shape;5547;p47">
                <a:extLst>
                  <a:ext uri="{FF2B5EF4-FFF2-40B4-BE49-F238E27FC236}">
                    <a16:creationId xmlns:a16="http://schemas.microsoft.com/office/drawing/2014/main" id="{5FA7553D-4A5B-B9E0-BC4A-2A481CA28235}"/>
                  </a:ext>
                </a:extLst>
              </p:cNvPr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7" name="Google Shape;5548;p47">
                <a:extLst>
                  <a:ext uri="{FF2B5EF4-FFF2-40B4-BE49-F238E27FC236}">
                    <a16:creationId xmlns:a16="http://schemas.microsoft.com/office/drawing/2014/main" id="{50438FB3-3059-E4AA-71C9-A46A041E6109}"/>
                  </a:ext>
                </a:extLst>
              </p:cNvPr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8" name="Google Shape;5549;p47">
                <a:extLst>
                  <a:ext uri="{FF2B5EF4-FFF2-40B4-BE49-F238E27FC236}">
                    <a16:creationId xmlns:a16="http://schemas.microsoft.com/office/drawing/2014/main" id="{E18017DC-907F-50AE-9C75-B05D0DC81144}"/>
                  </a:ext>
                </a:extLst>
              </p:cNvPr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9" name="Google Shape;5550;p47">
                <a:extLst>
                  <a:ext uri="{FF2B5EF4-FFF2-40B4-BE49-F238E27FC236}">
                    <a16:creationId xmlns:a16="http://schemas.microsoft.com/office/drawing/2014/main" id="{F5C85D2E-574E-BDB5-B6E5-C3B08F7E1240}"/>
                  </a:ext>
                </a:extLst>
              </p:cNvPr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0" name="Google Shape;5551;p47">
                <a:extLst>
                  <a:ext uri="{FF2B5EF4-FFF2-40B4-BE49-F238E27FC236}">
                    <a16:creationId xmlns:a16="http://schemas.microsoft.com/office/drawing/2014/main" id="{89823353-3CCF-8084-7AFB-812074D3CF09}"/>
                  </a:ext>
                </a:extLst>
              </p:cNvPr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1" name="Google Shape;5552;p47">
                <a:extLst>
                  <a:ext uri="{FF2B5EF4-FFF2-40B4-BE49-F238E27FC236}">
                    <a16:creationId xmlns:a16="http://schemas.microsoft.com/office/drawing/2014/main" id="{F4105699-92DE-3D45-30A5-5369F8BE30DB}"/>
                  </a:ext>
                </a:extLst>
              </p:cNvPr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2" name="Google Shape;5553;p47">
                <a:extLst>
                  <a:ext uri="{FF2B5EF4-FFF2-40B4-BE49-F238E27FC236}">
                    <a16:creationId xmlns:a16="http://schemas.microsoft.com/office/drawing/2014/main" id="{D69BB3F6-ED52-69D0-A78E-14A0D69AA688}"/>
                  </a:ext>
                </a:extLst>
              </p:cNvPr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3" name="Google Shape;5554;p47">
                <a:extLst>
                  <a:ext uri="{FF2B5EF4-FFF2-40B4-BE49-F238E27FC236}">
                    <a16:creationId xmlns:a16="http://schemas.microsoft.com/office/drawing/2014/main" id="{6F903992-66A5-251C-303C-47A3C7744A8C}"/>
                  </a:ext>
                </a:extLst>
              </p:cNvPr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4" name="Google Shape;5555;p47">
                <a:extLst>
                  <a:ext uri="{FF2B5EF4-FFF2-40B4-BE49-F238E27FC236}">
                    <a16:creationId xmlns:a16="http://schemas.microsoft.com/office/drawing/2014/main" id="{3391CF07-5A56-CE27-E20A-E9F612E3B760}"/>
                  </a:ext>
                </a:extLst>
              </p:cNvPr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5" name="Google Shape;5556;p47">
                <a:extLst>
                  <a:ext uri="{FF2B5EF4-FFF2-40B4-BE49-F238E27FC236}">
                    <a16:creationId xmlns:a16="http://schemas.microsoft.com/office/drawing/2014/main" id="{5FE98A4F-4C22-5FB2-5318-1370409152D0}"/>
                  </a:ext>
                </a:extLst>
              </p:cNvPr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6" name="Google Shape;5557;p47">
                <a:extLst>
                  <a:ext uri="{FF2B5EF4-FFF2-40B4-BE49-F238E27FC236}">
                    <a16:creationId xmlns:a16="http://schemas.microsoft.com/office/drawing/2014/main" id="{0CB88DA9-7DDA-763A-4FE9-7E7E7995F93B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7" name="Google Shape;5558;p47">
                <a:extLst>
                  <a:ext uri="{FF2B5EF4-FFF2-40B4-BE49-F238E27FC236}">
                    <a16:creationId xmlns:a16="http://schemas.microsoft.com/office/drawing/2014/main" id="{A9E7666C-53DC-C598-55C2-F0305088B866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8" name="Google Shape;5559;p47">
                <a:extLst>
                  <a:ext uri="{FF2B5EF4-FFF2-40B4-BE49-F238E27FC236}">
                    <a16:creationId xmlns:a16="http://schemas.microsoft.com/office/drawing/2014/main" id="{738772DF-3BAB-38D3-AF16-C2AC893ACB4A}"/>
                  </a:ext>
                </a:extLst>
              </p:cNvPr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9" name="Google Shape;5560;p47">
                <a:extLst>
                  <a:ext uri="{FF2B5EF4-FFF2-40B4-BE49-F238E27FC236}">
                    <a16:creationId xmlns:a16="http://schemas.microsoft.com/office/drawing/2014/main" id="{365F8199-5A7F-14C8-42DF-902C2F08BED0}"/>
                  </a:ext>
                </a:extLst>
              </p:cNvPr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0" name="Google Shape;5561;p47">
                <a:extLst>
                  <a:ext uri="{FF2B5EF4-FFF2-40B4-BE49-F238E27FC236}">
                    <a16:creationId xmlns:a16="http://schemas.microsoft.com/office/drawing/2014/main" id="{E5E0895E-1948-F868-3756-BEB0FAB4A04C}"/>
                  </a:ext>
                </a:extLst>
              </p:cNvPr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1" name="Google Shape;5562;p47">
                <a:extLst>
                  <a:ext uri="{FF2B5EF4-FFF2-40B4-BE49-F238E27FC236}">
                    <a16:creationId xmlns:a16="http://schemas.microsoft.com/office/drawing/2014/main" id="{9EE27B2B-A535-19BE-F164-604354C89667}"/>
                  </a:ext>
                </a:extLst>
              </p:cNvPr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2" name="Google Shape;5563;p47">
                <a:extLst>
                  <a:ext uri="{FF2B5EF4-FFF2-40B4-BE49-F238E27FC236}">
                    <a16:creationId xmlns:a16="http://schemas.microsoft.com/office/drawing/2014/main" id="{05AE9DE4-2743-00D8-986D-13041426BDB1}"/>
                  </a:ext>
                </a:extLst>
              </p:cNvPr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3" name="Google Shape;5564;p47">
                <a:extLst>
                  <a:ext uri="{FF2B5EF4-FFF2-40B4-BE49-F238E27FC236}">
                    <a16:creationId xmlns:a16="http://schemas.microsoft.com/office/drawing/2014/main" id="{EF1E42F6-5973-9280-E4AB-21F3CD408F00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4" name="Google Shape;5565;p47">
                <a:extLst>
                  <a:ext uri="{FF2B5EF4-FFF2-40B4-BE49-F238E27FC236}">
                    <a16:creationId xmlns:a16="http://schemas.microsoft.com/office/drawing/2014/main" id="{0E9EE977-4DE5-BEDA-4D1D-C558481B85AC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5" name="Google Shape;5566;p47">
                <a:extLst>
                  <a:ext uri="{FF2B5EF4-FFF2-40B4-BE49-F238E27FC236}">
                    <a16:creationId xmlns:a16="http://schemas.microsoft.com/office/drawing/2014/main" id="{9A4DE0C2-D865-5A21-7563-01BD431A0E91}"/>
                  </a:ext>
                </a:extLst>
              </p:cNvPr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6" name="Google Shape;5567;p47">
                <a:extLst>
                  <a:ext uri="{FF2B5EF4-FFF2-40B4-BE49-F238E27FC236}">
                    <a16:creationId xmlns:a16="http://schemas.microsoft.com/office/drawing/2014/main" id="{633285B9-E684-1C31-5C0B-309B86A44E9B}"/>
                  </a:ext>
                </a:extLst>
              </p:cNvPr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7" name="Google Shape;5568;p47">
                <a:extLst>
                  <a:ext uri="{FF2B5EF4-FFF2-40B4-BE49-F238E27FC236}">
                    <a16:creationId xmlns:a16="http://schemas.microsoft.com/office/drawing/2014/main" id="{3E08118D-E283-47A5-752D-A63C2A108EEE}"/>
                  </a:ext>
                </a:extLst>
              </p:cNvPr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8" name="Google Shape;5569;p47">
                <a:extLst>
                  <a:ext uri="{FF2B5EF4-FFF2-40B4-BE49-F238E27FC236}">
                    <a16:creationId xmlns:a16="http://schemas.microsoft.com/office/drawing/2014/main" id="{C279831E-DF2F-556A-0F73-C94FD2424AEE}"/>
                  </a:ext>
                </a:extLst>
              </p:cNvPr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9" name="Google Shape;5570;p47">
                <a:extLst>
                  <a:ext uri="{FF2B5EF4-FFF2-40B4-BE49-F238E27FC236}">
                    <a16:creationId xmlns:a16="http://schemas.microsoft.com/office/drawing/2014/main" id="{64007973-15ED-1803-4056-440CFDAFBEC7}"/>
                  </a:ext>
                </a:extLst>
              </p:cNvPr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0" name="Google Shape;5571;p47">
                <a:extLst>
                  <a:ext uri="{FF2B5EF4-FFF2-40B4-BE49-F238E27FC236}">
                    <a16:creationId xmlns:a16="http://schemas.microsoft.com/office/drawing/2014/main" id="{31DE9849-08B7-8AA5-F9C1-F2D28C549066}"/>
                  </a:ext>
                </a:extLst>
              </p:cNvPr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1" name="Google Shape;5572;p47">
                <a:extLst>
                  <a:ext uri="{FF2B5EF4-FFF2-40B4-BE49-F238E27FC236}">
                    <a16:creationId xmlns:a16="http://schemas.microsoft.com/office/drawing/2014/main" id="{648AE4CC-A9E6-6112-82F5-4E8AF3EED867}"/>
                  </a:ext>
                </a:extLst>
              </p:cNvPr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2" name="Google Shape;5573;p47">
                <a:extLst>
                  <a:ext uri="{FF2B5EF4-FFF2-40B4-BE49-F238E27FC236}">
                    <a16:creationId xmlns:a16="http://schemas.microsoft.com/office/drawing/2014/main" id="{6F70E978-893B-A9F9-AAED-9F9F4629802A}"/>
                  </a:ext>
                </a:extLst>
              </p:cNvPr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3" name="Google Shape;5574;p47">
                <a:extLst>
                  <a:ext uri="{FF2B5EF4-FFF2-40B4-BE49-F238E27FC236}">
                    <a16:creationId xmlns:a16="http://schemas.microsoft.com/office/drawing/2014/main" id="{1D095512-5C2E-A5DA-A658-A9695A36D346}"/>
                  </a:ext>
                </a:extLst>
              </p:cNvPr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4" name="Google Shape;5575;p47">
                <a:extLst>
                  <a:ext uri="{FF2B5EF4-FFF2-40B4-BE49-F238E27FC236}">
                    <a16:creationId xmlns:a16="http://schemas.microsoft.com/office/drawing/2014/main" id="{4E402D02-436D-2D86-E866-8D397B8971E4}"/>
                  </a:ext>
                </a:extLst>
              </p:cNvPr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5" name="Google Shape;5576;p47">
                <a:extLst>
                  <a:ext uri="{FF2B5EF4-FFF2-40B4-BE49-F238E27FC236}">
                    <a16:creationId xmlns:a16="http://schemas.microsoft.com/office/drawing/2014/main" id="{2FBC5EC7-3069-C92F-445D-653400685539}"/>
                  </a:ext>
                </a:extLst>
              </p:cNvPr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6" name="Google Shape;5577;p47">
                <a:extLst>
                  <a:ext uri="{FF2B5EF4-FFF2-40B4-BE49-F238E27FC236}">
                    <a16:creationId xmlns:a16="http://schemas.microsoft.com/office/drawing/2014/main" id="{68AFEC98-993E-4E08-EDBA-DA6FC7763B75}"/>
                  </a:ext>
                </a:extLst>
              </p:cNvPr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7" name="Google Shape;5578;p47">
                <a:extLst>
                  <a:ext uri="{FF2B5EF4-FFF2-40B4-BE49-F238E27FC236}">
                    <a16:creationId xmlns:a16="http://schemas.microsoft.com/office/drawing/2014/main" id="{ACADAE70-71E3-07AD-F889-FC9834923A82}"/>
                  </a:ext>
                </a:extLst>
              </p:cNvPr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8" name="Google Shape;5579;p47">
                <a:extLst>
                  <a:ext uri="{FF2B5EF4-FFF2-40B4-BE49-F238E27FC236}">
                    <a16:creationId xmlns:a16="http://schemas.microsoft.com/office/drawing/2014/main" id="{82BCB2A4-1A52-21FE-0349-C60909CC9CA6}"/>
                  </a:ext>
                </a:extLst>
              </p:cNvPr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8" name="Google Shape;5580;p47">
              <a:extLst>
                <a:ext uri="{FF2B5EF4-FFF2-40B4-BE49-F238E27FC236}">
                  <a16:creationId xmlns:a16="http://schemas.microsoft.com/office/drawing/2014/main" id="{DE0F1AD6-265E-695E-EDDC-5A19A5C7A60C}"/>
                </a:ext>
              </a:extLst>
            </p:cNvPr>
            <p:cNvGrpSpPr/>
            <p:nvPr/>
          </p:nvGrpSpPr>
          <p:grpSpPr>
            <a:xfrm>
              <a:off x="7798664" y="783526"/>
              <a:ext cx="516340" cy="1362905"/>
              <a:chOff x="9791151" y="-1806999"/>
              <a:chExt cx="516340" cy="1362905"/>
            </a:xfrm>
          </p:grpSpPr>
          <p:sp>
            <p:nvSpPr>
              <p:cNvPr id="1712" name="Google Shape;5581;p47">
                <a:extLst>
                  <a:ext uri="{FF2B5EF4-FFF2-40B4-BE49-F238E27FC236}">
                    <a16:creationId xmlns:a16="http://schemas.microsoft.com/office/drawing/2014/main" id="{477E673C-E29B-53F4-D490-C10AC3A03A87}"/>
                  </a:ext>
                </a:extLst>
              </p:cNvPr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3" name="Google Shape;5582;p47">
                <a:extLst>
                  <a:ext uri="{FF2B5EF4-FFF2-40B4-BE49-F238E27FC236}">
                    <a16:creationId xmlns:a16="http://schemas.microsoft.com/office/drawing/2014/main" id="{6BF7D06F-8C5E-37E0-E0BB-AA6B024BDEBB}"/>
                  </a:ext>
                </a:extLst>
              </p:cNvPr>
              <p:cNvSpPr/>
              <p:nvPr/>
            </p:nvSpPr>
            <p:spPr>
              <a:xfrm>
                <a:off x="9989978" y="-884287"/>
                <a:ext cx="15520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4" name="Google Shape;5583;p47">
                <a:extLst>
                  <a:ext uri="{FF2B5EF4-FFF2-40B4-BE49-F238E27FC236}">
                    <a16:creationId xmlns:a16="http://schemas.microsoft.com/office/drawing/2014/main" id="{A71D711D-7EB2-4306-D711-3AE8FBA0C4A8}"/>
                  </a:ext>
                </a:extLst>
              </p:cNvPr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5" name="Google Shape;5584;p47">
                <a:extLst>
                  <a:ext uri="{FF2B5EF4-FFF2-40B4-BE49-F238E27FC236}">
                    <a16:creationId xmlns:a16="http://schemas.microsoft.com/office/drawing/2014/main" id="{05F37F18-ED3B-0A8B-2A2B-6DDF2F346342}"/>
                  </a:ext>
                </a:extLst>
              </p:cNvPr>
              <p:cNvSpPr/>
              <p:nvPr/>
            </p:nvSpPr>
            <p:spPr>
              <a:xfrm>
                <a:off x="9986057" y="-876608"/>
                <a:ext cx="19441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6" name="Google Shape;5585;p47">
                <a:extLst>
                  <a:ext uri="{FF2B5EF4-FFF2-40B4-BE49-F238E27FC236}">
                    <a16:creationId xmlns:a16="http://schemas.microsoft.com/office/drawing/2014/main" id="{F187A255-F628-2542-345E-FD048433E72E}"/>
                  </a:ext>
                </a:extLst>
              </p:cNvPr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7" name="Google Shape;5586;p47">
                <a:extLst>
                  <a:ext uri="{FF2B5EF4-FFF2-40B4-BE49-F238E27FC236}">
                    <a16:creationId xmlns:a16="http://schemas.microsoft.com/office/drawing/2014/main" id="{8D6F33CC-6617-008A-0C68-524F38F8C2E6}"/>
                  </a:ext>
                </a:extLst>
              </p:cNvPr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8" name="Google Shape;5587;p47">
                <a:extLst>
                  <a:ext uri="{FF2B5EF4-FFF2-40B4-BE49-F238E27FC236}">
                    <a16:creationId xmlns:a16="http://schemas.microsoft.com/office/drawing/2014/main" id="{9AB84269-7138-6296-2849-242B98E169E8}"/>
                  </a:ext>
                </a:extLst>
              </p:cNvPr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9" name="Google Shape;5588;p47">
                <a:extLst>
                  <a:ext uri="{FF2B5EF4-FFF2-40B4-BE49-F238E27FC236}">
                    <a16:creationId xmlns:a16="http://schemas.microsoft.com/office/drawing/2014/main" id="{DB64690A-DC50-1BA5-DA50-3DB23F2CB011}"/>
                  </a:ext>
                </a:extLst>
              </p:cNvPr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0" name="Google Shape;5589;p47">
                <a:extLst>
                  <a:ext uri="{FF2B5EF4-FFF2-40B4-BE49-F238E27FC236}">
                    <a16:creationId xmlns:a16="http://schemas.microsoft.com/office/drawing/2014/main" id="{12CB47D7-C458-FC96-A4E0-797A16287E55}"/>
                  </a:ext>
                </a:extLst>
              </p:cNvPr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1" name="Google Shape;5590;p47">
                <a:extLst>
                  <a:ext uri="{FF2B5EF4-FFF2-40B4-BE49-F238E27FC236}">
                    <a16:creationId xmlns:a16="http://schemas.microsoft.com/office/drawing/2014/main" id="{C3661BC0-6A3D-99A0-0AAD-758A67116F71}"/>
                  </a:ext>
                </a:extLst>
              </p:cNvPr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2" name="Google Shape;5591;p47">
                <a:extLst>
                  <a:ext uri="{FF2B5EF4-FFF2-40B4-BE49-F238E27FC236}">
                    <a16:creationId xmlns:a16="http://schemas.microsoft.com/office/drawing/2014/main" id="{E9838FD0-3892-B816-36CB-81D5A6B9CE7C}"/>
                  </a:ext>
                </a:extLst>
              </p:cNvPr>
              <p:cNvSpPr/>
              <p:nvPr/>
            </p:nvSpPr>
            <p:spPr>
              <a:xfrm>
                <a:off x="10111529" y="-953732"/>
                <a:ext cx="11763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3" name="Google Shape;5592;p47">
                <a:extLst>
                  <a:ext uri="{FF2B5EF4-FFF2-40B4-BE49-F238E27FC236}">
                    <a16:creationId xmlns:a16="http://schemas.microsoft.com/office/drawing/2014/main" id="{27492D97-40B7-6564-997A-8B53446AB997}"/>
                  </a:ext>
                </a:extLst>
              </p:cNvPr>
              <p:cNvSpPr/>
              <p:nvPr/>
            </p:nvSpPr>
            <p:spPr>
              <a:xfrm>
                <a:off x="10123128" y="-955692"/>
                <a:ext cx="21402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4" name="Google Shape;5593;p47">
                <a:extLst>
                  <a:ext uri="{FF2B5EF4-FFF2-40B4-BE49-F238E27FC236}">
                    <a16:creationId xmlns:a16="http://schemas.microsoft.com/office/drawing/2014/main" id="{A7357154-448C-F6CD-6522-15F6C03D639D}"/>
                  </a:ext>
                </a:extLst>
              </p:cNvPr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5" name="Google Shape;5594;p47">
                <a:extLst>
                  <a:ext uri="{FF2B5EF4-FFF2-40B4-BE49-F238E27FC236}">
                    <a16:creationId xmlns:a16="http://schemas.microsoft.com/office/drawing/2014/main" id="{82083388-2F07-E163-061A-AB22DB2475E3}"/>
                  </a:ext>
                </a:extLst>
              </p:cNvPr>
              <p:cNvSpPr/>
              <p:nvPr/>
            </p:nvSpPr>
            <p:spPr>
              <a:xfrm>
                <a:off x="10090290" y="-1179549"/>
                <a:ext cx="71557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6" name="Google Shape;5595;p47">
                <a:extLst>
                  <a:ext uri="{FF2B5EF4-FFF2-40B4-BE49-F238E27FC236}">
                    <a16:creationId xmlns:a16="http://schemas.microsoft.com/office/drawing/2014/main" id="{0F6F4891-1AE8-51B9-F718-C9B269A19075}"/>
                  </a:ext>
                </a:extLst>
              </p:cNvPr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7" name="Google Shape;5596;p47">
                <a:extLst>
                  <a:ext uri="{FF2B5EF4-FFF2-40B4-BE49-F238E27FC236}">
                    <a16:creationId xmlns:a16="http://schemas.microsoft.com/office/drawing/2014/main" id="{E9962907-0C53-F158-699C-DB23CAFC15FD}"/>
                  </a:ext>
                </a:extLst>
              </p:cNvPr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8" name="Google Shape;5597;p47">
                <a:extLst>
                  <a:ext uri="{FF2B5EF4-FFF2-40B4-BE49-F238E27FC236}">
                    <a16:creationId xmlns:a16="http://schemas.microsoft.com/office/drawing/2014/main" id="{15BD5CBD-DA98-5F73-B216-CF7F20735FD9}"/>
                  </a:ext>
                </a:extLst>
              </p:cNvPr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9" name="Google Shape;5598;p47">
                <a:extLst>
                  <a:ext uri="{FF2B5EF4-FFF2-40B4-BE49-F238E27FC236}">
                    <a16:creationId xmlns:a16="http://schemas.microsoft.com/office/drawing/2014/main" id="{359CAF1D-5076-9363-0512-0407381DD0B0}"/>
                  </a:ext>
                </a:extLst>
              </p:cNvPr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0" name="Google Shape;5599;p47">
                <a:extLst>
                  <a:ext uri="{FF2B5EF4-FFF2-40B4-BE49-F238E27FC236}">
                    <a16:creationId xmlns:a16="http://schemas.microsoft.com/office/drawing/2014/main" id="{419B4E4B-D2EC-C592-5F58-D0BC40A6D12C}"/>
                  </a:ext>
                </a:extLst>
              </p:cNvPr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1" name="Google Shape;5600;p47">
                <a:extLst>
                  <a:ext uri="{FF2B5EF4-FFF2-40B4-BE49-F238E27FC236}">
                    <a16:creationId xmlns:a16="http://schemas.microsoft.com/office/drawing/2014/main" id="{A263334C-7038-BD65-F6B3-27608725E974}"/>
                  </a:ext>
                </a:extLst>
              </p:cNvPr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2" name="Google Shape;5601;p47">
                <a:extLst>
                  <a:ext uri="{FF2B5EF4-FFF2-40B4-BE49-F238E27FC236}">
                    <a16:creationId xmlns:a16="http://schemas.microsoft.com/office/drawing/2014/main" id="{44ABA258-F3AF-E970-59D8-474CFF203B77}"/>
                  </a:ext>
                </a:extLst>
              </p:cNvPr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3" name="Google Shape;5602;p47">
                <a:extLst>
                  <a:ext uri="{FF2B5EF4-FFF2-40B4-BE49-F238E27FC236}">
                    <a16:creationId xmlns:a16="http://schemas.microsoft.com/office/drawing/2014/main" id="{540707AE-FE43-ADF1-67AB-18BBD5C865C9}"/>
                  </a:ext>
                </a:extLst>
              </p:cNvPr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4" name="Google Shape;5603;p47">
                <a:extLst>
                  <a:ext uri="{FF2B5EF4-FFF2-40B4-BE49-F238E27FC236}">
                    <a16:creationId xmlns:a16="http://schemas.microsoft.com/office/drawing/2014/main" id="{91243895-5510-2345-03C6-FB9AF69746CE}"/>
                  </a:ext>
                </a:extLst>
              </p:cNvPr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5" name="Google Shape;5604;p47">
                <a:extLst>
                  <a:ext uri="{FF2B5EF4-FFF2-40B4-BE49-F238E27FC236}">
                    <a16:creationId xmlns:a16="http://schemas.microsoft.com/office/drawing/2014/main" id="{021D71DD-C3D7-1F79-3381-63FB38AA39BC}"/>
                  </a:ext>
                </a:extLst>
              </p:cNvPr>
              <p:cNvSpPr/>
              <p:nvPr/>
            </p:nvSpPr>
            <p:spPr>
              <a:xfrm>
                <a:off x="10223440" y="-1243274"/>
                <a:ext cx="61918" cy="26258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6" name="Google Shape;5605;p47">
                <a:extLst>
                  <a:ext uri="{FF2B5EF4-FFF2-40B4-BE49-F238E27FC236}">
                    <a16:creationId xmlns:a16="http://schemas.microsoft.com/office/drawing/2014/main" id="{5BC4BBCA-A734-DEDD-CE92-B862A569A665}"/>
                  </a:ext>
                </a:extLst>
              </p:cNvPr>
              <p:cNvSpPr/>
              <p:nvPr/>
            </p:nvSpPr>
            <p:spPr>
              <a:xfrm>
                <a:off x="9980176" y="-1625463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7" name="Google Shape;5606;p47">
                <a:extLst>
                  <a:ext uri="{FF2B5EF4-FFF2-40B4-BE49-F238E27FC236}">
                    <a16:creationId xmlns:a16="http://schemas.microsoft.com/office/drawing/2014/main" id="{5137ED16-1CCD-E0CC-3143-AEBFF85460E6}"/>
                  </a:ext>
                </a:extLst>
              </p:cNvPr>
              <p:cNvSpPr/>
              <p:nvPr/>
            </p:nvSpPr>
            <p:spPr>
              <a:xfrm>
                <a:off x="9920380" y="-1418928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8" name="Google Shape;5607;p47">
                <a:extLst>
                  <a:ext uri="{FF2B5EF4-FFF2-40B4-BE49-F238E27FC236}">
                    <a16:creationId xmlns:a16="http://schemas.microsoft.com/office/drawing/2014/main" id="{8F5F90C0-5A5D-6F4B-ABE8-7E01197F17D2}"/>
                  </a:ext>
                </a:extLst>
              </p:cNvPr>
              <p:cNvSpPr/>
              <p:nvPr/>
            </p:nvSpPr>
            <p:spPr>
              <a:xfrm>
                <a:off x="9791151" y="-1588862"/>
                <a:ext cx="139030" cy="66421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9" name="Google Shape;5608;p47">
                <a:extLst>
                  <a:ext uri="{FF2B5EF4-FFF2-40B4-BE49-F238E27FC236}">
                    <a16:creationId xmlns:a16="http://schemas.microsoft.com/office/drawing/2014/main" id="{52256DBC-1C8B-98EE-A559-D66A1D41C4EE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740" name="Google Shape;5609;p47">
                <a:extLst>
                  <a:ext uri="{FF2B5EF4-FFF2-40B4-BE49-F238E27FC236}">
                    <a16:creationId xmlns:a16="http://schemas.microsoft.com/office/drawing/2014/main" id="{180EF669-139E-DC25-F510-F1726E735BDA}"/>
                  </a:ext>
                </a:extLst>
              </p:cNvPr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1749" name="Google Shape;5610;p47">
                  <a:extLst>
                    <a:ext uri="{FF2B5EF4-FFF2-40B4-BE49-F238E27FC236}">
                      <a16:creationId xmlns:a16="http://schemas.microsoft.com/office/drawing/2014/main" id="{3B5B9B29-EEDA-D2B2-79CE-3E492B0BF216}"/>
                    </a:ext>
                  </a:extLst>
                </p:cNvPr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0" name="Google Shape;5611;p47">
                  <a:extLst>
                    <a:ext uri="{FF2B5EF4-FFF2-40B4-BE49-F238E27FC236}">
                      <a16:creationId xmlns:a16="http://schemas.microsoft.com/office/drawing/2014/main" id="{B491FDD4-D278-B846-97C4-B241F0DD2EBB}"/>
                    </a:ext>
                  </a:extLst>
                </p:cNvPr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1" name="Google Shape;5612;p47">
                  <a:extLst>
                    <a:ext uri="{FF2B5EF4-FFF2-40B4-BE49-F238E27FC236}">
                      <a16:creationId xmlns:a16="http://schemas.microsoft.com/office/drawing/2014/main" id="{4907541A-036F-7F4F-F223-839EDC4A27DA}"/>
                    </a:ext>
                  </a:extLst>
                </p:cNvPr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2" name="Google Shape;5613;p47">
                  <a:extLst>
                    <a:ext uri="{FF2B5EF4-FFF2-40B4-BE49-F238E27FC236}">
                      <a16:creationId xmlns:a16="http://schemas.microsoft.com/office/drawing/2014/main" id="{F9A9D704-7FAE-8302-2992-BA18DE8B8A47}"/>
                    </a:ext>
                  </a:extLst>
                </p:cNvPr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3" name="Google Shape;5614;p47">
                  <a:extLst>
                    <a:ext uri="{FF2B5EF4-FFF2-40B4-BE49-F238E27FC236}">
                      <a16:creationId xmlns:a16="http://schemas.microsoft.com/office/drawing/2014/main" id="{DC2473EE-95B1-5ED9-C2CB-215B8A7FD583}"/>
                    </a:ext>
                  </a:extLst>
                </p:cNvPr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4" name="Google Shape;5615;p47">
                  <a:extLst>
                    <a:ext uri="{FF2B5EF4-FFF2-40B4-BE49-F238E27FC236}">
                      <a16:creationId xmlns:a16="http://schemas.microsoft.com/office/drawing/2014/main" id="{C4FF4C28-0CCA-D00A-A6A1-603B197636FE}"/>
                    </a:ext>
                  </a:extLst>
                </p:cNvPr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741" name="Google Shape;5616;p47">
                <a:extLst>
                  <a:ext uri="{FF2B5EF4-FFF2-40B4-BE49-F238E27FC236}">
                    <a16:creationId xmlns:a16="http://schemas.microsoft.com/office/drawing/2014/main" id="{A5F60B03-1993-D5D6-861F-1D3179282998}"/>
                  </a:ext>
                </a:extLst>
              </p:cNvPr>
              <p:cNvSpPr/>
              <p:nvPr/>
            </p:nvSpPr>
            <p:spPr>
              <a:xfrm>
                <a:off x="9988009" y="-1632074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2" name="Google Shape;5617;p47">
                <a:extLst>
                  <a:ext uri="{FF2B5EF4-FFF2-40B4-BE49-F238E27FC236}">
                    <a16:creationId xmlns:a16="http://schemas.microsoft.com/office/drawing/2014/main" id="{3AC4584F-79A0-F5A5-3015-E95920A3E6B0}"/>
                  </a:ext>
                </a:extLst>
              </p:cNvPr>
              <p:cNvSpPr/>
              <p:nvPr/>
            </p:nvSpPr>
            <p:spPr>
              <a:xfrm>
                <a:off x="9928213" y="-1425539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3" name="Google Shape;5618;p47">
                <a:extLst>
                  <a:ext uri="{FF2B5EF4-FFF2-40B4-BE49-F238E27FC236}">
                    <a16:creationId xmlns:a16="http://schemas.microsoft.com/office/drawing/2014/main" id="{6DD5E26D-6A27-449F-945E-C70C0168A672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4" name="Google Shape;5619;p47">
                <a:extLst>
                  <a:ext uri="{FF2B5EF4-FFF2-40B4-BE49-F238E27FC236}">
                    <a16:creationId xmlns:a16="http://schemas.microsoft.com/office/drawing/2014/main" id="{AE9AB840-4CFE-0BAD-606F-0906C81E77E4}"/>
                  </a:ext>
                </a:extLst>
              </p:cNvPr>
              <p:cNvSpPr/>
              <p:nvPr/>
            </p:nvSpPr>
            <p:spPr>
              <a:xfrm>
                <a:off x="9929120" y="-1725782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5" name="Google Shape;5620;p47">
                <a:extLst>
                  <a:ext uri="{FF2B5EF4-FFF2-40B4-BE49-F238E27FC236}">
                    <a16:creationId xmlns:a16="http://schemas.microsoft.com/office/drawing/2014/main" id="{387732D6-5837-AB67-C2E3-9B079949A2B8}"/>
                  </a:ext>
                </a:extLst>
              </p:cNvPr>
              <p:cNvSpPr/>
              <p:nvPr/>
            </p:nvSpPr>
            <p:spPr>
              <a:xfrm>
                <a:off x="9928222" y="-1725790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6" name="Google Shape;5621;p47">
                <a:extLst>
                  <a:ext uri="{FF2B5EF4-FFF2-40B4-BE49-F238E27FC236}">
                    <a16:creationId xmlns:a16="http://schemas.microsoft.com/office/drawing/2014/main" id="{11EB555D-C563-4726-900D-6E23074219C1}"/>
                  </a:ext>
                </a:extLst>
              </p:cNvPr>
              <p:cNvSpPr/>
              <p:nvPr/>
            </p:nvSpPr>
            <p:spPr>
              <a:xfrm>
                <a:off x="9970536" y="-1183470"/>
                <a:ext cx="90998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7" name="Google Shape;5622;p47">
                <a:extLst>
                  <a:ext uri="{FF2B5EF4-FFF2-40B4-BE49-F238E27FC236}">
                    <a16:creationId xmlns:a16="http://schemas.microsoft.com/office/drawing/2014/main" id="{4B6B43C9-B81C-112F-F89F-FE9106DCD3D3}"/>
                  </a:ext>
                </a:extLst>
              </p:cNvPr>
              <p:cNvSpPr/>
              <p:nvPr/>
            </p:nvSpPr>
            <p:spPr>
              <a:xfrm>
                <a:off x="10096008" y="-1254875"/>
                <a:ext cx="90835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8" name="Google Shape;5623;p47">
                <a:extLst>
                  <a:ext uri="{FF2B5EF4-FFF2-40B4-BE49-F238E27FC236}">
                    <a16:creationId xmlns:a16="http://schemas.microsoft.com/office/drawing/2014/main" id="{0CDB1686-3944-77C6-3061-240ADDB08098}"/>
                  </a:ext>
                </a:extLst>
              </p:cNvPr>
              <p:cNvSpPr/>
              <p:nvPr/>
            </p:nvSpPr>
            <p:spPr>
              <a:xfrm>
                <a:off x="9970536" y="-1167947"/>
                <a:ext cx="218266" cy="187254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9" name="Google Shape;5624;p47">
              <a:extLst>
                <a:ext uri="{FF2B5EF4-FFF2-40B4-BE49-F238E27FC236}">
                  <a16:creationId xmlns:a16="http://schemas.microsoft.com/office/drawing/2014/main" id="{FBE90A1D-9E97-7C3C-DF21-65404DD541CD}"/>
                </a:ext>
              </a:extLst>
            </p:cNvPr>
            <p:cNvGrpSpPr/>
            <p:nvPr/>
          </p:nvGrpSpPr>
          <p:grpSpPr>
            <a:xfrm>
              <a:off x="5539048" y="1488900"/>
              <a:ext cx="301969" cy="562336"/>
              <a:chOff x="7686885" y="2546950"/>
              <a:chExt cx="301969" cy="562336"/>
            </a:xfrm>
          </p:grpSpPr>
          <p:sp>
            <p:nvSpPr>
              <p:cNvPr id="1703" name="Google Shape;5625;p47">
                <a:extLst>
                  <a:ext uri="{FF2B5EF4-FFF2-40B4-BE49-F238E27FC236}">
                    <a16:creationId xmlns:a16="http://schemas.microsoft.com/office/drawing/2014/main" id="{573E9702-5A4F-0826-D946-142E720ED07D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4" name="Google Shape;5626;p47">
                <a:extLst>
                  <a:ext uri="{FF2B5EF4-FFF2-40B4-BE49-F238E27FC236}">
                    <a16:creationId xmlns:a16="http://schemas.microsoft.com/office/drawing/2014/main" id="{72B765E6-8DA1-855C-4BAC-52738CA3C1A5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5" name="Google Shape;5627;p47">
                <a:extLst>
                  <a:ext uri="{FF2B5EF4-FFF2-40B4-BE49-F238E27FC236}">
                    <a16:creationId xmlns:a16="http://schemas.microsoft.com/office/drawing/2014/main" id="{AD65713C-8E3D-1E1F-B444-8793AF646DE2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6" name="Google Shape;5628;p47">
                <a:extLst>
                  <a:ext uri="{FF2B5EF4-FFF2-40B4-BE49-F238E27FC236}">
                    <a16:creationId xmlns:a16="http://schemas.microsoft.com/office/drawing/2014/main" id="{F9717FFA-ACE8-65A4-A0C1-72801746F5BC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7" name="Google Shape;5629;p47">
                <a:extLst>
                  <a:ext uri="{FF2B5EF4-FFF2-40B4-BE49-F238E27FC236}">
                    <a16:creationId xmlns:a16="http://schemas.microsoft.com/office/drawing/2014/main" id="{2E28239E-E079-6825-D514-AB8CD5BC5CD6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8" name="Google Shape;5630;p47">
                <a:extLst>
                  <a:ext uri="{FF2B5EF4-FFF2-40B4-BE49-F238E27FC236}">
                    <a16:creationId xmlns:a16="http://schemas.microsoft.com/office/drawing/2014/main" id="{9C092A96-D421-AAAC-0628-3DFB1A2780E1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9" name="Google Shape;5631;p47">
                <a:extLst>
                  <a:ext uri="{FF2B5EF4-FFF2-40B4-BE49-F238E27FC236}">
                    <a16:creationId xmlns:a16="http://schemas.microsoft.com/office/drawing/2014/main" id="{21F35F01-4B4E-AB3E-88CE-832AAE85E5F7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0" name="Google Shape;5632;p47">
                <a:extLst>
                  <a:ext uri="{FF2B5EF4-FFF2-40B4-BE49-F238E27FC236}">
                    <a16:creationId xmlns:a16="http://schemas.microsoft.com/office/drawing/2014/main" id="{8059AA19-0EE6-4671-5BD9-42B86FE2934D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1" name="Google Shape;5633;p47">
                <a:extLst>
                  <a:ext uri="{FF2B5EF4-FFF2-40B4-BE49-F238E27FC236}">
                    <a16:creationId xmlns:a16="http://schemas.microsoft.com/office/drawing/2014/main" id="{91C0518B-3AB9-5058-2CDF-1AAC72BDA16E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300" name="Google Shape;5634;p47">
              <a:extLst>
                <a:ext uri="{FF2B5EF4-FFF2-40B4-BE49-F238E27FC236}">
                  <a16:creationId xmlns:a16="http://schemas.microsoft.com/office/drawing/2014/main" id="{B9FB31BF-4D89-F3A1-E349-1E8FFC149448}"/>
                </a:ext>
              </a:extLst>
            </p:cNvPr>
            <p:cNvGrpSpPr/>
            <p:nvPr/>
          </p:nvGrpSpPr>
          <p:grpSpPr>
            <a:xfrm>
              <a:off x="6049022" y="2051232"/>
              <a:ext cx="2024473" cy="1195059"/>
              <a:chOff x="9812585" y="6334891"/>
              <a:chExt cx="3062279" cy="1807682"/>
            </a:xfrm>
          </p:grpSpPr>
          <p:sp>
            <p:nvSpPr>
              <p:cNvPr id="1301" name="Google Shape;5635;p47">
                <a:extLst>
                  <a:ext uri="{FF2B5EF4-FFF2-40B4-BE49-F238E27FC236}">
                    <a16:creationId xmlns:a16="http://schemas.microsoft.com/office/drawing/2014/main" id="{A8B045A4-326B-A7A3-4782-6D3F586FE483}"/>
                  </a:ext>
                </a:extLst>
              </p:cNvPr>
              <p:cNvSpPr/>
              <p:nvPr/>
            </p:nvSpPr>
            <p:spPr>
              <a:xfrm flipH="1">
                <a:off x="11342560" y="7218955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2" name="Google Shape;5636;p47">
                <a:extLst>
                  <a:ext uri="{FF2B5EF4-FFF2-40B4-BE49-F238E27FC236}">
                    <a16:creationId xmlns:a16="http://schemas.microsoft.com/office/drawing/2014/main" id="{685247DD-2840-864C-EABA-539D54803F06}"/>
                  </a:ext>
                </a:extLst>
              </p:cNvPr>
              <p:cNvSpPr/>
              <p:nvPr/>
            </p:nvSpPr>
            <p:spPr>
              <a:xfrm flipH="1">
                <a:off x="9817984" y="6334891"/>
                <a:ext cx="3056880" cy="1769678"/>
              </a:xfrm>
              <a:custGeom>
                <a:avLst/>
                <a:gdLst/>
                <a:ahLst/>
                <a:cxnLst/>
                <a:rect l="l" t="t" r="r" b="b"/>
                <a:pathLst>
                  <a:path w="23734" h="13740" extrusionOk="0">
                    <a:moveTo>
                      <a:pt x="11826" y="1"/>
                    </a:moveTo>
                    <a:lnTo>
                      <a:pt x="8849" y="1725"/>
                    </a:lnTo>
                    <a:lnTo>
                      <a:pt x="8589" y="1867"/>
                    </a:lnTo>
                    <a:lnTo>
                      <a:pt x="8140" y="2139"/>
                    </a:lnTo>
                    <a:lnTo>
                      <a:pt x="7880" y="2281"/>
                    </a:lnTo>
                    <a:lnTo>
                      <a:pt x="6144" y="3297"/>
                    </a:lnTo>
                    <a:lnTo>
                      <a:pt x="5778" y="3509"/>
                    </a:lnTo>
                    <a:lnTo>
                      <a:pt x="5506" y="3663"/>
                    </a:lnTo>
                    <a:lnTo>
                      <a:pt x="5151" y="3864"/>
                    </a:lnTo>
                    <a:lnTo>
                      <a:pt x="4017" y="4525"/>
                    </a:lnTo>
                    <a:lnTo>
                      <a:pt x="3651" y="4738"/>
                    </a:lnTo>
                    <a:lnTo>
                      <a:pt x="3250" y="4974"/>
                    </a:lnTo>
                    <a:lnTo>
                      <a:pt x="2895" y="5175"/>
                    </a:lnTo>
                    <a:lnTo>
                      <a:pt x="1" y="6864"/>
                    </a:lnTo>
                    <a:lnTo>
                      <a:pt x="792" y="7325"/>
                    </a:lnTo>
                    <a:lnTo>
                      <a:pt x="1052" y="7467"/>
                    </a:lnTo>
                    <a:lnTo>
                      <a:pt x="2387" y="8246"/>
                    </a:lnTo>
                    <a:lnTo>
                      <a:pt x="2659" y="8400"/>
                    </a:lnTo>
                    <a:lnTo>
                      <a:pt x="3545" y="8896"/>
                    </a:lnTo>
                    <a:lnTo>
                      <a:pt x="3793" y="9061"/>
                    </a:lnTo>
                    <a:lnTo>
                      <a:pt x="6345" y="10526"/>
                    </a:lnTo>
                    <a:lnTo>
                      <a:pt x="6616" y="10692"/>
                    </a:lnTo>
                    <a:lnTo>
                      <a:pt x="7089" y="10951"/>
                    </a:lnTo>
                    <a:lnTo>
                      <a:pt x="7337" y="11105"/>
                    </a:lnTo>
                    <a:lnTo>
                      <a:pt x="7526" y="11211"/>
                    </a:lnTo>
                    <a:lnTo>
                      <a:pt x="7798" y="11365"/>
                    </a:lnTo>
                    <a:lnTo>
                      <a:pt x="10538" y="12948"/>
                    </a:lnTo>
                    <a:lnTo>
                      <a:pt x="10810" y="13113"/>
                    </a:lnTo>
                    <a:lnTo>
                      <a:pt x="11897" y="13739"/>
                    </a:lnTo>
                    <a:lnTo>
                      <a:pt x="20284" y="8872"/>
                    </a:lnTo>
                    <a:lnTo>
                      <a:pt x="20757" y="8589"/>
                    </a:lnTo>
                    <a:lnTo>
                      <a:pt x="21017" y="8447"/>
                    </a:lnTo>
                    <a:lnTo>
                      <a:pt x="22576" y="7526"/>
                    </a:lnTo>
                    <a:lnTo>
                      <a:pt x="22848" y="7384"/>
                    </a:lnTo>
                    <a:lnTo>
                      <a:pt x="23084" y="7242"/>
                    </a:lnTo>
                    <a:lnTo>
                      <a:pt x="23344" y="7089"/>
                    </a:lnTo>
                    <a:lnTo>
                      <a:pt x="23734" y="6864"/>
                    </a:lnTo>
                    <a:lnTo>
                      <a:pt x="19977" y="4690"/>
                    </a:lnTo>
                    <a:lnTo>
                      <a:pt x="19717" y="4549"/>
                    </a:lnTo>
                    <a:lnTo>
                      <a:pt x="18949" y="4100"/>
                    </a:lnTo>
                    <a:lnTo>
                      <a:pt x="18689" y="3958"/>
                    </a:lnTo>
                    <a:lnTo>
                      <a:pt x="18146" y="3639"/>
                    </a:lnTo>
                    <a:lnTo>
                      <a:pt x="17898" y="3497"/>
                    </a:lnTo>
                    <a:lnTo>
                      <a:pt x="17095" y="3037"/>
                    </a:lnTo>
                    <a:lnTo>
                      <a:pt x="16847" y="2895"/>
                    </a:lnTo>
                    <a:lnTo>
                      <a:pt x="15665" y="2210"/>
                    </a:lnTo>
                    <a:lnTo>
                      <a:pt x="15405" y="2068"/>
                    </a:lnTo>
                    <a:lnTo>
                      <a:pt x="14933" y="1784"/>
                    </a:lnTo>
                    <a:lnTo>
                      <a:pt x="14673" y="1631"/>
                    </a:lnTo>
                    <a:lnTo>
                      <a:pt x="13043" y="686"/>
                    </a:lnTo>
                    <a:lnTo>
                      <a:pt x="12783" y="544"/>
                    </a:lnTo>
                    <a:lnTo>
                      <a:pt x="11932" y="60"/>
                    </a:lnTo>
                    <a:lnTo>
                      <a:pt x="11826" y="1"/>
                    </a:lnTo>
                    <a:close/>
                  </a:path>
                </a:pathLst>
              </a:custGeom>
              <a:solidFill>
                <a:srgbClr val="2D9DD5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3" name="Google Shape;5637;p47">
                <a:extLst>
                  <a:ext uri="{FF2B5EF4-FFF2-40B4-BE49-F238E27FC236}">
                    <a16:creationId xmlns:a16="http://schemas.microsoft.com/office/drawing/2014/main" id="{4AF7F664-E0E9-CC1D-1566-7493933A7C48}"/>
                  </a:ext>
                </a:extLst>
              </p:cNvPr>
              <p:cNvGrpSpPr/>
              <p:nvPr/>
            </p:nvGrpSpPr>
            <p:grpSpPr>
              <a:xfrm flipH="1">
                <a:off x="9868210" y="6334891"/>
                <a:ext cx="2794954" cy="1689049"/>
                <a:chOff x="6218052" y="-5825649"/>
                <a:chExt cx="6097194" cy="3684662"/>
              </a:xfrm>
            </p:grpSpPr>
            <p:sp>
              <p:nvSpPr>
                <p:cNvPr id="1672" name="Google Shape;5638;p47">
                  <a:extLst>
                    <a:ext uri="{FF2B5EF4-FFF2-40B4-BE49-F238E27FC236}">
                      <a16:creationId xmlns:a16="http://schemas.microsoft.com/office/drawing/2014/main" id="{58F0A29E-3514-8BA7-D55E-C49ACCCEA830}"/>
                    </a:ext>
                  </a:extLst>
                </p:cNvPr>
                <p:cNvSpPr/>
                <p:nvPr/>
              </p:nvSpPr>
              <p:spPr>
                <a:xfrm>
                  <a:off x="6706194" y="-4312884"/>
                  <a:ext cx="1055323" cy="29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9" h="1254" extrusionOk="0">
                      <a:moveTo>
                        <a:pt x="366" y="1"/>
                      </a:moveTo>
                      <a:lnTo>
                        <a:pt x="0" y="202"/>
                      </a:lnTo>
                      <a:lnTo>
                        <a:pt x="2363" y="202"/>
                      </a:lnTo>
                      <a:lnTo>
                        <a:pt x="4158" y="1253"/>
                      </a:lnTo>
                      <a:lnTo>
                        <a:pt x="4418" y="1088"/>
                      </a:lnTo>
                      <a:lnTo>
                        <a:pt x="25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73" name="Google Shape;5639;p47">
                  <a:extLst>
                    <a:ext uri="{FF2B5EF4-FFF2-40B4-BE49-F238E27FC236}">
                      <a16:creationId xmlns:a16="http://schemas.microsoft.com/office/drawing/2014/main" id="{D93D7058-F2F1-8B23-DB73-0878B7F7A9C3}"/>
                    </a:ext>
                  </a:extLst>
                </p:cNvPr>
                <p:cNvSpPr/>
                <p:nvPr/>
              </p:nvSpPr>
              <p:spPr>
                <a:xfrm>
                  <a:off x="6218052" y="-4098426"/>
                  <a:ext cx="1252823" cy="38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6" h="1596" extrusionOk="0">
                      <a:moveTo>
                        <a:pt x="2505" y="1"/>
                      </a:moveTo>
                      <a:lnTo>
                        <a:pt x="0" y="1454"/>
                      </a:lnTo>
                      <a:lnTo>
                        <a:pt x="260" y="1596"/>
                      </a:lnTo>
                      <a:lnTo>
                        <a:pt x="2647" y="225"/>
                      </a:lnTo>
                      <a:lnTo>
                        <a:pt x="3757" y="225"/>
                      </a:lnTo>
                      <a:lnTo>
                        <a:pt x="4927" y="887"/>
                      </a:lnTo>
                      <a:lnTo>
                        <a:pt x="4997" y="934"/>
                      </a:lnTo>
                      <a:lnTo>
                        <a:pt x="5245" y="780"/>
                      </a:lnTo>
                      <a:lnTo>
                        <a:pt x="5175" y="745"/>
                      </a:lnTo>
                      <a:lnTo>
                        <a:pt x="389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674" name="Google Shape;5640;p47">
                  <a:extLst>
                    <a:ext uri="{FF2B5EF4-FFF2-40B4-BE49-F238E27FC236}">
                      <a16:creationId xmlns:a16="http://schemas.microsoft.com/office/drawing/2014/main" id="{D5D79AF9-9C62-6AD0-DCA8-9E30943EB86D}"/>
                    </a:ext>
                  </a:extLst>
                </p:cNvPr>
                <p:cNvGrpSpPr/>
                <p:nvPr/>
              </p:nvGrpSpPr>
              <p:grpSpPr>
                <a:xfrm>
                  <a:off x="6751994" y="-5825649"/>
                  <a:ext cx="5563252" cy="3684662"/>
                  <a:chOff x="6751994" y="-5825649"/>
                  <a:chExt cx="5563252" cy="3684662"/>
                </a:xfrm>
              </p:grpSpPr>
              <p:sp>
                <p:nvSpPr>
                  <p:cNvPr id="1676" name="Google Shape;5641;p47">
                    <a:extLst>
                      <a:ext uri="{FF2B5EF4-FFF2-40B4-BE49-F238E27FC236}">
                        <a16:creationId xmlns:a16="http://schemas.microsoft.com/office/drawing/2014/main" id="{C351D4B7-F724-34AA-EE05-93313F48E09A}"/>
                      </a:ext>
                    </a:extLst>
                  </p:cNvPr>
                  <p:cNvSpPr/>
                  <p:nvPr/>
                </p:nvSpPr>
                <p:spPr>
                  <a:xfrm>
                    <a:off x="7329673" y="-4912773"/>
                    <a:ext cx="3528453" cy="2031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8" h="7230" extrusionOk="0">
                        <a:moveTo>
                          <a:pt x="6226" y="390"/>
                        </a:moveTo>
                        <a:lnTo>
                          <a:pt x="11814" y="3615"/>
                        </a:lnTo>
                        <a:lnTo>
                          <a:pt x="6226" y="6852"/>
                        </a:lnTo>
                        <a:lnTo>
                          <a:pt x="650" y="3627"/>
                        </a:lnTo>
                        <a:lnTo>
                          <a:pt x="6226" y="390"/>
                        </a:lnTo>
                        <a:close/>
                        <a:moveTo>
                          <a:pt x="6261" y="0"/>
                        </a:moveTo>
                        <a:lnTo>
                          <a:pt x="6084" y="95"/>
                        </a:lnTo>
                        <a:lnTo>
                          <a:pt x="5824" y="248"/>
                        </a:lnTo>
                        <a:lnTo>
                          <a:pt x="5588" y="378"/>
                        </a:lnTo>
                        <a:lnTo>
                          <a:pt x="5340" y="532"/>
                        </a:lnTo>
                        <a:lnTo>
                          <a:pt x="4997" y="721"/>
                        </a:lnTo>
                        <a:lnTo>
                          <a:pt x="4749" y="863"/>
                        </a:lnTo>
                        <a:lnTo>
                          <a:pt x="4289" y="1134"/>
                        </a:lnTo>
                        <a:lnTo>
                          <a:pt x="4040" y="1276"/>
                        </a:lnTo>
                        <a:lnTo>
                          <a:pt x="3603" y="1536"/>
                        </a:lnTo>
                        <a:lnTo>
                          <a:pt x="3344" y="1678"/>
                        </a:lnTo>
                        <a:lnTo>
                          <a:pt x="3095" y="1831"/>
                        </a:lnTo>
                        <a:lnTo>
                          <a:pt x="2836" y="1973"/>
                        </a:lnTo>
                        <a:lnTo>
                          <a:pt x="2068" y="2422"/>
                        </a:lnTo>
                        <a:lnTo>
                          <a:pt x="1808" y="2564"/>
                        </a:lnTo>
                        <a:lnTo>
                          <a:pt x="1548" y="2717"/>
                        </a:lnTo>
                        <a:lnTo>
                          <a:pt x="1276" y="2859"/>
                        </a:lnTo>
                        <a:lnTo>
                          <a:pt x="426" y="3343"/>
                        </a:lnTo>
                        <a:lnTo>
                          <a:pt x="178" y="3497"/>
                        </a:lnTo>
                        <a:lnTo>
                          <a:pt x="0" y="3603"/>
                        </a:lnTo>
                        <a:lnTo>
                          <a:pt x="733" y="4029"/>
                        </a:lnTo>
                        <a:lnTo>
                          <a:pt x="981" y="4170"/>
                        </a:lnTo>
                        <a:lnTo>
                          <a:pt x="1607" y="4525"/>
                        </a:lnTo>
                        <a:lnTo>
                          <a:pt x="1855" y="4678"/>
                        </a:lnTo>
                        <a:lnTo>
                          <a:pt x="2576" y="5092"/>
                        </a:lnTo>
                        <a:lnTo>
                          <a:pt x="2836" y="5234"/>
                        </a:lnTo>
                        <a:lnTo>
                          <a:pt x="3403" y="5564"/>
                        </a:lnTo>
                        <a:lnTo>
                          <a:pt x="3662" y="5706"/>
                        </a:lnTo>
                        <a:lnTo>
                          <a:pt x="5316" y="6675"/>
                        </a:lnTo>
                        <a:lnTo>
                          <a:pt x="5564" y="6816"/>
                        </a:lnTo>
                        <a:lnTo>
                          <a:pt x="6273" y="7230"/>
                        </a:lnTo>
                        <a:lnTo>
                          <a:pt x="6616" y="7041"/>
                        </a:lnTo>
                        <a:lnTo>
                          <a:pt x="6876" y="6887"/>
                        </a:lnTo>
                        <a:lnTo>
                          <a:pt x="7714" y="6403"/>
                        </a:lnTo>
                        <a:lnTo>
                          <a:pt x="7974" y="6261"/>
                        </a:lnTo>
                        <a:lnTo>
                          <a:pt x="8423" y="5990"/>
                        </a:lnTo>
                        <a:lnTo>
                          <a:pt x="8683" y="5848"/>
                        </a:lnTo>
                        <a:lnTo>
                          <a:pt x="9061" y="5623"/>
                        </a:lnTo>
                        <a:lnTo>
                          <a:pt x="9309" y="5470"/>
                        </a:lnTo>
                        <a:lnTo>
                          <a:pt x="9581" y="5328"/>
                        </a:lnTo>
                        <a:lnTo>
                          <a:pt x="9829" y="5174"/>
                        </a:lnTo>
                        <a:lnTo>
                          <a:pt x="10821" y="4607"/>
                        </a:lnTo>
                        <a:lnTo>
                          <a:pt x="11069" y="4454"/>
                        </a:lnTo>
                        <a:lnTo>
                          <a:pt x="11542" y="4170"/>
                        </a:lnTo>
                        <a:lnTo>
                          <a:pt x="11814" y="4029"/>
                        </a:lnTo>
                        <a:lnTo>
                          <a:pt x="12558" y="3603"/>
                        </a:lnTo>
                        <a:lnTo>
                          <a:pt x="12180" y="3426"/>
                        </a:lnTo>
                        <a:lnTo>
                          <a:pt x="11932" y="3273"/>
                        </a:lnTo>
                        <a:lnTo>
                          <a:pt x="8707" y="1418"/>
                        </a:lnTo>
                        <a:lnTo>
                          <a:pt x="8459" y="1264"/>
                        </a:lnTo>
                        <a:lnTo>
                          <a:pt x="8270" y="1146"/>
                        </a:lnTo>
                        <a:lnTo>
                          <a:pt x="8010" y="1004"/>
                        </a:lnTo>
                        <a:lnTo>
                          <a:pt x="7443" y="674"/>
                        </a:lnTo>
                        <a:lnTo>
                          <a:pt x="7183" y="532"/>
                        </a:lnTo>
                        <a:lnTo>
                          <a:pt x="626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7" name="Google Shape;5642;p47">
                    <a:extLst>
                      <a:ext uri="{FF2B5EF4-FFF2-40B4-BE49-F238E27FC236}">
                        <a16:creationId xmlns:a16="http://schemas.microsoft.com/office/drawing/2014/main" id="{AD7725C2-59D3-BD6D-F806-B7D23240689E}"/>
                      </a:ext>
                    </a:extLst>
                  </p:cNvPr>
                  <p:cNvSpPr/>
                  <p:nvPr/>
                </p:nvSpPr>
                <p:spPr>
                  <a:xfrm>
                    <a:off x="6768572" y="-4554254"/>
                    <a:ext cx="1145525" cy="375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77" h="1335" extrusionOk="0">
                        <a:moveTo>
                          <a:pt x="367" y="0"/>
                        </a:moveTo>
                        <a:lnTo>
                          <a:pt x="1" y="213"/>
                        </a:lnTo>
                        <a:lnTo>
                          <a:pt x="1879" y="213"/>
                        </a:lnTo>
                        <a:lnTo>
                          <a:pt x="3805" y="1335"/>
                        </a:lnTo>
                        <a:lnTo>
                          <a:pt x="4077" y="1181"/>
                        </a:lnTo>
                        <a:lnTo>
                          <a:pt x="202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8" name="Google Shape;5643;p47">
                    <a:extLst>
                      <a:ext uri="{FF2B5EF4-FFF2-40B4-BE49-F238E27FC236}">
                        <a16:creationId xmlns:a16="http://schemas.microsoft.com/office/drawing/2014/main" id="{82F6C8D3-1A02-E2C3-8EC7-49434C89B729}"/>
                      </a:ext>
                    </a:extLst>
                  </p:cNvPr>
                  <p:cNvSpPr/>
                  <p:nvPr/>
                </p:nvSpPr>
                <p:spPr>
                  <a:xfrm>
                    <a:off x="7190311" y="-4796732"/>
                    <a:ext cx="1022459" cy="458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9" h="1631" extrusionOk="0">
                        <a:moveTo>
                          <a:pt x="378" y="1"/>
                        </a:moveTo>
                        <a:lnTo>
                          <a:pt x="0" y="202"/>
                        </a:lnTo>
                        <a:lnTo>
                          <a:pt x="922" y="202"/>
                        </a:lnTo>
                        <a:lnTo>
                          <a:pt x="3391" y="1631"/>
                        </a:lnTo>
                        <a:lnTo>
                          <a:pt x="3639" y="1477"/>
                        </a:lnTo>
                        <a:lnTo>
                          <a:pt x="106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9" name="Google Shape;5644;p47">
                    <a:extLst>
                      <a:ext uri="{FF2B5EF4-FFF2-40B4-BE49-F238E27FC236}">
                        <a16:creationId xmlns:a16="http://schemas.microsoft.com/office/drawing/2014/main" id="{218DCE7A-B9E9-4391-79D4-3D9B44AE96AC}"/>
                      </a:ext>
                    </a:extLst>
                  </p:cNvPr>
                  <p:cNvSpPr/>
                  <p:nvPr/>
                </p:nvSpPr>
                <p:spPr>
                  <a:xfrm>
                    <a:off x="7369571" y="-4902939"/>
                    <a:ext cx="996048" cy="48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5" h="1738" extrusionOk="0">
                        <a:moveTo>
                          <a:pt x="355" y="1"/>
                        </a:moveTo>
                        <a:lnTo>
                          <a:pt x="0" y="225"/>
                        </a:lnTo>
                        <a:lnTo>
                          <a:pt x="662" y="225"/>
                        </a:lnTo>
                        <a:lnTo>
                          <a:pt x="3284" y="1737"/>
                        </a:lnTo>
                        <a:lnTo>
                          <a:pt x="3544" y="1584"/>
                        </a:lnTo>
                        <a:lnTo>
                          <a:pt x="815" y="13"/>
                        </a:lnTo>
                        <a:lnTo>
                          <a:pt x="35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0" name="Google Shape;5645;p47">
                    <a:extLst>
                      <a:ext uri="{FF2B5EF4-FFF2-40B4-BE49-F238E27FC236}">
                        <a16:creationId xmlns:a16="http://schemas.microsoft.com/office/drawing/2014/main" id="{1B3DFF09-8EBD-5857-D4C6-06D0AB0B0193}"/>
                      </a:ext>
                    </a:extLst>
                  </p:cNvPr>
                  <p:cNvSpPr/>
                  <p:nvPr/>
                </p:nvSpPr>
                <p:spPr>
                  <a:xfrm>
                    <a:off x="7966918" y="-5224932"/>
                    <a:ext cx="601000" cy="700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494" extrusionOk="0">
                        <a:moveTo>
                          <a:pt x="249" y="1"/>
                        </a:moveTo>
                        <a:lnTo>
                          <a:pt x="1" y="143"/>
                        </a:lnTo>
                        <a:lnTo>
                          <a:pt x="272" y="296"/>
                        </a:lnTo>
                        <a:lnTo>
                          <a:pt x="272" y="1548"/>
                        </a:lnTo>
                        <a:lnTo>
                          <a:pt x="1879" y="2493"/>
                        </a:lnTo>
                        <a:lnTo>
                          <a:pt x="2139" y="2352"/>
                        </a:lnTo>
                        <a:lnTo>
                          <a:pt x="627" y="1477"/>
                        </a:lnTo>
                        <a:lnTo>
                          <a:pt x="627" y="202"/>
                        </a:lnTo>
                        <a:lnTo>
                          <a:pt x="24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1" name="Google Shape;5646;p47">
                    <a:extLst>
                      <a:ext uri="{FF2B5EF4-FFF2-40B4-BE49-F238E27FC236}">
                        <a16:creationId xmlns:a16="http://schemas.microsoft.com/office/drawing/2014/main" id="{302B84B5-982F-96C0-54F9-9B9AA2593B41}"/>
                      </a:ext>
                    </a:extLst>
                  </p:cNvPr>
                  <p:cNvSpPr/>
                  <p:nvPr/>
                </p:nvSpPr>
                <p:spPr>
                  <a:xfrm>
                    <a:off x="8166128" y="-5344345"/>
                    <a:ext cx="601000" cy="7038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505" extrusionOk="0">
                        <a:moveTo>
                          <a:pt x="272" y="1"/>
                        </a:moveTo>
                        <a:lnTo>
                          <a:pt x="0" y="142"/>
                        </a:lnTo>
                        <a:lnTo>
                          <a:pt x="272" y="308"/>
                        </a:lnTo>
                        <a:lnTo>
                          <a:pt x="272" y="1560"/>
                        </a:lnTo>
                        <a:lnTo>
                          <a:pt x="1890" y="2505"/>
                        </a:lnTo>
                        <a:lnTo>
                          <a:pt x="2139" y="2363"/>
                        </a:lnTo>
                        <a:lnTo>
                          <a:pt x="638" y="1477"/>
                        </a:lnTo>
                        <a:lnTo>
                          <a:pt x="638" y="213"/>
                        </a:lnTo>
                        <a:lnTo>
                          <a:pt x="27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2" name="Google Shape;5647;p47">
                    <a:extLst>
                      <a:ext uri="{FF2B5EF4-FFF2-40B4-BE49-F238E27FC236}">
                        <a16:creationId xmlns:a16="http://schemas.microsoft.com/office/drawing/2014/main" id="{253A3F9B-8888-0C21-ED7F-C8AB5CB57ED2}"/>
                      </a:ext>
                    </a:extLst>
                  </p:cNvPr>
                  <p:cNvSpPr/>
                  <p:nvPr/>
                </p:nvSpPr>
                <p:spPr>
                  <a:xfrm>
                    <a:off x="8418441" y="-5825649"/>
                    <a:ext cx="690630" cy="1085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8" h="3864" extrusionOk="0">
                        <a:moveTo>
                          <a:pt x="2351" y="1"/>
                        </a:moveTo>
                        <a:lnTo>
                          <a:pt x="2103" y="142"/>
                        </a:lnTo>
                        <a:lnTo>
                          <a:pt x="2103" y="426"/>
                        </a:lnTo>
                        <a:lnTo>
                          <a:pt x="0" y="1631"/>
                        </a:lnTo>
                        <a:lnTo>
                          <a:pt x="0" y="2954"/>
                        </a:lnTo>
                        <a:lnTo>
                          <a:pt x="1595" y="3864"/>
                        </a:lnTo>
                        <a:lnTo>
                          <a:pt x="1855" y="3722"/>
                        </a:lnTo>
                        <a:lnTo>
                          <a:pt x="378" y="2859"/>
                        </a:lnTo>
                        <a:lnTo>
                          <a:pt x="378" y="1725"/>
                        </a:lnTo>
                        <a:lnTo>
                          <a:pt x="2457" y="509"/>
                        </a:lnTo>
                        <a:lnTo>
                          <a:pt x="2457" y="60"/>
                        </a:lnTo>
                        <a:lnTo>
                          <a:pt x="23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3" name="Google Shape;5648;p47">
                    <a:extLst>
                      <a:ext uri="{FF2B5EF4-FFF2-40B4-BE49-F238E27FC236}">
                        <a16:creationId xmlns:a16="http://schemas.microsoft.com/office/drawing/2014/main" id="{0D11E78A-1CE9-E2CA-824F-152D465854CA}"/>
                      </a:ext>
                    </a:extLst>
                  </p:cNvPr>
                  <p:cNvSpPr/>
                  <p:nvPr/>
                </p:nvSpPr>
                <p:spPr>
                  <a:xfrm>
                    <a:off x="8577752" y="-5672801"/>
                    <a:ext cx="846570" cy="85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3" h="3037" extrusionOk="0">
                        <a:moveTo>
                          <a:pt x="2741" y="0"/>
                        </a:moveTo>
                        <a:lnTo>
                          <a:pt x="0" y="1571"/>
                        </a:lnTo>
                        <a:lnTo>
                          <a:pt x="0" y="2150"/>
                        </a:lnTo>
                        <a:lnTo>
                          <a:pt x="1524" y="3036"/>
                        </a:lnTo>
                        <a:lnTo>
                          <a:pt x="1784" y="2894"/>
                        </a:lnTo>
                        <a:lnTo>
                          <a:pt x="366" y="2067"/>
                        </a:lnTo>
                        <a:lnTo>
                          <a:pt x="366" y="1666"/>
                        </a:lnTo>
                        <a:lnTo>
                          <a:pt x="3013" y="142"/>
                        </a:lnTo>
                        <a:lnTo>
                          <a:pt x="274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4" name="Google Shape;5649;p47">
                    <a:extLst>
                      <a:ext uri="{FF2B5EF4-FFF2-40B4-BE49-F238E27FC236}">
                        <a16:creationId xmlns:a16="http://schemas.microsoft.com/office/drawing/2014/main" id="{1FC035C1-BD50-CDA8-C3D5-F6BD878C26EF}"/>
                      </a:ext>
                    </a:extLst>
                  </p:cNvPr>
                  <p:cNvSpPr/>
                  <p:nvPr/>
                </p:nvSpPr>
                <p:spPr>
                  <a:xfrm>
                    <a:off x="9799138" y="-3402552"/>
                    <a:ext cx="727157" cy="66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" h="2375" extrusionOk="0">
                        <a:moveTo>
                          <a:pt x="260" y="0"/>
                        </a:moveTo>
                        <a:lnTo>
                          <a:pt x="0" y="142"/>
                        </a:lnTo>
                        <a:lnTo>
                          <a:pt x="2221" y="1430"/>
                        </a:lnTo>
                        <a:lnTo>
                          <a:pt x="2221" y="2375"/>
                        </a:lnTo>
                        <a:lnTo>
                          <a:pt x="2588" y="2162"/>
                        </a:lnTo>
                        <a:lnTo>
                          <a:pt x="2588" y="1335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5" name="Google Shape;5650;p47">
                    <a:extLst>
                      <a:ext uri="{FF2B5EF4-FFF2-40B4-BE49-F238E27FC236}">
                        <a16:creationId xmlns:a16="http://schemas.microsoft.com/office/drawing/2014/main" id="{B688CDE2-39DD-12AB-EEBC-FEF27715AEFD}"/>
                      </a:ext>
                    </a:extLst>
                  </p:cNvPr>
                  <p:cNvSpPr/>
                  <p:nvPr/>
                </p:nvSpPr>
                <p:spPr>
                  <a:xfrm>
                    <a:off x="9945244" y="-3492182"/>
                    <a:ext cx="796838" cy="630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245" extrusionOk="0">
                        <a:moveTo>
                          <a:pt x="272" y="0"/>
                        </a:moveTo>
                        <a:lnTo>
                          <a:pt x="0" y="154"/>
                        </a:lnTo>
                        <a:lnTo>
                          <a:pt x="2469" y="1583"/>
                        </a:lnTo>
                        <a:lnTo>
                          <a:pt x="2469" y="2245"/>
                        </a:lnTo>
                        <a:lnTo>
                          <a:pt x="2835" y="2044"/>
                        </a:lnTo>
                        <a:lnTo>
                          <a:pt x="2835" y="1501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6" name="Google Shape;5651;p47">
                    <a:extLst>
                      <a:ext uri="{FF2B5EF4-FFF2-40B4-BE49-F238E27FC236}">
                        <a16:creationId xmlns:a16="http://schemas.microsoft.com/office/drawing/2014/main" id="{413C25D8-AF47-2C1B-4DA1-886F0922A197}"/>
                      </a:ext>
                    </a:extLst>
                  </p:cNvPr>
                  <p:cNvSpPr/>
                  <p:nvPr/>
                </p:nvSpPr>
                <p:spPr>
                  <a:xfrm>
                    <a:off x="9606672" y="-3312922"/>
                    <a:ext cx="634155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" h="2588" extrusionOk="0">
                        <a:moveTo>
                          <a:pt x="248" y="0"/>
                        </a:moveTo>
                        <a:lnTo>
                          <a:pt x="0" y="166"/>
                        </a:lnTo>
                        <a:lnTo>
                          <a:pt x="1501" y="1040"/>
                        </a:lnTo>
                        <a:lnTo>
                          <a:pt x="1501" y="2292"/>
                        </a:lnTo>
                        <a:lnTo>
                          <a:pt x="2008" y="2587"/>
                        </a:lnTo>
                        <a:lnTo>
                          <a:pt x="2257" y="2434"/>
                        </a:lnTo>
                        <a:lnTo>
                          <a:pt x="1867" y="2197"/>
                        </a:lnTo>
                        <a:lnTo>
                          <a:pt x="1867" y="945"/>
                        </a:lnTo>
                        <a:lnTo>
                          <a:pt x="24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7" name="Google Shape;5652;p47">
                    <a:extLst>
                      <a:ext uri="{FF2B5EF4-FFF2-40B4-BE49-F238E27FC236}">
                        <a16:creationId xmlns:a16="http://schemas.microsoft.com/office/drawing/2014/main" id="{DFC7E506-FA91-DE4A-C414-19692849B500}"/>
                      </a:ext>
                    </a:extLst>
                  </p:cNvPr>
                  <p:cNvSpPr/>
                  <p:nvPr/>
                </p:nvSpPr>
                <p:spPr>
                  <a:xfrm>
                    <a:off x="9404091" y="-3193509"/>
                    <a:ext cx="637527" cy="723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576" extrusionOk="0">
                        <a:moveTo>
                          <a:pt x="249" y="0"/>
                        </a:moveTo>
                        <a:lnTo>
                          <a:pt x="1" y="154"/>
                        </a:lnTo>
                        <a:lnTo>
                          <a:pt x="1501" y="1028"/>
                        </a:lnTo>
                        <a:lnTo>
                          <a:pt x="1501" y="2280"/>
                        </a:lnTo>
                        <a:lnTo>
                          <a:pt x="1997" y="2576"/>
                        </a:lnTo>
                        <a:lnTo>
                          <a:pt x="2269" y="2422"/>
                        </a:lnTo>
                        <a:lnTo>
                          <a:pt x="1867" y="2186"/>
                        </a:lnTo>
                        <a:lnTo>
                          <a:pt x="1867" y="934"/>
                        </a:lnTo>
                        <a:lnTo>
                          <a:pt x="24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8" name="Google Shape;5653;p47">
                    <a:extLst>
                      <a:ext uri="{FF2B5EF4-FFF2-40B4-BE49-F238E27FC236}">
                        <a16:creationId xmlns:a16="http://schemas.microsoft.com/office/drawing/2014/main" id="{CCBDF1F3-A220-44A7-FA5F-12876D71C6C9}"/>
                      </a:ext>
                    </a:extLst>
                  </p:cNvPr>
                  <p:cNvSpPr/>
                  <p:nvPr/>
                </p:nvSpPr>
                <p:spPr>
                  <a:xfrm>
                    <a:off x="8717114" y="-3017621"/>
                    <a:ext cx="876353" cy="876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9" h="3120" extrusionOk="0">
                        <a:moveTo>
                          <a:pt x="1595" y="1"/>
                        </a:moveTo>
                        <a:lnTo>
                          <a:pt x="1347" y="142"/>
                        </a:lnTo>
                        <a:lnTo>
                          <a:pt x="1631" y="320"/>
                        </a:lnTo>
                        <a:lnTo>
                          <a:pt x="2765" y="969"/>
                        </a:lnTo>
                        <a:lnTo>
                          <a:pt x="2765" y="1371"/>
                        </a:lnTo>
                        <a:lnTo>
                          <a:pt x="0" y="2954"/>
                        </a:lnTo>
                        <a:lnTo>
                          <a:pt x="272" y="3119"/>
                        </a:lnTo>
                        <a:lnTo>
                          <a:pt x="3119" y="1465"/>
                        </a:lnTo>
                        <a:lnTo>
                          <a:pt x="3119" y="887"/>
                        </a:lnTo>
                        <a:lnTo>
                          <a:pt x="1890" y="166"/>
                        </a:lnTo>
                        <a:lnTo>
                          <a:pt x="159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9" name="Google Shape;5654;p47">
                    <a:extLst>
                      <a:ext uri="{FF2B5EF4-FFF2-40B4-BE49-F238E27FC236}">
                        <a16:creationId xmlns:a16="http://schemas.microsoft.com/office/drawing/2014/main" id="{01550473-A013-9B28-8C6E-66918185B1E2}"/>
                      </a:ext>
                    </a:extLst>
                  </p:cNvPr>
                  <p:cNvSpPr/>
                  <p:nvPr/>
                </p:nvSpPr>
                <p:spPr>
                  <a:xfrm>
                    <a:off x="9257986" y="-5367666"/>
                    <a:ext cx="697374" cy="690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2" h="2459" extrusionOk="0">
                        <a:moveTo>
                          <a:pt x="2210" y="1"/>
                        </a:moveTo>
                        <a:lnTo>
                          <a:pt x="1383" y="473"/>
                        </a:lnTo>
                        <a:lnTo>
                          <a:pt x="1383" y="1501"/>
                        </a:lnTo>
                        <a:lnTo>
                          <a:pt x="1" y="2304"/>
                        </a:lnTo>
                        <a:lnTo>
                          <a:pt x="261" y="2458"/>
                        </a:lnTo>
                        <a:lnTo>
                          <a:pt x="1761" y="1584"/>
                        </a:lnTo>
                        <a:lnTo>
                          <a:pt x="1761" y="568"/>
                        </a:lnTo>
                        <a:lnTo>
                          <a:pt x="2482" y="154"/>
                        </a:lnTo>
                        <a:lnTo>
                          <a:pt x="2210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0" name="Google Shape;5655;p47">
                    <a:extLst>
                      <a:ext uri="{FF2B5EF4-FFF2-40B4-BE49-F238E27FC236}">
                        <a16:creationId xmlns:a16="http://schemas.microsoft.com/office/drawing/2014/main" id="{94CF4564-D6B5-1E20-CEDF-D5FD39DEDA69}"/>
                      </a:ext>
                    </a:extLst>
                  </p:cNvPr>
                  <p:cNvSpPr/>
                  <p:nvPr/>
                </p:nvSpPr>
                <p:spPr>
                  <a:xfrm>
                    <a:off x="9520414" y="-5284498"/>
                    <a:ext cx="694002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0" h="2588" extrusionOk="0">
                        <a:moveTo>
                          <a:pt x="2209" y="0"/>
                        </a:moveTo>
                        <a:lnTo>
                          <a:pt x="1382" y="485"/>
                        </a:lnTo>
                        <a:lnTo>
                          <a:pt x="1382" y="1630"/>
                        </a:lnTo>
                        <a:lnTo>
                          <a:pt x="0" y="2422"/>
                        </a:lnTo>
                        <a:lnTo>
                          <a:pt x="260" y="2587"/>
                        </a:lnTo>
                        <a:lnTo>
                          <a:pt x="1748" y="1713"/>
                        </a:lnTo>
                        <a:lnTo>
                          <a:pt x="1748" y="579"/>
                        </a:lnTo>
                        <a:lnTo>
                          <a:pt x="2469" y="154"/>
                        </a:lnTo>
                        <a:lnTo>
                          <a:pt x="22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1" name="Google Shape;5656;p47">
                    <a:extLst>
                      <a:ext uri="{FF2B5EF4-FFF2-40B4-BE49-F238E27FC236}">
                        <a16:creationId xmlns:a16="http://schemas.microsoft.com/office/drawing/2014/main" id="{C3DA86A8-8F9F-DBE2-6F0F-C76162E5C7CB}"/>
                      </a:ext>
                    </a:extLst>
                  </p:cNvPr>
                  <p:cNvSpPr/>
                  <p:nvPr/>
                </p:nvSpPr>
                <p:spPr>
                  <a:xfrm>
                    <a:off x="9835665" y="-4843092"/>
                    <a:ext cx="1019368" cy="4017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8" h="1430" extrusionOk="0">
                        <a:moveTo>
                          <a:pt x="3379" y="0"/>
                        </a:moveTo>
                        <a:lnTo>
                          <a:pt x="2552" y="473"/>
                        </a:lnTo>
                        <a:lnTo>
                          <a:pt x="1418" y="473"/>
                        </a:lnTo>
                        <a:lnTo>
                          <a:pt x="0" y="1288"/>
                        </a:lnTo>
                        <a:lnTo>
                          <a:pt x="248" y="1430"/>
                        </a:lnTo>
                        <a:lnTo>
                          <a:pt x="1560" y="674"/>
                        </a:lnTo>
                        <a:lnTo>
                          <a:pt x="2694" y="674"/>
                        </a:lnTo>
                        <a:lnTo>
                          <a:pt x="3627" y="142"/>
                        </a:lnTo>
                        <a:lnTo>
                          <a:pt x="337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2" name="Google Shape;5657;p47">
                    <a:extLst>
                      <a:ext uri="{FF2B5EF4-FFF2-40B4-BE49-F238E27FC236}">
                        <a16:creationId xmlns:a16="http://schemas.microsoft.com/office/drawing/2014/main" id="{171602A0-3CF6-53FB-E921-A9A65146E0D1}"/>
                      </a:ext>
                    </a:extLst>
                  </p:cNvPr>
                  <p:cNvSpPr/>
                  <p:nvPr/>
                </p:nvSpPr>
                <p:spPr>
                  <a:xfrm>
                    <a:off x="9653033" y="-5018980"/>
                    <a:ext cx="913161" cy="53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0" h="1891" extrusionOk="0">
                        <a:moveTo>
                          <a:pt x="2978" y="0"/>
                        </a:moveTo>
                        <a:lnTo>
                          <a:pt x="1" y="1737"/>
                        </a:lnTo>
                        <a:lnTo>
                          <a:pt x="249" y="1890"/>
                        </a:lnTo>
                        <a:lnTo>
                          <a:pt x="3249" y="154"/>
                        </a:lnTo>
                        <a:lnTo>
                          <a:pt x="297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3" name="Google Shape;5658;p47">
                    <a:extLst>
                      <a:ext uri="{FF2B5EF4-FFF2-40B4-BE49-F238E27FC236}">
                        <a16:creationId xmlns:a16="http://schemas.microsoft.com/office/drawing/2014/main" id="{6849C99A-8664-7C8C-BCB9-39DA5C59F629}"/>
                      </a:ext>
                    </a:extLst>
                  </p:cNvPr>
                  <p:cNvSpPr/>
                  <p:nvPr/>
                </p:nvSpPr>
                <p:spPr>
                  <a:xfrm>
                    <a:off x="10061285" y="-4713564"/>
                    <a:ext cx="102274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0" h="1442" extrusionOk="0">
                        <a:moveTo>
                          <a:pt x="3367" y="0"/>
                        </a:moveTo>
                        <a:lnTo>
                          <a:pt x="2481" y="508"/>
                        </a:lnTo>
                        <a:lnTo>
                          <a:pt x="1347" y="508"/>
                        </a:lnTo>
                        <a:lnTo>
                          <a:pt x="1" y="1276"/>
                        </a:lnTo>
                        <a:lnTo>
                          <a:pt x="249" y="1441"/>
                        </a:lnTo>
                        <a:lnTo>
                          <a:pt x="1501" y="721"/>
                        </a:lnTo>
                        <a:lnTo>
                          <a:pt x="2635" y="721"/>
                        </a:lnTo>
                        <a:lnTo>
                          <a:pt x="3639" y="142"/>
                        </a:lnTo>
                        <a:lnTo>
                          <a:pt x="3367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4" name="Google Shape;5659;p47">
                    <a:extLst>
                      <a:ext uri="{FF2B5EF4-FFF2-40B4-BE49-F238E27FC236}">
                        <a16:creationId xmlns:a16="http://schemas.microsoft.com/office/drawing/2014/main" id="{55DE64E1-37ED-A36A-421F-50022A3C5BDE}"/>
                      </a:ext>
                    </a:extLst>
                  </p:cNvPr>
                  <p:cNvSpPr/>
                  <p:nvPr/>
                </p:nvSpPr>
                <p:spPr>
                  <a:xfrm>
                    <a:off x="10270329" y="-4547791"/>
                    <a:ext cx="1099164" cy="35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2" h="1277" extrusionOk="0">
                        <a:moveTo>
                          <a:pt x="3651" y="1"/>
                        </a:moveTo>
                        <a:lnTo>
                          <a:pt x="3084" y="320"/>
                        </a:lnTo>
                        <a:lnTo>
                          <a:pt x="1407" y="320"/>
                        </a:lnTo>
                        <a:lnTo>
                          <a:pt x="1" y="1135"/>
                        </a:lnTo>
                        <a:lnTo>
                          <a:pt x="261" y="1277"/>
                        </a:lnTo>
                        <a:lnTo>
                          <a:pt x="1548" y="544"/>
                        </a:lnTo>
                        <a:lnTo>
                          <a:pt x="3238" y="544"/>
                        </a:lnTo>
                        <a:lnTo>
                          <a:pt x="3911" y="142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5" name="Google Shape;5660;p47">
                    <a:extLst>
                      <a:ext uri="{FF2B5EF4-FFF2-40B4-BE49-F238E27FC236}">
                        <a16:creationId xmlns:a16="http://schemas.microsoft.com/office/drawing/2014/main" id="{AC4F203C-0066-A3FA-3D0E-ABFD5364B804}"/>
                      </a:ext>
                    </a:extLst>
                  </p:cNvPr>
                  <p:cNvSpPr/>
                  <p:nvPr/>
                </p:nvSpPr>
                <p:spPr>
                  <a:xfrm>
                    <a:off x="10482744" y="-4348583"/>
                    <a:ext cx="1832503" cy="558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2" h="1986" extrusionOk="0">
                        <a:moveTo>
                          <a:pt x="1478" y="1"/>
                        </a:moveTo>
                        <a:lnTo>
                          <a:pt x="1" y="851"/>
                        </a:lnTo>
                        <a:lnTo>
                          <a:pt x="249" y="1005"/>
                        </a:lnTo>
                        <a:lnTo>
                          <a:pt x="1619" y="201"/>
                        </a:lnTo>
                        <a:lnTo>
                          <a:pt x="3191" y="201"/>
                        </a:lnTo>
                        <a:lnTo>
                          <a:pt x="6274" y="1985"/>
                        </a:lnTo>
                        <a:lnTo>
                          <a:pt x="6522" y="1843"/>
                        </a:lnTo>
                        <a:lnTo>
                          <a:pt x="333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6" name="Google Shape;5661;p47">
                    <a:extLst>
                      <a:ext uri="{FF2B5EF4-FFF2-40B4-BE49-F238E27FC236}">
                        <a16:creationId xmlns:a16="http://schemas.microsoft.com/office/drawing/2014/main" id="{5733645C-1444-ED6A-50A5-57C37CAE9821}"/>
                      </a:ext>
                    </a:extLst>
                  </p:cNvPr>
                  <p:cNvSpPr/>
                  <p:nvPr/>
                </p:nvSpPr>
                <p:spPr>
                  <a:xfrm>
                    <a:off x="10652170" y="-4209221"/>
                    <a:ext cx="1523714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3" h="1785" extrusionOk="0">
                        <a:moveTo>
                          <a:pt x="1394" y="1"/>
                        </a:moveTo>
                        <a:lnTo>
                          <a:pt x="0" y="816"/>
                        </a:lnTo>
                        <a:lnTo>
                          <a:pt x="260" y="958"/>
                        </a:lnTo>
                        <a:lnTo>
                          <a:pt x="1560" y="213"/>
                        </a:lnTo>
                        <a:lnTo>
                          <a:pt x="2446" y="213"/>
                        </a:lnTo>
                        <a:lnTo>
                          <a:pt x="5163" y="1784"/>
                        </a:lnTo>
                        <a:lnTo>
                          <a:pt x="5423" y="1631"/>
                        </a:lnTo>
                        <a:lnTo>
                          <a:pt x="259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7" name="Google Shape;5662;p47">
                    <a:extLst>
                      <a:ext uri="{FF2B5EF4-FFF2-40B4-BE49-F238E27FC236}">
                        <a16:creationId xmlns:a16="http://schemas.microsoft.com/office/drawing/2014/main" id="{24B1B5DC-11F7-1803-7CA4-48893AAA0720}"/>
                      </a:ext>
                    </a:extLst>
                  </p:cNvPr>
                  <p:cNvSpPr/>
                  <p:nvPr/>
                </p:nvSpPr>
                <p:spPr>
                  <a:xfrm>
                    <a:off x="10303764" y="-3691391"/>
                    <a:ext cx="1151987" cy="39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0" h="1419" extrusionOk="0">
                        <a:moveTo>
                          <a:pt x="248" y="1"/>
                        </a:moveTo>
                        <a:lnTo>
                          <a:pt x="0" y="154"/>
                        </a:lnTo>
                        <a:lnTo>
                          <a:pt x="1240" y="875"/>
                        </a:lnTo>
                        <a:lnTo>
                          <a:pt x="2906" y="875"/>
                        </a:lnTo>
                        <a:lnTo>
                          <a:pt x="3839" y="1418"/>
                        </a:lnTo>
                        <a:lnTo>
                          <a:pt x="4099" y="1276"/>
                        </a:lnTo>
                        <a:lnTo>
                          <a:pt x="3060" y="674"/>
                        </a:lnTo>
                        <a:lnTo>
                          <a:pt x="1406" y="674"/>
                        </a:lnTo>
                        <a:lnTo>
                          <a:pt x="248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8" name="Google Shape;5663;p47">
                    <a:extLst>
                      <a:ext uri="{FF2B5EF4-FFF2-40B4-BE49-F238E27FC236}">
                        <a16:creationId xmlns:a16="http://schemas.microsoft.com/office/drawing/2014/main" id="{F2B8B7CC-8F1E-0959-0E2D-6B2EA1850E9A}"/>
                      </a:ext>
                    </a:extLst>
                  </p:cNvPr>
                  <p:cNvSpPr/>
                  <p:nvPr/>
                </p:nvSpPr>
                <p:spPr>
                  <a:xfrm>
                    <a:off x="10486115" y="-3817547"/>
                    <a:ext cx="117868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5" h="1442" extrusionOk="0">
                        <a:moveTo>
                          <a:pt x="261" y="1"/>
                        </a:moveTo>
                        <a:lnTo>
                          <a:pt x="1" y="142"/>
                        </a:lnTo>
                        <a:lnTo>
                          <a:pt x="1253" y="851"/>
                        </a:lnTo>
                        <a:lnTo>
                          <a:pt x="2919" y="851"/>
                        </a:lnTo>
                        <a:lnTo>
                          <a:pt x="3923" y="1442"/>
                        </a:lnTo>
                        <a:lnTo>
                          <a:pt x="4194" y="1300"/>
                        </a:lnTo>
                        <a:lnTo>
                          <a:pt x="3072" y="650"/>
                        </a:lnTo>
                        <a:lnTo>
                          <a:pt x="1395" y="650"/>
                        </a:lnTo>
                        <a:lnTo>
                          <a:pt x="26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9" name="Google Shape;5664;p47">
                    <a:extLst>
                      <a:ext uri="{FF2B5EF4-FFF2-40B4-BE49-F238E27FC236}">
                        <a16:creationId xmlns:a16="http://schemas.microsoft.com/office/drawing/2014/main" id="{43271C7A-8EA3-C044-7E92-DFD8B77DC948}"/>
                      </a:ext>
                    </a:extLst>
                  </p:cNvPr>
                  <p:cNvSpPr/>
                  <p:nvPr/>
                </p:nvSpPr>
                <p:spPr>
                  <a:xfrm>
                    <a:off x="7747760" y="-3362654"/>
                    <a:ext cx="637527" cy="65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340" extrusionOk="0">
                        <a:moveTo>
                          <a:pt x="2009" y="0"/>
                        </a:moveTo>
                        <a:lnTo>
                          <a:pt x="1879" y="71"/>
                        </a:lnTo>
                        <a:lnTo>
                          <a:pt x="521" y="862"/>
                        </a:lnTo>
                        <a:lnTo>
                          <a:pt x="521" y="1878"/>
                        </a:lnTo>
                        <a:lnTo>
                          <a:pt x="1" y="2185"/>
                        </a:lnTo>
                        <a:lnTo>
                          <a:pt x="249" y="2339"/>
                        </a:lnTo>
                        <a:lnTo>
                          <a:pt x="887" y="1961"/>
                        </a:lnTo>
                        <a:lnTo>
                          <a:pt x="887" y="945"/>
                        </a:lnTo>
                        <a:lnTo>
                          <a:pt x="2127" y="224"/>
                        </a:lnTo>
                        <a:lnTo>
                          <a:pt x="2269" y="154"/>
                        </a:lnTo>
                        <a:lnTo>
                          <a:pt x="20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0" name="Google Shape;5665;p47">
                    <a:extLst>
                      <a:ext uri="{FF2B5EF4-FFF2-40B4-BE49-F238E27FC236}">
                        <a16:creationId xmlns:a16="http://schemas.microsoft.com/office/drawing/2014/main" id="{B99D60B2-AEFB-828B-7D69-FDCDC0414E55}"/>
                      </a:ext>
                    </a:extLst>
                  </p:cNvPr>
                  <p:cNvSpPr/>
                  <p:nvPr/>
                </p:nvSpPr>
                <p:spPr>
                  <a:xfrm>
                    <a:off x="7538717" y="-3498925"/>
                    <a:ext cx="611115" cy="67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5" h="2411" extrusionOk="0">
                        <a:moveTo>
                          <a:pt x="1926" y="1"/>
                        </a:moveTo>
                        <a:lnTo>
                          <a:pt x="1773" y="83"/>
                        </a:lnTo>
                        <a:lnTo>
                          <a:pt x="438" y="875"/>
                        </a:lnTo>
                        <a:lnTo>
                          <a:pt x="438" y="2009"/>
                        </a:lnTo>
                        <a:lnTo>
                          <a:pt x="1" y="2245"/>
                        </a:lnTo>
                        <a:lnTo>
                          <a:pt x="272" y="2411"/>
                        </a:lnTo>
                        <a:lnTo>
                          <a:pt x="804" y="2092"/>
                        </a:lnTo>
                        <a:lnTo>
                          <a:pt x="804" y="958"/>
                        </a:lnTo>
                        <a:lnTo>
                          <a:pt x="2044" y="237"/>
                        </a:lnTo>
                        <a:lnTo>
                          <a:pt x="2174" y="142"/>
                        </a:lnTo>
                        <a:lnTo>
                          <a:pt x="192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1" name="Google Shape;5666;p47">
                    <a:extLst>
                      <a:ext uri="{FF2B5EF4-FFF2-40B4-BE49-F238E27FC236}">
                        <a16:creationId xmlns:a16="http://schemas.microsoft.com/office/drawing/2014/main" id="{D84A3056-9157-0A88-AB07-EE231CDEA614}"/>
                      </a:ext>
                    </a:extLst>
                  </p:cNvPr>
                  <p:cNvSpPr/>
                  <p:nvPr/>
                </p:nvSpPr>
                <p:spPr>
                  <a:xfrm>
                    <a:off x="7870545" y="-3037570"/>
                    <a:ext cx="1026112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" h="1442" extrusionOk="0">
                        <a:moveTo>
                          <a:pt x="3403" y="1"/>
                        </a:moveTo>
                        <a:lnTo>
                          <a:pt x="3344" y="24"/>
                        </a:lnTo>
                        <a:lnTo>
                          <a:pt x="2092" y="745"/>
                        </a:lnTo>
                        <a:lnTo>
                          <a:pt x="946" y="745"/>
                        </a:lnTo>
                        <a:lnTo>
                          <a:pt x="1" y="1288"/>
                        </a:lnTo>
                        <a:lnTo>
                          <a:pt x="273" y="1442"/>
                        </a:lnTo>
                        <a:lnTo>
                          <a:pt x="1100" y="958"/>
                        </a:lnTo>
                        <a:lnTo>
                          <a:pt x="2234" y="958"/>
                        </a:lnTo>
                        <a:lnTo>
                          <a:pt x="3592" y="178"/>
                        </a:lnTo>
                        <a:lnTo>
                          <a:pt x="3651" y="142"/>
                        </a:lnTo>
                        <a:lnTo>
                          <a:pt x="340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2" name="Google Shape;5667;p47">
                    <a:extLst>
                      <a:ext uri="{FF2B5EF4-FFF2-40B4-BE49-F238E27FC236}">
                        <a16:creationId xmlns:a16="http://schemas.microsoft.com/office/drawing/2014/main" id="{C8FDADEF-4836-4A42-2152-8A412B20CF52}"/>
                      </a:ext>
                    </a:extLst>
                  </p:cNvPr>
                  <p:cNvSpPr/>
                  <p:nvPr/>
                </p:nvSpPr>
                <p:spPr>
                  <a:xfrm>
                    <a:off x="6751994" y="-3661608"/>
                    <a:ext cx="1128948" cy="38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" h="1360" extrusionOk="0">
                        <a:moveTo>
                          <a:pt x="3746" y="1"/>
                        </a:moveTo>
                        <a:lnTo>
                          <a:pt x="3604" y="95"/>
                        </a:lnTo>
                        <a:lnTo>
                          <a:pt x="2470" y="757"/>
                        </a:lnTo>
                        <a:lnTo>
                          <a:pt x="781" y="757"/>
                        </a:lnTo>
                        <a:lnTo>
                          <a:pt x="1" y="1194"/>
                        </a:lnTo>
                        <a:lnTo>
                          <a:pt x="249" y="1359"/>
                        </a:lnTo>
                        <a:lnTo>
                          <a:pt x="934" y="958"/>
                        </a:lnTo>
                        <a:lnTo>
                          <a:pt x="2612" y="958"/>
                        </a:lnTo>
                        <a:lnTo>
                          <a:pt x="3852" y="237"/>
                        </a:lnTo>
                        <a:lnTo>
                          <a:pt x="4017" y="154"/>
                        </a:lnTo>
                        <a:lnTo>
                          <a:pt x="374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675" name="Google Shape;5668;p47">
                  <a:extLst>
                    <a:ext uri="{FF2B5EF4-FFF2-40B4-BE49-F238E27FC236}">
                      <a16:creationId xmlns:a16="http://schemas.microsoft.com/office/drawing/2014/main" id="{156D8E72-21AC-ABD3-0BE1-831416793BFC}"/>
                    </a:ext>
                  </a:extLst>
                </p:cNvPr>
                <p:cNvSpPr/>
                <p:nvPr/>
              </p:nvSpPr>
              <p:spPr>
                <a:xfrm>
                  <a:off x="6598965" y="-3776740"/>
                  <a:ext cx="1021412" cy="282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7" h="1182" extrusionOk="0">
                      <a:moveTo>
                        <a:pt x="4017" y="0"/>
                      </a:moveTo>
                      <a:lnTo>
                        <a:pt x="3887" y="71"/>
                      </a:lnTo>
                      <a:lnTo>
                        <a:pt x="2516" y="875"/>
                      </a:lnTo>
                      <a:lnTo>
                        <a:pt x="284" y="875"/>
                      </a:lnTo>
                      <a:lnTo>
                        <a:pt x="0" y="1028"/>
                      </a:lnTo>
                      <a:lnTo>
                        <a:pt x="272" y="1182"/>
                      </a:lnTo>
                      <a:lnTo>
                        <a:pt x="437" y="1075"/>
                      </a:lnTo>
                      <a:lnTo>
                        <a:pt x="2658" y="1075"/>
                      </a:lnTo>
                      <a:lnTo>
                        <a:pt x="4135" y="225"/>
                      </a:lnTo>
                      <a:lnTo>
                        <a:pt x="4277" y="142"/>
                      </a:lnTo>
                      <a:lnTo>
                        <a:pt x="401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304" name="Google Shape;5669;p47">
                <a:extLst>
                  <a:ext uri="{FF2B5EF4-FFF2-40B4-BE49-F238E27FC236}">
                    <a16:creationId xmlns:a16="http://schemas.microsoft.com/office/drawing/2014/main" id="{250CD6C5-E78D-F16D-8E69-9747B572A825}"/>
                  </a:ext>
                </a:extLst>
              </p:cNvPr>
              <p:cNvSpPr/>
              <p:nvPr/>
            </p:nvSpPr>
            <p:spPr>
              <a:xfrm flipH="1">
                <a:off x="9817982" y="7218955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5" name="Google Shape;5670;p47">
                <a:extLst>
                  <a:ext uri="{FF2B5EF4-FFF2-40B4-BE49-F238E27FC236}">
                    <a16:creationId xmlns:a16="http://schemas.microsoft.com/office/drawing/2014/main" id="{9D410818-6888-F531-50AE-2F2FA6A1B858}"/>
                  </a:ext>
                </a:extLst>
              </p:cNvPr>
              <p:cNvSpPr/>
              <p:nvPr/>
            </p:nvSpPr>
            <p:spPr>
              <a:xfrm flipH="1">
                <a:off x="11341013" y="7218966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6" name="Google Shape;5671;p47">
                <a:extLst>
                  <a:ext uri="{FF2B5EF4-FFF2-40B4-BE49-F238E27FC236}">
                    <a16:creationId xmlns:a16="http://schemas.microsoft.com/office/drawing/2014/main" id="{4D238EF8-E5E3-D4BD-FF8E-744A83B618E9}"/>
                  </a:ext>
                </a:extLst>
              </p:cNvPr>
              <p:cNvSpPr/>
              <p:nvPr/>
            </p:nvSpPr>
            <p:spPr>
              <a:xfrm flipH="1">
                <a:off x="9812585" y="7218966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7" name="Google Shape;5672;p47">
                <a:extLst>
                  <a:ext uri="{FF2B5EF4-FFF2-40B4-BE49-F238E27FC236}">
                    <a16:creationId xmlns:a16="http://schemas.microsoft.com/office/drawing/2014/main" id="{26B76C83-555F-D180-1D94-A549E02B18B2}"/>
                  </a:ext>
                </a:extLst>
              </p:cNvPr>
              <p:cNvGrpSpPr/>
              <p:nvPr/>
            </p:nvGrpSpPr>
            <p:grpSpPr>
              <a:xfrm>
                <a:off x="10884983" y="6879817"/>
                <a:ext cx="922893" cy="599206"/>
                <a:chOff x="-4004340" y="2465518"/>
                <a:chExt cx="1791330" cy="1162830"/>
              </a:xfrm>
            </p:grpSpPr>
            <p:sp>
              <p:nvSpPr>
                <p:cNvPr id="1308" name="Google Shape;5673;p47">
                  <a:extLst>
                    <a:ext uri="{FF2B5EF4-FFF2-40B4-BE49-F238E27FC236}">
                      <a16:creationId xmlns:a16="http://schemas.microsoft.com/office/drawing/2014/main" id="{E5812A44-8ED7-C598-6C7B-8923DC295FF5}"/>
                    </a:ext>
                  </a:extLst>
                </p:cNvPr>
                <p:cNvSpPr/>
                <p:nvPr/>
              </p:nvSpPr>
              <p:spPr>
                <a:xfrm>
                  <a:off x="-3238869" y="3540443"/>
                  <a:ext cx="296388" cy="7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86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2671" y="68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09" name="Google Shape;5674;p47">
                  <a:extLst>
                    <a:ext uri="{FF2B5EF4-FFF2-40B4-BE49-F238E27FC236}">
                      <a16:creationId xmlns:a16="http://schemas.microsoft.com/office/drawing/2014/main" id="{FBED748E-1F5F-E29A-671C-AFE223DF22D7}"/>
                    </a:ext>
                  </a:extLst>
                </p:cNvPr>
                <p:cNvSpPr/>
                <p:nvPr/>
              </p:nvSpPr>
              <p:spPr>
                <a:xfrm>
                  <a:off x="-2741963" y="2725067"/>
                  <a:ext cx="14536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31" extrusionOk="0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30" y="130"/>
                      </a:lnTo>
                      <a:lnTo>
                        <a:pt x="130" y="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0" name="Google Shape;5675;p47">
                  <a:extLst>
                    <a:ext uri="{FF2B5EF4-FFF2-40B4-BE49-F238E27FC236}">
                      <a16:creationId xmlns:a16="http://schemas.microsoft.com/office/drawing/2014/main" id="{10480F64-5331-7239-54E0-2DCF3EABCC43}"/>
                    </a:ext>
                  </a:extLst>
                </p:cNvPr>
                <p:cNvSpPr/>
                <p:nvPr/>
              </p:nvSpPr>
              <p:spPr>
                <a:xfrm>
                  <a:off x="-3461689" y="2727730"/>
                  <a:ext cx="14536" cy="1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42" extrusionOk="0">
                      <a:moveTo>
                        <a:pt x="131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31" y="4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1" name="Google Shape;5676;p47">
                  <a:extLst>
                    <a:ext uri="{FF2B5EF4-FFF2-40B4-BE49-F238E27FC236}">
                      <a16:creationId xmlns:a16="http://schemas.microsoft.com/office/drawing/2014/main" id="{521FFD51-043C-44E1-51DC-6A324F022FE1}"/>
                    </a:ext>
                  </a:extLst>
                </p:cNvPr>
                <p:cNvSpPr/>
                <p:nvPr/>
              </p:nvSpPr>
              <p:spPr>
                <a:xfrm>
                  <a:off x="-2942590" y="3124876"/>
                  <a:ext cx="714504" cy="491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431" extrusionOk="0">
                      <a:moveTo>
                        <a:pt x="6439" y="0"/>
                      </a:moveTo>
                      <a:lnTo>
                        <a:pt x="1" y="3745"/>
                      </a:lnTo>
                      <a:lnTo>
                        <a:pt x="1" y="4430"/>
                      </a:lnTo>
                      <a:lnTo>
                        <a:pt x="6439" y="697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2" name="Google Shape;5677;p47">
                  <a:extLst>
                    <a:ext uri="{FF2B5EF4-FFF2-40B4-BE49-F238E27FC236}">
                      <a16:creationId xmlns:a16="http://schemas.microsoft.com/office/drawing/2014/main" id="{32DFA1A1-37B0-59A9-0537-A6F077F1493B}"/>
                    </a:ext>
                  </a:extLst>
                </p:cNvPr>
                <p:cNvSpPr/>
                <p:nvPr/>
              </p:nvSpPr>
              <p:spPr>
                <a:xfrm>
                  <a:off x="-3958484" y="3126208"/>
                  <a:ext cx="719719" cy="49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419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6486" y="4418"/>
                      </a:lnTo>
                      <a:lnTo>
                        <a:pt x="6486" y="37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3" name="Google Shape;5678;p47">
                  <a:extLst>
                    <a:ext uri="{FF2B5EF4-FFF2-40B4-BE49-F238E27FC236}">
                      <a16:creationId xmlns:a16="http://schemas.microsoft.com/office/drawing/2014/main" id="{495EA5A6-7539-4F50-9498-A6B1658774B7}"/>
                    </a:ext>
                  </a:extLst>
                </p:cNvPr>
                <p:cNvSpPr/>
                <p:nvPr/>
              </p:nvSpPr>
              <p:spPr>
                <a:xfrm>
                  <a:off x="-3958484" y="2537645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4"/>
                      </a:lnTo>
                      <a:lnTo>
                        <a:pt x="6486" y="9037"/>
                      </a:lnTo>
                      <a:lnTo>
                        <a:pt x="9156" y="9037"/>
                      </a:lnTo>
                      <a:lnTo>
                        <a:pt x="15594" y="5292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4" name="Google Shape;5679;p47">
                  <a:extLst>
                    <a:ext uri="{FF2B5EF4-FFF2-40B4-BE49-F238E27FC236}">
                      <a16:creationId xmlns:a16="http://schemas.microsoft.com/office/drawing/2014/main" id="{E1500912-2413-0C10-DEED-F92643E828E4}"/>
                    </a:ext>
                  </a:extLst>
                </p:cNvPr>
                <p:cNvSpPr/>
                <p:nvPr/>
              </p:nvSpPr>
              <p:spPr>
                <a:xfrm>
                  <a:off x="-2709228" y="2744708"/>
                  <a:ext cx="15868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31" extrusionOk="0">
                      <a:moveTo>
                        <a:pt x="1" y="1"/>
                      </a:moveTo>
                      <a:lnTo>
                        <a:pt x="12" y="60"/>
                      </a:lnTo>
                      <a:lnTo>
                        <a:pt x="142" y="131"/>
                      </a:lnTo>
                      <a:lnTo>
                        <a:pt x="142" y="8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5" name="Google Shape;5680;p47">
                  <a:extLst>
                    <a:ext uri="{FF2B5EF4-FFF2-40B4-BE49-F238E27FC236}">
                      <a16:creationId xmlns:a16="http://schemas.microsoft.com/office/drawing/2014/main" id="{290622C3-77B5-F6B2-B32C-C35826A5E3FC}"/>
                    </a:ext>
                  </a:extLst>
                </p:cNvPr>
                <p:cNvSpPr/>
                <p:nvPr/>
              </p:nvSpPr>
              <p:spPr>
                <a:xfrm>
                  <a:off x="-2709228" y="2725067"/>
                  <a:ext cx="48603" cy="28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1" extrusionOk="0">
                      <a:moveTo>
                        <a:pt x="308" y="0"/>
                      </a:moveTo>
                      <a:lnTo>
                        <a:pt x="1" y="178"/>
                      </a:lnTo>
                      <a:lnTo>
                        <a:pt x="142" y="260"/>
                      </a:lnTo>
                      <a:lnTo>
                        <a:pt x="438" y="83"/>
                      </a:lnTo>
                      <a:lnTo>
                        <a:pt x="3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6" name="Google Shape;5681;p47">
                  <a:extLst>
                    <a:ext uri="{FF2B5EF4-FFF2-40B4-BE49-F238E27FC236}">
                      <a16:creationId xmlns:a16="http://schemas.microsoft.com/office/drawing/2014/main" id="{063794B6-3380-CB84-18D4-FBBBF193202F}"/>
                    </a:ext>
                  </a:extLst>
                </p:cNvPr>
                <p:cNvSpPr/>
                <p:nvPr/>
              </p:nvSpPr>
              <p:spPr>
                <a:xfrm>
                  <a:off x="-3495755" y="2747371"/>
                  <a:ext cx="15868" cy="1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43" extrusionOk="0">
                      <a:moveTo>
                        <a:pt x="142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42" y="4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7" name="Google Shape;5682;p47">
                  <a:extLst>
                    <a:ext uri="{FF2B5EF4-FFF2-40B4-BE49-F238E27FC236}">
                      <a16:creationId xmlns:a16="http://schemas.microsoft.com/office/drawing/2014/main" id="{8A2DD044-1BFC-82ED-DF2D-ADC7AF9DF37A}"/>
                    </a:ext>
                  </a:extLst>
                </p:cNvPr>
                <p:cNvSpPr/>
                <p:nvPr/>
              </p:nvSpPr>
              <p:spPr>
                <a:xfrm>
                  <a:off x="-3528490" y="2727730"/>
                  <a:ext cx="48603" cy="2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0" extrusionOk="0">
                      <a:moveTo>
                        <a:pt x="130" y="0"/>
                      </a:moveTo>
                      <a:lnTo>
                        <a:pt x="0" y="83"/>
                      </a:lnTo>
                      <a:lnTo>
                        <a:pt x="296" y="260"/>
                      </a:lnTo>
                      <a:lnTo>
                        <a:pt x="437" y="177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8" name="Google Shape;5683;p47">
                  <a:extLst>
                    <a:ext uri="{FF2B5EF4-FFF2-40B4-BE49-F238E27FC236}">
                      <a16:creationId xmlns:a16="http://schemas.microsoft.com/office/drawing/2014/main" id="{A5468A37-AEA4-CEB3-AD43-F0F0E785297A}"/>
                    </a:ext>
                  </a:extLst>
                </p:cNvPr>
                <p:cNvSpPr/>
                <p:nvPr/>
              </p:nvSpPr>
              <p:spPr>
                <a:xfrm>
                  <a:off x="-2942590" y="3054080"/>
                  <a:ext cx="714504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171" extrusionOk="0">
                      <a:moveTo>
                        <a:pt x="6439" y="1"/>
                      </a:moveTo>
                      <a:lnTo>
                        <a:pt x="1" y="3734"/>
                      </a:lnTo>
                      <a:lnTo>
                        <a:pt x="1" y="4171"/>
                      </a:lnTo>
                      <a:lnTo>
                        <a:pt x="6439" y="414"/>
                      </a:lnTo>
                      <a:lnTo>
                        <a:pt x="6439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9" name="Google Shape;5684;p47">
                  <a:extLst>
                    <a:ext uri="{FF2B5EF4-FFF2-40B4-BE49-F238E27FC236}">
                      <a16:creationId xmlns:a16="http://schemas.microsoft.com/office/drawing/2014/main" id="{D5FCDEDA-BFFA-8E7A-46DD-4C5318B8FD1F}"/>
                    </a:ext>
                  </a:extLst>
                </p:cNvPr>
                <p:cNvSpPr/>
                <p:nvPr/>
              </p:nvSpPr>
              <p:spPr>
                <a:xfrm>
                  <a:off x="-3958484" y="3054080"/>
                  <a:ext cx="719719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171" extrusionOk="0">
                      <a:moveTo>
                        <a:pt x="1" y="1"/>
                      </a:moveTo>
                      <a:lnTo>
                        <a:pt x="1" y="414"/>
                      </a:lnTo>
                      <a:lnTo>
                        <a:pt x="6486" y="4171"/>
                      </a:lnTo>
                      <a:lnTo>
                        <a:pt x="6486" y="373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0" name="Google Shape;5685;p47">
                  <a:extLst>
                    <a:ext uri="{FF2B5EF4-FFF2-40B4-BE49-F238E27FC236}">
                      <a16:creationId xmlns:a16="http://schemas.microsoft.com/office/drawing/2014/main" id="{9696E911-C2C9-1700-BAB2-D761E6B3B5D1}"/>
                    </a:ext>
                  </a:extLst>
                </p:cNvPr>
                <p:cNvSpPr/>
                <p:nvPr/>
              </p:nvSpPr>
              <p:spPr>
                <a:xfrm>
                  <a:off x="-3238869" y="3468316"/>
                  <a:ext cx="296388" cy="48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438" extrusionOk="0">
                      <a:moveTo>
                        <a:pt x="1" y="1"/>
                      </a:moveTo>
                      <a:lnTo>
                        <a:pt x="1" y="438"/>
                      </a:lnTo>
                      <a:lnTo>
                        <a:pt x="2671" y="438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1" name="Google Shape;5686;p47">
                  <a:extLst>
                    <a:ext uri="{FF2B5EF4-FFF2-40B4-BE49-F238E27FC236}">
                      <a16:creationId xmlns:a16="http://schemas.microsoft.com/office/drawing/2014/main" id="{D39F7F10-CC67-506C-6000-A2E0BAC9E151}"/>
                    </a:ext>
                  </a:extLst>
                </p:cNvPr>
                <p:cNvSpPr/>
                <p:nvPr/>
              </p:nvSpPr>
              <p:spPr>
                <a:xfrm>
                  <a:off x="-3958484" y="2465518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5"/>
                      </a:lnTo>
                      <a:lnTo>
                        <a:pt x="6486" y="9038"/>
                      </a:lnTo>
                      <a:lnTo>
                        <a:pt x="9156" y="9038"/>
                      </a:lnTo>
                      <a:lnTo>
                        <a:pt x="15594" y="5305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2" name="Google Shape;5687;p47">
                  <a:extLst>
                    <a:ext uri="{FF2B5EF4-FFF2-40B4-BE49-F238E27FC236}">
                      <a16:creationId xmlns:a16="http://schemas.microsoft.com/office/drawing/2014/main" id="{F10121A1-DA5C-E0C7-E422-DE8B5125C110}"/>
                    </a:ext>
                  </a:extLst>
                </p:cNvPr>
                <p:cNvSpPr/>
                <p:nvPr/>
              </p:nvSpPr>
              <p:spPr>
                <a:xfrm>
                  <a:off x="-3904776" y="2516673"/>
                  <a:ext cx="1625637" cy="89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0" h="8105" extrusionOk="0">
                      <a:moveTo>
                        <a:pt x="8412" y="402"/>
                      </a:moveTo>
                      <a:lnTo>
                        <a:pt x="14271" y="3769"/>
                      </a:lnTo>
                      <a:lnTo>
                        <a:pt x="14271" y="4347"/>
                      </a:lnTo>
                      <a:lnTo>
                        <a:pt x="8447" y="7726"/>
                      </a:lnTo>
                      <a:lnTo>
                        <a:pt x="6226" y="7726"/>
                      </a:lnTo>
                      <a:lnTo>
                        <a:pt x="355" y="4347"/>
                      </a:lnTo>
                      <a:lnTo>
                        <a:pt x="355" y="3780"/>
                      </a:lnTo>
                      <a:lnTo>
                        <a:pt x="6179" y="402"/>
                      </a:lnTo>
                      <a:close/>
                      <a:moveTo>
                        <a:pt x="6085" y="0"/>
                      </a:moveTo>
                      <a:lnTo>
                        <a:pt x="1" y="3544"/>
                      </a:lnTo>
                      <a:lnTo>
                        <a:pt x="1" y="4560"/>
                      </a:lnTo>
                      <a:lnTo>
                        <a:pt x="6132" y="8104"/>
                      </a:lnTo>
                      <a:lnTo>
                        <a:pt x="8565" y="8104"/>
                      </a:lnTo>
                      <a:lnTo>
                        <a:pt x="14649" y="4560"/>
                      </a:lnTo>
                      <a:lnTo>
                        <a:pt x="14649" y="3544"/>
                      </a:lnTo>
                      <a:lnTo>
                        <a:pt x="8518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3" name="Google Shape;5688;p47">
                  <a:extLst>
                    <a:ext uri="{FF2B5EF4-FFF2-40B4-BE49-F238E27FC236}">
                      <a16:creationId xmlns:a16="http://schemas.microsoft.com/office/drawing/2014/main" id="{19A98CE0-5BA7-64B4-DBB3-4AB2F58941E2}"/>
                    </a:ext>
                  </a:extLst>
                </p:cNvPr>
                <p:cNvSpPr/>
                <p:nvPr/>
              </p:nvSpPr>
              <p:spPr>
                <a:xfrm>
                  <a:off x="-3722570" y="2675243"/>
                  <a:ext cx="668675" cy="385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6" h="3474" extrusionOk="0">
                      <a:moveTo>
                        <a:pt x="4502" y="1"/>
                      </a:moveTo>
                      <a:lnTo>
                        <a:pt x="1" y="2599"/>
                      </a:lnTo>
                      <a:lnTo>
                        <a:pt x="1525" y="3474"/>
                      </a:lnTo>
                      <a:lnTo>
                        <a:pt x="6026" y="875"/>
                      </a:lnTo>
                      <a:lnTo>
                        <a:pt x="4502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4" name="Google Shape;5689;p47">
                  <a:extLst>
                    <a:ext uri="{FF2B5EF4-FFF2-40B4-BE49-F238E27FC236}">
                      <a16:creationId xmlns:a16="http://schemas.microsoft.com/office/drawing/2014/main" id="{6C1BC427-C18C-DDF2-4DF8-37AFE490B44D}"/>
                    </a:ext>
                  </a:extLst>
                </p:cNvPr>
                <p:cNvSpPr/>
                <p:nvPr/>
              </p:nvSpPr>
              <p:spPr>
                <a:xfrm>
                  <a:off x="-3537701" y="2688337"/>
                  <a:ext cx="778752" cy="449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4053" extrusionOk="0">
                      <a:moveTo>
                        <a:pt x="5966" y="1"/>
                      </a:moveTo>
                      <a:lnTo>
                        <a:pt x="1" y="3450"/>
                      </a:lnTo>
                      <a:lnTo>
                        <a:pt x="1052" y="4053"/>
                      </a:lnTo>
                      <a:lnTo>
                        <a:pt x="7018" y="615"/>
                      </a:lnTo>
                      <a:lnTo>
                        <a:pt x="5966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5" name="Google Shape;5690;p47">
                  <a:extLst>
                    <a:ext uri="{FF2B5EF4-FFF2-40B4-BE49-F238E27FC236}">
                      <a16:creationId xmlns:a16="http://schemas.microsoft.com/office/drawing/2014/main" id="{F4AE7967-36B9-50F0-F6A0-12D038E47C51}"/>
                    </a:ext>
                  </a:extLst>
                </p:cNvPr>
                <p:cNvSpPr/>
                <p:nvPr/>
              </p:nvSpPr>
              <p:spPr>
                <a:xfrm>
                  <a:off x="-3402655" y="2832593"/>
                  <a:ext cx="624067" cy="3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" h="3249" extrusionOk="0">
                      <a:moveTo>
                        <a:pt x="4915" y="0"/>
                      </a:moveTo>
                      <a:lnTo>
                        <a:pt x="0" y="2859"/>
                      </a:lnTo>
                      <a:lnTo>
                        <a:pt x="709" y="3249"/>
                      </a:lnTo>
                      <a:lnTo>
                        <a:pt x="5623" y="414"/>
                      </a:lnTo>
                      <a:lnTo>
                        <a:pt x="491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6" name="Google Shape;5691;p47">
                  <a:extLst>
                    <a:ext uri="{FF2B5EF4-FFF2-40B4-BE49-F238E27FC236}">
                      <a16:creationId xmlns:a16="http://schemas.microsoft.com/office/drawing/2014/main" id="{470E4F31-9D79-A482-AA6C-75022F9A0205}"/>
                    </a:ext>
                  </a:extLst>
                </p:cNvPr>
                <p:cNvSpPr/>
                <p:nvPr/>
              </p:nvSpPr>
              <p:spPr>
                <a:xfrm>
                  <a:off x="-3210018" y="2946554"/>
                  <a:ext cx="626730" cy="36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8" h="3250" extrusionOk="0">
                      <a:moveTo>
                        <a:pt x="4939" y="1"/>
                      </a:moveTo>
                      <a:lnTo>
                        <a:pt x="1" y="2836"/>
                      </a:lnTo>
                      <a:lnTo>
                        <a:pt x="733" y="3250"/>
                      </a:lnTo>
                      <a:lnTo>
                        <a:pt x="5648" y="391"/>
                      </a:lnTo>
                      <a:lnTo>
                        <a:pt x="4939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7" name="Google Shape;5692;p47">
                  <a:extLst>
                    <a:ext uri="{FF2B5EF4-FFF2-40B4-BE49-F238E27FC236}">
                      <a16:creationId xmlns:a16="http://schemas.microsoft.com/office/drawing/2014/main" id="{AEFB49E4-BFBB-0DF2-01AC-5E53A87B60BD}"/>
                    </a:ext>
                  </a:extLst>
                </p:cNvPr>
                <p:cNvSpPr/>
                <p:nvPr/>
              </p:nvSpPr>
              <p:spPr>
                <a:xfrm>
                  <a:off x="-3305671" y="3060627"/>
                  <a:ext cx="329122" cy="18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702" extrusionOk="0">
                      <a:moveTo>
                        <a:pt x="2257" y="1"/>
                      </a:moveTo>
                      <a:lnTo>
                        <a:pt x="0" y="1300"/>
                      </a:lnTo>
                      <a:lnTo>
                        <a:pt x="709" y="1702"/>
                      </a:lnTo>
                      <a:lnTo>
                        <a:pt x="2966" y="402"/>
                      </a:lnTo>
                      <a:lnTo>
                        <a:pt x="2257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8" name="Google Shape;5693;p47">
                  <a:extLst>
                    <a:ext uri="{FF2B5EF4-FFF2-40B4-BE49-F238E27FC236}">
                      <a16:creationId xmlns:a16="http://schemas.microsoft.com/office/drawing/2014/main" id="{AFC07D23-FCCE-1A60-1721-4C387B854146}"/>
                    </a:ext>
                  </a:extLst>
                </p:cNvPr>
                <p:cNvSpPr/>
                <p:nvPr/>
              </p:nvSpPr>
              <p:spPr>
                <a:xfrm>
                  <a:off x="-3009391" y="2888963"/>
                  <a:ext cx="327791" cy="19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" h="1714" extrusionOk="0">
                      <a:moveTo>
                        <a:pt x="2245" y="0"/>
                      </a:moveTo>
                      <a:lnTo>
                        <a:pt x="0" y="1300"/>
                      </a:lnTo>
                      <a:lnTo>
                        <a:pt x="709" y="1713"/>
                      </a:lnTo>
                      <a:lnTo>
                        <a:pt x="2954" y="414"/>
                      </a:lnTo>
                      <a:lnTo>
                        <a:pt x="224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329" name="Google Shape;5694;p47">
                  <a:extLst>
                    <a:ext uri="{FF2B5EF4-FFF2-40B4-BE49-F238E27FC236}">
                      <a16:creationId xmlns:a16="http://schemas.microsoft.com/office/drawing/2014/main" id="{F3E82789-6F01-68AC-D7CD-831C34D1F0FB}"/>
                    </a:ext>
                  </a:extLst>
                </p:cNvPr>
                <p:cNvGrpSpPr/>
                <p:nvPr/>
              </p:nvGrpSpPr>
              <p:grpSpPr>
                <a:xfrm>
                  <a:off x="-4004340" y="3104789"/>
                  <a:ext cx="1791330" cy="523558"/>
                  <a:chOff x="-4004340" y="3104789"/>
                  <a:chExt cx="1791330" cy="523558"/>
                </a:xfrm>
              </p:grpSpPr>
              <p:grpSp>
                <p:nvGrpSpPr>
                  <p:cNvPr id="1330" name="Google Shape;5695;p47">
                    <a:extLst>
                      <a:ext uri="{FF2B5EF4-FFF2-40B4-BE49-F238E27FC236}">
                        <a16:creationId xmlns:a16="http://schemas.microsoft.com/office/drawing/2014/main" id="{74A5A86E-1CE9-544E-0B87-E94BA81764B3}"/>
                      </a:ext>
                    </a:extLst>
                  </p:cNvPr>
                  <p:cNvGrpSpPr/>
                  <p:nvPr/>
                </p:nvGrpSpPr>
                <p:grpSpPr>
                  <a:xfrm>
                    <a:off x="-2940565" y="3136014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502" name="Google Shape;5696;p47">
                      <a:extLst>
                        <a:ext uri="{FF2B5EF4-FFF2-40B4-BE49-F238E27FC236}">
                          <a16:creationId xmlns:a16="http://schemas.microsoft.com/office/drawing/2014/main" id="{BF960222-7E7E-8ADE-15E9-E0EF50591E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63" name="Google Shape;5697;p47">
                        <a:extLst>
                          <a:ext uri="{FF2B5EF4-FFF2-40B4-BE49-F238E27FC236}">
                            <a16:creationId xmlns:a16="http://schemas.microsoft.com/office/drawing/2014/main" id="{1F42C948-2DD3-A74A-7ABD-AD3DD45F6B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4" name="Google Shape;5698;p47">
                        <a:extLst>
                          <a:ext uri="{FF2B5EF4-FFF2-40B4-BE49-F238E27FC236}">
                            <a16:creationId xmlns:a16="http://schemas.microsoft.com/office/drawing/2014/main" id="{A14FCF86-3816-A3F0-7C44-C5B5EF04E9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5" name="Google Shape;5699;p47">
                        <a:extLst>
                          <a:ext uri="{FF2B5EF4-FFF2-40B4-BE49-F238E27FC236}">
                            <a16:creationId xmlns:a16="http://schemas.microsoft.com/office/drawing/2014/main" id="{9E75AF79-4F97-0903-D767-BA92136444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6" name="Google Shape;5700;p47">
                        <a:extLst>
                          <a:ext uri="{FF2B5EF4-FFF2-40B4-BE49-F238E27FC236}">
                            <a16:creationId xmlns:a16="http://schemas.microsoft.com/office/drawing/2014/main" id="{5EF34E14-94E1-033F-7FEA-60D243DA08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7" name="Google Shape;5701;p47">
                        <a:extLst>
                          <a:ext uri="{FF2B5EF4-FFF2-40B4-BE49-F238E27FC236}">
                            <a16:creationId xmlns:a16="http://schemas.microsoft.com/office/drawing/2014/main" id="{DED59CA7-83C6-AFFE-4A1B-AE0F0FAE8B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8" name="Google Shape;5702;p47">
                        <a:extLst>
                          <a:ext uri="{FF2B5EF4-FFF2-40B4-BE49-F238E27FC236}">
                            <a16:creationId xmlns:a16="http://schemas.microsoft.com/office/drawing/2014/main" id="{F10EFE37-8D0D-348D-8607-C8C9D1E5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9" name="Google Shape;5703;p47">
                        <a:extLst>
                          <a:ext uri="{FF2B5EF4-FFF2-40B4-BE49-F238E27FC236}">
                            <a16:creationId xmlns:a16="http://schemas.microsoft.com/office/drawing/2014/main" id="{6B10BC65-79D6-BD6D-EB26-C666B9E86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0" name="Google Shape;5704;p47">
                        <a:extLst>
                          <a:ext uri="{FF2B5EF4-FFF2-40B4-BE49-F238E27FC236}">
                            <a16:creationId xmlns:a16="http://schemas.microsoft.com/office/drawing/2014/main" id="{E9E3B532-DCE0-D96E-0B3B-1D27AEB47C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1" name="Google Shape;5705;p47">
                        <a:extLst>
                          <a:ext uri="{FF2B5EF4-FFF2-40B4-BE49-F238E27FC236}">
                            <a16:creationId xmlns:a16="http://schemas.microsoft.com/office/drawing/2014/main" id="{C1437191-D801-B908-33F2-EF82A3EB60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3" name="Google Shape;5706;p47">
                      <a:extLst>
                        <a:ext uri="{FF2B5EF4-FFF2-40B4-BE49-F238E27FC236}">
                          <a16:creationId xmlns:a16="http://schemas.microsoft.com/office/drawing/2014/main" id="{D22869C0-C956-F913-3036-E7250BF77E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54" name="Google Shape;5707;p47">
                        <a:extLst>
                          <a:ext uri="{FF2B5EF4-FFF2-40B4-BE49-F238E27FC236}">
                            <a16:creationId xmlns:a16="http://schemas.microsoft.com/office/drawing/2014/main" id="{E6F96325-FF80-B09C-A11B-ADFC4FE60A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5" name="Google Shape;5708;p47">
                        <a:extLst>
                          <a:ext uri="{FF2B5EF4-FFF2-40B4-BE49-F238E27FC236}">
                            <a16:creationId xmlns:a16="http://schemas.microsoft.com/office/drawing/2014/main" id="{41EFF904-79E5-8388-C8DA-C5F6B82DB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6" name="Google Shape;5709;p47">
                        <a:extLst>
                          <a:ext uri="{FF2B5EF4-FFF2-40B4-BE49-F238E27FC236}">
                            <a16:creationId xmlns:a16="http://schemas.microsoft.com/office/drawing/2014/main" id="{72585B13-118B-30E7-8C18-2001855BF7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7" name="Google Shape;5710;p47">
                        <a:extLst>
                          <a:ext uri="{FF2B5EF4-FFF2-40B4-BE49-F238E27FC236}">
                            <a16:creationId xmlns:a16="http://schemas.microsoft.com/office/drawing/2014/main" id="{23D324D4-6F40-3C9D-8A1C-710F9FEA04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8" name="Google Shape;5711;p47">
                        <a:extLst>
                          <a:ext uri="{FF2B5EF4-FFF2-40B4-BE49-F238E27FC236}">
                            <a16:creationId xmlns:a16="http://schemas.microsoft.com/office/drawing/2014/main" id="{B7D3BDAB-B266-6AAE-3CFB-1EF2ED080C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9" name="Google Shape;5712;p47">
                        <a:extLst>
                          <a:ext uri="{FF2B5EF4-FFF2-40B4-BE49-F238E27FC236}">
                            <a16:creationId xmlns:a16="http://schemas.microsoft.com/office/drawing/2014/main" id="{ABB61ADF-4535-AC88-0354-A4B9D0061A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0" name="Google Shape;5713;p47">
                        <a:extLst>
                          <a:ext uri="{FF2B5EF4-FFF2-40B4-BE49-F238E27FC236}">
                            <a16:creationId xmlns:a16="http://schemas.microsoft.com/office/drawing/2014/main" id="{4A5DD798-1DB2-78E9-982F-06833E3793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1" name="Google Shape;5714;p47">
                        <a:extLst>
                          <a:ext uri="{FF2B5EF4-FFF2-40B4-BE49-F238E27FC236}">
                            <a16:creationId xmlns:a16="http://schemas.microsoft.com/office/drawing/2014/main" id="{41423CCB-806C-D8C7-9A75-D0855F265E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2" name="Google Shape;5715;p47">
                        <a:extLst>
                          <a:ext uri="{FF2B5EF4-FFF2-40B4-BE49-F238E27FC236}">
                            <a16:creationId xmlns:a16="http://schemas.microsoft.com/office/drawing/2014/main" id="{546DAE90-D768-824B-38FF-905AEA2A91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4" name="Google Shape;5716;p47">
                      <a:extLst>
                        <a:ext uri="{FF2B5EF4-FFF2-40B4-BE49-F238E27FC236}">
                          <a16:creationId xmlns:a16="http://schemas.microsoft.com/office/drawing/2014/main" id="{6A56C100-A58C-E577-9BF0-2A17C5E5F2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45" name="Google Shape;5717;p47">
                        <a:extLst>
                          <a:ext uri="{FF2B5EF4-FFF2-40B4-BE49-F238E27FC236}">
                            <a16:creationId xmlns:a16="http://schemas.microsoft.com/office/drawing/2014/main" id="{8D4BC388-2AF2-4F80-6A35-94A5000083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6" name="Google Shape;5718;p47">
                        <a:extLst>
                          <a:ext uri="{FF2B5EF4-FFF2-40B4-BE49-F238E27FC236}">
                            <a16:creationId xmlns:a16="http://schemas.microsoft.com/office/drawing/2014/main" id="{C02E5A30-34A0-8B52-30A0-27B9EB3B9D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7" name="Google Shape;5719;p47">
                        <a:extLst>
                          <a:ext uri="{FF2B5EF4-FFF2-40B4-BE49-F238E27FC236}">
                            <a16:creationId xmlns:a16="http://schemas.microsoft.com/office/drawing/2014/main" id="{E2025363-305C-57D8-8EA0-A8CE7CCA2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8" name="Google Shape;5720;p47">
                        <a:extLst>
                          <a:ext uri="{FF2B5EF4-FFF2-40B4-BE49-F238E27FC236}">
                            <a16:creationId xmlns:a16="http://schemas.microsoft.com/office/drawing/2014/main" id="{7DE16BA8-4270-3143-3D88-006A26AC4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9" name="Google Shape;5721;p47">
                        <a:extLst>
                          <a:ext uri="{FF2B5EF4-FFF2-40B4-BE49-F238E27FC236}">
                            <a16:creationId xmlns:a16="http://schemas.microsoft.com/office/drawing/2014/main" id="{998BC761-416A-2013-94EA-2088E40752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0" name="Google Shape;5722;p47">
                        <a:extLst>
                          <a:ext uri="{FF2B5EF4-FFF2-40B4-BE49-F238E27FC236}">
                            <a16:creationId xmlns:a16="http://schemas.microsoft.com/office/drawing/2014/main" id="{FF8194A6-BA00-4C35-C9DC-5D3DE4D17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1" name="Google Shape;5723;p47">
                        <a:extLst>
                          <a:ext uri="{FF2B5EF4-FFF2-40B4-BE49-F238E27FC236}">
                            <a16:creationId xmlns:a16="http://schemas.microsoft.com/office/drawing/2014/main" id="{868BC630-C823-DA2A-BF18-F267B16A55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2" name="Google Shape;5724;p47">
                        <a:extLst>
                          <a:ext uri="{FF2B5EF4-FFF2-40B4-BE49-F238E27FC236}">
                            <a16:creationId xmlns:a16="http://schemas.microsoft.com/office/drawing/2014/main" id="{C659595B-FF18-7FE6-B8F0-4DC875A3F5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3" name="Google Shape;5725;p47">
                        <a:extLst>
                          <a:ext uri="{FF2B5EF4-FFF2-40B4-BE49-F238E27FC236}">
                            <a16:creationId xmlns:a16="http://schemas.microsoft.com/office/drawing/2014/main" id="{F6B5C808-DBA2-18A9-340E-B6C6C38F3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5" name="Google Shape;5726;p47">
                      <a:extLst>
                        <a:ext uri="{FF2B5EF4-FFF2-40B4-BE49-F238E27FC236}">
                          <a16:creationId xmlns:a16="http://schemas.microsoft.com/office/drawing/2014/main" id="{78CD43D5-CCFD-6FAD-D776-20A2DA2813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36" name="Google Shape;5727;p47">
                        <a:extLst>
                          <a:ext uri="{FF2B5EF4-FFF2-40B4-BE49-F238E27FC236}">
                            <a16:creationId xmlns:a16="http://schemas.microsoft.com/office/drawing/2014/main" id="{5470E78F-5023-3F2E-F26D-57A60C464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7" name="Google Shape;5728;p47">
                        <a:extLst>
                          <a:ext uri="{FF2B5EF4-FFF2-40B4-BE49-F238E27FC236}">
                            <a16:creationId xmlns:a16="http://schemas.microsoft.com/office/drawing/2014/main" id="{BEFF5191-0C97-A4C9-E6A6-A987A3F2CD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8" name="Google Shape;5729;p47">
                        <a:extLst>
                          <a:ext uri="{FF2B5EF4-FFF2-40B4-BE49-F238E27FC236}">
                            <a16:creationId xmlns:a16="http://schemas.microsoft.com/office/drawing/2014/main" id="{0AE8058D-8F6F-F672-E1D7-07E7922E51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9" name="Google Shape;5730;p47">
                        <a:extLst>
                          <a:ext uri="{FF2B5EF4-FFF2-40B4-BE49-F238E27FC236}">
                            <a16:creationId xmlns:a16="http://schemas.microsoft.com/office/drawing/2014/main" id="{C674CB95-EB6B-C954-8872-7D3E3E9DED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0" name="Google Shape;5731;p47">
                        <a:extLst>
                          <a:ext uri="{FF2B5EF4-FFF2-40B4-BE49-F238E27FC236}">
                            <a16:creationId xmlns:a16="http://schemas.microsoft.com/office/drawing/2014/main" id="{F56F3E26-EF27-5F54-840B-5719ED470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1" name="Google Shape;5732;p47">
                        <a:extLst>
                          <a:ext uri="{FF2B5EF4-FFF2-40B4-BE49-F238E27FC236}">
                            <a16:creationId xmlns:a16="http://schemas.microsoft.com/office/drawing/2014/main" id="{BDFC7989-02CC-4A7E-25C7-2BEB3F6FD9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2" name="Google Shape;5733;p47">
                        <a:extLst>
                          <a:ext uri="{FF2B5EF4-FFF2-40B4-BE49-F238E27FC236}">
                            <a16:creationId xmlns:a16="http://schemas.microsoft.com/office/drawing/2014/main" id="{5C4EE358-1E21-3A39-4DD4-27D65A9A86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3" name="Google Shape;5734;p47">
                        <a:extLst>
                          <a:ext uri="{FF2B5EF4-FFF2-40B4-BE49-F238E27FC236}">
                            <a16:creationId xmlns:a16="http://schemas.microsoft.com/office/drawing/2014/main" id="{8FA72FB5-5AF3-F5BC-3D96-923BBB5D4E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4" name="Google Shape;5735;p47">
                        <a:extLst>
                          <a:ext uri="{FF2B5EF4-FFF2-40B4-BE49-F238E27FC236}">
                            <a16:creationId xmlns:a16="http://schemas.microsoft.com/office/drawing/2014/main" id="{E2508A75-4669-950A-9380-E710789278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6" name="Google Shape;5736;p47">
                      <a:extLst>
                        <a:ext uri="{FF2B5EF4-FFF2-40B4-BE49-F238E27FC236}">
                          <a16:creationId xmlns:a16="http://schemas.microsoft.com/office/drawing/2014/main" id="{D60FB157-4CC7-95DE-8A9B-AE04F4B08C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27" name="Google Shape;5737;p47">
                        <a:extLst>
                          <a:ext uri="{FF2B5EF4-FFF2-40B4-BE49-F238E27FC236}">
                            <a16:creationId xmlns:a16="http://schemas.microsoft.com/office/drawing/2014/main" id="{35F852F1-C552-4E59-2D53-1F40870D24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8" name="Google Shape;5738;p47">
                        <a:extLst>
                          <a:ext uri="{FF2B5EF4-FFF2-40B4-BE49-F238E27FC236}">
                            <a16:creationId xmlns:a16="http://schemas.microsoft.com/office/drawing/2014/main" id="{7B2205A6-FDF1-C8F6-599D-3629FEA5A8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9" name="Google Shape;5739;p47">
                        <a:extLst>
                          <a:ext uri="{FF2B5EF4-FFF2-40B4-BE49-F238E27FC236}">
                            <a16:creationId xmlns:a16="http://schemas.microsoft.com/office/drawing/2014/main" id="{1E62F3C7-C8A2-56C5-F677-AA0E01E74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0" name="Google Shape;5740;p47">
                        <a:extLst>
                          <a:ext uri="{FF2B5EF4-FFF2-40B4-BE49-F238E27FC236}">
                            <a16:creationId xmlns:a16="http://schemas.microsoft.com/office/drawing/2014/main" id="{2032B1A2-A666-CEB1-B210-CD47C09F0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1" name="Google Shape;5741;p47">
                        <a:extLst>
                          <a:ext uri="{FF2B5EF4-FFF2-40B4-BE49-F238E27FC236}">
                            <a16:creationId xmlns:a16="http://schemas.microsoft.com/office/drawing/2014/main" id="{80368B56-954F-9C42-BA6D-3F7CD192B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2" name="Google Shape;5742;p47">
                        <a:extLst>
                          <a:ext uri="{FF2B5EF4-FFF2-40B4-BE49-F238E27FC236}">
                            <a16:creationId xmlns:a16="http://schemas.microsoft.com/office/drawing/2014/main" id="{96F34A9B-D1F4-E71C-76C7-C62C745C19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3" name="Google Shape;5743;p47">
                        <a:extLst>
                          <a:ext uri="{FF2B5EF4-FFF2-40B4-BE49-F238E27FC236}">
                            <a16:creationId xmlns:a16="http://schemas.microsoft.com/office/drawing/2014/main" id="{B8A12194-A32A-B9B2-0D79-0B023465CC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4" name="Google Shape;5744;p47">
                        <a:extLst>
                          <a:ext uri="{FF2B5EF4-FFF2-40B4-BE49-F238E27FC236}">
                            <a16:creationId xmlns:a16="http://schemas.microsoft.com/office/drawing/2014/main" id="{B59941D4-21B5-7E36-0A23-0CD5D09D1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5" name="Google Shape;5745;p47">
                        <a:extLst>
                          <a:ext uri="{FF2B5EF4-FFF2-40B4-BE49-F238E27FC236}">
                            <a16:creationId xmlns:a16="http://schemas.microsoft.com/office/drawing/2014/main" id="{DEC2941A-1E24-E285-904B-6AF1261DAB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7" name="Google Shape;5746;p47">
                      <a:extLst>
                        <a:ext uri="{FF2B5EF4-FFF2-40B4-BE49-F238E27FC236}">
                          <a16:creationId xmlns:a16="http://schemas.microsoft.com/office/drawing/2014/main" id="{7A509240-552E-478D-7E56-2BD4FED911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18" name="Google Shape;5747;p47">
                        <a:extLst>
                          <a:ext uri="{FF2B5EF4-FFF2-40B4-BE49-F238E27FC236}">
                            <a16:creationId xmlns:a16="http://schemas.microsoft.com/office/drawing/2014/main" id="{FDDF3884-3A47-15A2-9C69-7A0FF5A6CE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9" name="Google Shape;5748;p47">
                        <a:extLst>
                          <a:ext uri="{FF2B5EF4-FFF2-40B4-BE49-F238E27FC236}">
                            <a16:creationId xmlns:a16="http://schemas.microsoft.com/office/drawing/2014/main" id="{6B2525AF-132C-D451-B091-3991FC85E3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0" name="Google Shape;5749;p47">
                        <a:extLst>
                          <a:ext uri="{FF2B5EF4-FFF2-40B4-BE49-F238E27FC236}">
                            <a16:creationId xmlns:a16="http://schemas.microsoft.com/office/drawing/2014/main" id="{6BC66D9A-4873-2BB8-5333-1CA01FBAAA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1" name="Google Shape;5750;p47">
                        <a:extLst>
                          <a:ext uri="{FF2B5EF4-FFF2-40B4-BE49-F238E27FC236}">
                            <a16:creationId xmlns:a16="http://schemas.microsoft.com/office/drawing/2014/main" id="{2F982C1E-3F2D-8E74-FECD-2FFA7EB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2" name="Google Shape;5751;p47">
                        <a:extLst>
                          <a:ext uri="{FF2B5EF4-FFF2-40B4-BE49-F238E27FC236}">
                            <a16:creationId xmlns:a16="http://schemas.microsoft.com/office/drawing/2014/main" id="{3615DC29-9616-2AB0-46F9-ECFC7FE1BA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3" name="Google Shape;5752;p47">
                        <a:extLst>
                          <a:ext uri="{FF2B5EF4-FFF2-40B4-BE49-F238E27FC236}">
                            <a16:creationId xmlns:a16="http://schemas.microsoft.com/office/drawing/2014/main" id="{10687B23-49C7-ED88-E17C-BF4EEB95DE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4" name="Google Shape;5753;p47">
                        <a:extLst>
                          <a:ext uri="{FF2B5EF4-FFF2-40B4-BE49-F238E27FC236}">
                            <a16:creationId xmlns:a16="http://schemas.microsoft.com/office/drawing/2014/main" id="{5170D3FA-963E-F4CF-BF53-57C4EE9C43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5" name="Google Shape;5754;p47">
                        <a:extLst>
                          <a:ext uri="{FF2B5EF4-FFF2-40B4-BE49-F238E27FC236}">
                            <a16:creationId xmlns:a16="http://schemas.microsoft.com/office/drawing/2014/main" id="{F080A9FA-2C4C-89DF-24F8-1FCF5158AE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6" name="Google Shape;5755;p47">
                        <a:extLst>
                          <a:ext uri="{FF2B5EF4-FFF2-40B4-BE49-F238E27FC236}">
                            <a16:creationId xmlns:a16="http://schemas.microsoft.com/office/drawing/2014/main" id="{94189620-632E-B9B7-EE08-8866BD7748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8" name="Google Shape;5756;p47">
                      <a:extLst>
                        <a:ext uri="{FF2B5EF4-FFF2-40B4-BE49-F238E27FC236}">
                          <a16:creationId xmlns:a16="http://schemas.microsoft.com/office/drawing/2014/main" id="{00DF413E-22F7-CB9F-6C30-5A5D3129B4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9" name="Google Shape;5757;p47">
                        <a:extLst>
                          <a:ext uri="{FF2B5EF4-FFF2-40B4-BE49-F238E27FC236}">
                            <a16:creationId xmlns:a16="http://schemas.microsoft.com/office/drawing/2014/main" id="{B02A2C37-249B-358D-07E2-4176EC1F0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0" name="Google Shape;5758;p47">
                        <a:extLst>
                          <a:ext uri="{FF2B5EF4-FFF2-40B4-BE49-F238E27FC236}">
                            <a16:creationId xmlns:a16="http://schemas.microsoft.com/office/drawing/2014/main" id="{5C50B213-628D-F0B8-77CF-3272E0D944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1" name="Google Shape;5759;p47">
                        <a:extLst>
                          <a:ext uri="{FF2B5EF4-FFF2-40B4-BE49-F238E27FC236}">
                            <a16:creationId xmlns:a16="http://schemas.microsoft.com/office/drawing/2014/main" id="{0FBFA57D-10EB-EA72-2E69-92042FDE28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2" name="Google Shape;5760;p47">
                        <a:extLst>
                          <a:ext uri="{FF2B5EF4-FFF2-40B4-BE49-F238E27FC236}">
                            <a16:creationId xmlns:a16="http://schemas.microsoft.com/office/drawing/2014/main" id="{93CE4EB3-7541-0F29-F9D6-5658FA6C2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3" name="Google Shape;5761;p47">
                        <a:extLst>
                          <a:ext uri="{FF2B5EF4-FFF2-40B4-BE49-F238E27FC236}">
                            <a16:creationId xmlns:a16="http://schemas.microsoft.com/office/drawing/2014/main" id="{B8BA8C00-31FE-5953-8B50-C1CEB61CB8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4" name="Google Shape;5762;p47">
                        <a:extLst>
                          <a:ext uri="{FF2B5EF4-FFF2-40B4-BE49-F238E27FC236}">
                            <a16:creationId xmlns:a16="http://schemas.microsoft.com/office/drawing/2014/main" id="{41D13389-D748-25C8-181E-A4B0B41173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5" name="Google Shape;5763;p47">
                        <a:extLst>
                          <a:ext uri="{FF2B5EF4-FFF2-40B4-BE49-F238E27FC236}">
                            <a16:creationId xmlns:a16="http://schemas.microsoft.com/office/drawing/2014/main" id="{A74C3DFA-9A62-8390-BEA6-7D8EC5F90E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6" name="Google Shape;5764;p47">
                        <a:extLst>
                          <a:ext uri="{FF2B5EF4-FFF2-40B4-BE49-F238E27FC236}">
                            <a16:creationId xmlns:a16="http://schemas.microsoft.com/office/drawing/2014/main" id="{BB2EF226-F11D-6881-0147-449CF3A62F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7" name="Google Shape;5765;p47">
                        <a:extLst>
                          <a:ext uri="{FF2B5EF4-FFF2-40B4-BE49-F238E27FC236}">
                            <a16:creationId xmlns:a16="http://schemas.microsoft.com/office/drawing/2014/main" id="{45E40A56-27DE-34DD-5126-44C271943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9" name="Google Shape;5766;p47">
                      <a:extLst>
                        <a:ext uri="{FF2B5EF4-FFF2-40B4-BE49-F238E27FC236}">
                          <a16:creationId xmlns:a16="http://schemas.microsoft.com/office/drawing/2014/main" id="{39C6A04B-6AA9-54EA-585F-233F4E7345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0" name="Google Shape;5767;p47">
                        <a:extLst>
                          <a:ext uri="{FF2B5EF4-FFF2-40B4-BE49-F238E27FC236}">
                            <a16:creationId xmlns:a16="http://schemas.microsoft.com/office/drawing/2014/main" id="{78F97867-846F-A9BC-88A3-B65788305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1" name="Google Shape;5768;p47">
                        <a:extLst>
                          <a:ext uri="{FF2B5EF4-FFF2-40B4-BE49-F238E27FC236}">
                            <a16:creationId xmlns:a16="http://schemas.microsoft.com/office/drawing/2014/main" id="{4CB26702-722C-7571-C510-E758F850BC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2" name="Google Shape;5769;p47">
                        <a:extLst>
                          <a:ext uri="{FF2B5EF4-FFF2-40B4-BE49-F238E27FC236}">
                            <a16:creationId xmlns:a16="http://schemas.microsoft.com/office/drawing/2014/main" id="{47D4F77F-0685-5A84-2976-67BE2C743F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3" name="Google Shape;5770;p47">
                        <a:extLst>
                          <a:ext uri="{FF2B5EF4-FFF2-40B4-BE49-F238E27FC236}">
                            <a16:creationId xmlns:a16="http://schemas.microsoft.com/office/drawing/2014/main" id="{5ECCE8C6-AA66-5BE3-1E83-0DD8261C2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4" name="Google Shape;5771;p47">
                        <a:extLst>
                          <a:ext uri="{FF2B5EF4-FFF2-40B4-BE49-F238E27FC236}">
                            <a16:creationId xmlns:a16="http://schemas.microsoft.com/office/drawing/2014/main" id="{D6D2C7A3-A128-293B-1B8D-33A889D15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5" name="Google Shape;5772;p47">
                        <a:extLst>
                          <a:ext uri="{FF2B5EF4-FFF2-40B4-BE49-F238E27FC236}">
                            <a16:creationId xmlns:a16="http://schemas.microsoft.com/office/drawing/2014/main" id="{476363CB-B927-F601-C531-598E0F1F10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6" name="Google Shape;5773;p47">
                        <a:extLst>
                          <a:ext uri="{FF2B5EF4-FFF2-40B4-BE49-F238E27FC236}">
                            <a16:creationId xmlns:a16="http://schemas.microsoft.com/office/drawing/2014/main" id="{5757E2AF-D8A2-91E5-0ACE-15EEADA6F5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7" name="Google Shape;5774;p47">
                        <a:extLst>
                          <a:ext uri="{FF2B5EF4-FFF2-40B4-BE49-F238E27FC236}">
                            <a16:creationId xmlns:a16="http://schemas.microsoft.com/office/drawing/2014/main" id="{4215E1F6-1CBF-326A-8EF1-EFAB45BBF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8" name="Google Shape;5775;p47">
                        <a:extLst>
                          <a:ext uri="{FF2B5EF4-FFF2-40B4-BE49-F238E27FC236}">
                            <a16:creationId xmlns:a16="http://schemas.microsoft.com/office/drawing/2014/main" id="{6CF17544-6C11-971D-EEDD-3FCDCC9A5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0" name="Google Shape;5776;p47">
                      <a:extLst>
                        <a:ext uri="{FF2B5EF4-FFF2-40B4-BE49-F238E27FC236}">
                          <a16:creationId xmlns:a16="http://schemas.microsoft.com/office/drawing/2014/main" id="{C8DA0430-3B95-A1B3-F176-26D897EDBF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91" name="Google Shape;5777;p47">
                        <a:extLst>
                          <a:ext uri="{FF2B5EF4-FFF2-40B4-BE49-F238E27FC236}">
                            <a16:creationId xmlns:a16="http://schemas.microsoft.com/office/drawing/2014/main" id="{2A525C9B-FDB7-2BFD-6595-A5C69307F9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2" name="Google Shape;5778;p47">
                        <a:extLst>
                          <a:ext uri="{FF2B5EF4-FFF2-40B4-BE49-F238E27FC236}">
                            <a16:creationId xmlns:a16="http://schemas.microsoft.com/office/drawing/2014/main" id="{5C3877D1-BFD4-0135-CE30-13AF52CEEA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3" name="Google Shape;5779;p47">
                        <a:extLst>
                          <a:ext uri="{FF2B5EF4-FFF2-40B4-BE49-F238E27FC236}">
                            <a16:creationId xmlns:a16="http://schemas.microsoft.com/office/drawing/2014/main" id="{15FE9656-4B40-D792-8C0C-C616E50351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4" name="Google Shape;5780;p47">
                        <a:extLst>
                          <a:ext uri="{FF2B5EF4-FFF2-40B4-BE49-F238E27FC236}">
                            <a16:creationId xmlns:a16="http://schemas.microsoft.com/office/drawing/2014/main" id="{F8F84602-99E2-EF7E-E8F3-C98883311E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5" name="Google Shape;5781;p47">
                        <a:extLst>
                          <a:ext uri="{FF2B5EF4-FFF2-40B4-BE49-F238E27FC236}">
                            <a16:creationId xmlns:a16="http://schemas.microsoft.com/office/drawing/2014/main" id="{2BCEF2AA-F5F1-7B28-9901-9FCFDCE7C1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6" name="Google Shape;5782;p47">
                        <a:extLst>
                          <a:ext uri="{FF2B5EF4-FFF2-40B4-BE49-F238E27FC236}">
                            <a16:creationId xmlns:a16="http://schemas.microsoft.com/office/drawing/2014/main" id="{B11E66E6-72C4-1FF2-B2EB-FB705BD719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7" name="Google Shape;5783;p47">
                        <a:extLst>
                          <a:ext uri="{FF2B5EF4-FFF2-40B4-BE49-F238E27FC236}">
                            <a16:creationId xmlns:a16="http://schemas.microsoft.com/office/drawing/2014/main" id="{64D01E5D-7356-2A1D-D8D4-E6F3C51DB6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8" name="Google Shape;5784;p47">
                        <a:extLst>
                          <a:ext uri="{FF2B5EF4-FFF2-40B4-BE49-F238E27FC236}">
                            <a16:creationId xmlns:a16="http://schemas.microsoft.com/office/drawing/2014/main" id="{72AEDE46-7576-FF73-F347-7BF7E2FC38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9" name="Google Shape;5785;p47">
                        <a:extLst>
                          <a:ext uri="{FF2B5EF4-FFF2-40B4-BE49-F238E27FC236}">
                            <a16:creationId xmlns:a16="http://schemas.microsoft.com/office/drawing/2014/main" id="{5F43861D-9608-33F8-B87C-F36A53A70F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1" name="Google Shape;5786;p47">
                      <a:extLst>
                        <a:ext uri="{FF2B5EF4-FFF2-40B4-BE49-F238E27FC236}">
                          <a16:creationId xmlns:a16="http://schemas.microsoft.com/office/drawing/2014/main" id="{E5C7B4B1-8CDD-BDFF-E1B9-2469E24E9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82" name="Google Shape;5787;p47">
                        <a:extLst>
                          <a:ext uri="{FF2B5EF4-FFF2-40B4-BE49-F238E27FC236}">
                            <a16:creationId xmlns:a16="http://schemas.microsoft.com/office/drawing/2014/main" id="{853B26D7-9850-AB52-494A-488D5DBAE4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3" name="Google Shape;5788;p47">
                        <a:extLst>
                          <a:ext uri="{FF2B5EF4-FFF2-40B4-BE49-F238E27FC236}">
                            <a16:creationId xmlns:a16="http://schemas.microsoft.com/office/drawing/2014/main" id="{4924103A-D337-F391-B556-D290E1C22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4" name="Google Shape;5789;p47">
                        <a:extLst>
                          <a:ext uri="{FF2B5EF4-FFF2-40B4-BE49-F238E27FC236}">
                            <a16:creationId xmlns:a16="http://schemas.microsoft.com/office/drawing/2014/main" id="{464BE71A-B5FC-7A88-49BE-63CE12F3F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5" name="Google Shape;5790;p47">
                        <a:extLst>
                          <a:ext uri="{FF2B5EF4-FFF2-40B4-BE49-F238E27FC236}">
                            <a16:creationId xmlns:a16="http://schemas.microsoft.com/office/drawing/2014/main" id="{D1754CF6-3F31-B105-9498-3D17A459D9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6" name="Google Shape;5791;p47">
                        <a:extLst>
                          <a:ext uri="{FF2B5EF4-FFF2-40B4-BE49-F238E27FC236}">
                            <a16:creationId xmlns:a16="http://schemas.microsoft.com/office/drawing/2014/main" id="{704D2D14-1900-6BD6-BBC2-2CD09C9C9C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7" name="Google Shape;5792;p47">
                        <a:extLst>
                          <a:ext uri="{FF2B5EF4-FFF2-40B4-BE49-F238E27FC236}">
                            <a16:creationId xmlns:a16="http://schemas.microsoft.com/office/drawing/2014/main" id="{9ED5D2FC-7D73-2F47-01DA-21B984F169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8" name="Google Shape;5793;p47">
                        <a:extLst>
                          <a:ext uri="{FF2B5EF4-FFF2-40B4-BE49-F238E27FC236}">
                            <a16:creationId xmlns:a16="http://schemas.microsoft.com/office/drawing/2014/main" id="{CA3144EE-3237-B7BD-4463-B79ADAAD39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9" name="Google Shape;5794;p47">
                        <a:extLst>
                          <a:ext uri="{FF2B5EF4-FFF2-40B4-BE49-F238E27FC236}">
                            <a16:creationId xmlns:a16="http://schemas.microsoft.com/office/drawing/2014/main" id="{A73FB281-EECD-DCBF-2F8A-C3FF0CD99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0" name="Google Shape;5795;p47">
                        <a:extLst>
                          <a:ext uri="{FF2B5EF4-FFF2-40B4-BE49-F238E27FC236}">
                            <a16:creationId xmlns:a16="http://schemas.microsoft.com/office/drawing/2014/main" id="{E4742489-15EE-A2D2-94EB-BB3CAFD2A2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2" name="Google Shape;5796;p47">
                      <a:extLst>
                        <a:ext uri="{FF2B5EF4-FFF2-40B4-BE49-F238E27FC236}">
                          <a16:creationId xmlns:a16="http://schemas.microsoft.com/office/drawing/2014/main" id="{57BF0F4A-7A01-622C-14F5-06A1E6B460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73" name="Google Shape;5797;p47">
                        <a:extLst>
                          <a:ext uri="{FF2B5EF4-FFF2-40B4-BE49-F238E27FC236}">
                            <a16:creationId xmlns:a16="http://schemas.microsoft.com/office/drawing/2014/main" id="{D583DE51-4B12-A761-4066-263E2BCDAE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4" name="Google Shape;5798;p47">
                        <a:extLst>
                          <a:ext uri="{FF2B5EF4-FFF2-40B4-BE49-F238E27FC236}">
                            <a16:creationId xmlns:a16="http://schemas.microsoft.com/office/drawing/2014/main" id="{3D96C8BA-5C34-0EB6-101E-D197F5F310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5" name="Google Shape;5799;p47">
                        <a:extLst>
                          <a:ext uri="{FF2B5EF4-FFF2-40B4-BE49-F238E27FC236}">
                            <a16:creationId xmlns:a16="http://schemas.microsoft.com/office/drawing/2014/main" id="{1C7F19AE-47A6-AFBC-846E-8C9DC17F0F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6" name="Google Shape;5800;p47">
                        <a:extLst>
                          <a:ext uri="{FF2B5EF4-FFF2-40B4-BE49-F238E27FC236}">
                            <a16:creationId xmlns:a16="http://schemas.microsoft.com/office/drawing/2014/main" id="{C9733BBB-FF7C-3CC3-6087-C24E0BFC96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7" name="Google Shape;5801;p47">
                        <a:extLst>
                          <a:ext uri="{FF2B5EF4-FFF2-40B4-BE49-F238E27FC236}">
                            <a16:creationId xmlns:a16="http://schemas.microsoft.com/office/drawing/2014/main" id="{9821EF0B-E727-F474-57C0-BF664944A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8" name="Google Shape;5802;p47">
                        <a:extLst>
                          <a:ext uri="{FF2B5EF4-FFF2-40B4-BE49-F238E27FC236}">
                            <a16:creationId xmlns:a16="http://schemas.microsoft.com/office/drawing/2014/main" id="{B69BED6A-43ED-B589-4935-C5646E79BF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9" name="Google Shape;5803;p47">
                        <a:extLst>
                          <a:ext uri="{FF2B5EF4-FFF2-40B4-BE49-F238E27FC236}">
                            <a16:creationId xmlns:a16="http://schemas.microsoft.com/office/drawing/2014/main" id="{251A31D5-A5F2-1E86-164A-6E6A76707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0" name="Google Shape;5804;p47">
                        <a:extLst>
                          <a:ext uri="{FF2B5EF4-FFF2-40B4-BE49-F238E27FC236}">
                            <a16:creationId xmlns:a16="http://schemas.microsoft.com/office/drawing/2014/main" id="{895A771C-6A86-5C26-93F1-ED61E0D13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1" name="Google Shape;5805;p47">
                        <a:extLst>
                          <a:ext uri="{FF2B5EF4-FFF2-40B4-BE49-F238E27FC236}">
                            <a16:creationId xmlns:a16="http://schemas.microsoft.com/office/drawing/2014/main" id="{F07BA1C0-B52A-7E9A-AFDC-E562AD5BA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3" name="Google Shape;5806;p47">
                      <a:extLst>
                        <a:ext uri="{FF2B5EF4-FFF2-40B4-BE49-F238E27FC236}">
                          <a16:creationId xmlns:a16="http://schemas.microsoft.com/office/drawing/2014/main" id="{65D12DE8-945C-5F7E-099D-E3109A8278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64" name="Google Shape;5807;p47">
                        <a:extLst>
                          <a:ext uri="{FF2B5EF4-FFF2-40B4-BE49-F238E27FC236}">
                            <a16:creationId xmlns:a16="http://schemas.microsoft.com/office/drawing/2014/main" id="{696042E0-23B3-05CD-0C66-207F305946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5" name="Google Shape;5808;p47">
                        <a:extLst>
                          <a:ext uri="{FF2B5EF4-FFF2-40B4-BE49-F238E27FC236}">
                            <a16:creationId xmlns:a16="http://schemas.microsoft.com/office/drawing/2014/main" id="{7C3AEC59-E791-46D3-6E18-7C664615A7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6" name="Google Shape;5809;p47">
                        <a:extLst>
                          <a:ext uri="{FF2B5EF4-FFF2-40B4-BE49-F238E27FC236}">
                            <a16:creationId xmlns:a16="http://schemas.microsoft.com/office/drawing/2014/main" id="{5EA2C94E-1C05-E619-1033-B04E4F414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7" name="Google Shape;5810;p47">
                        <a:extLst>
                          <a:ext uri="{FF2B5EF4-FFF2-40B4-BE49-F238E27FC236}">
                            <a16:creationId xmlns:a16="http://schemas.microsoft.com/office/drawing/2014/main" id="{DB30AC17-6981-5A49-DD86-2EA7930DB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8" name="Google Shape;5811;p47">
                        <a:extLst>
                          <a:ext uri="{FF2B5EF4-FFF2-40B4-BE49-F238E27FC236}">
                            <a16:creationId xmlns:a16="http://schemas.microsoft.com/office/drawing/2014/main" id="{B1282C84-9E90-A2A8-4C72-79135B28E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9" name="Google Shape;5812;p47">
                        <a:extLst>
                          <a:ext uri="{FF2B5EF4-FFF2-40B4-BE49-F238E27FC236}">
                            <a16:creationId xmlns:a16="http://schemas.microsoft.com/office/drawing/2014/main" id="{6F6BB581-C81B-2A01-393D-9B6FD11860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0" name="Google Shape;5813;p47">
                        <a:extLst>
                          <a:ext uri="{FF2B5EF4-FFF2-40B4-BE49-F238E27FC236}">
                            <a16:creationId xmlns:a16="http://schemas.microsoft.com/office/drawing/2014/main" id="{97F883B5-8290-F2F3-205B-6D400A050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1" name="Google Shape;5814;p47">
                        <a:extLst>
                          <a:ext uri="{FF2B5EF4-FFF2-40B4-BE49-F238E27FC236}">
                            <a16:creationId xmlns:a16="http://schemas.microsoft.com/office/drawing/2014/main" id="{FAEB30EE-D4DB-BCEC-5F56-C5D492CEB3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2" name="Google Shape;5815;p47">
                        <a:extLst>
                          <a:ext uri="{FF2B5EF4-FFF2-40B4-BE49-F238E27FC236}">
                            <a16:creationId xmlns:a16="http://schemas.microsoft.com/office/drawing/2014/main" id="{3BB42DC4-6F96-FFD7-674A-71CBCECA5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4" name="Google Shape;5816;p47">
                      <a:extLst>
                        <a:ext uri="{FF2B5EF4-FFF2-40B4-BE49-F238E27FC236}">
                          <a16:creationId xmlns:a16="http://schemas.microsoft.com/office/drawing/2014/main" id="{8C4482D5-E4FD-A733-B297-CDE699C30D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55" name="Google Shape;5817;p47">
                        <a:extLst>
                          <a:ext uri="{FF2B5EF4-FFF2-40B4-BE49-F238E27FC236}">
                            <a16:creationId xmlns:a16="http://schemas.microsoft.com/office/drawing/2014/main" id="{D43FDAFD-040B-11C8-8088-21FC47567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6" name="Google Shape;5818;p47">
                        <a:extLst>
                          <a:ext uri="{FF2B5EF4-FFF2-40B4-BE49-F238E27FC236}">
                            <a16:creationId xmlns:a16="http://schemas.microsoft.com/office/drawing/2014/main" id="{0F88A988-6896-C481-E32F-AFA26B603B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7" name="Google Shape;5819;p47">
                        <a:extLst>
                          <a:ext uri="{FF2B5EF4-FFF2-40B4-BE49-F238E27FC236}">
                            <a16:creationId xmlns:a16="http://schemas.microsoft.com/office/drawing/2014/main" id="{311563EE-A30B-C8E2-8E93-4220C6139D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8" name="Google Shape;5820;p47">
                        <a:extLst>
                          <a:ext uri="{FF2B5EF4-FFF2-40B4-BE49-F238E27FC236}">
                            <a16:creationId xmlns:a16="http://schemas.microsoft.com/office/drawing/2014/main" id="{A6E30969-0160-D344-91C3-CFE69F3CC9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9" name="Google Shape;5821;p47">
                        <a:extLst>
                          <a:ext uri="{FF2B5EF4-FFF2-40B4-BE49-F238E27FC236}">
                            <a16:creationId xmlns:a16="http://schemas.microsoft.com/office/drawing/2014/main" id="{D97D8B10-41D1-66C5-C823-E72CBA730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0" name="Google Shape;5822;p47">
                        <a:extLst>
                          <a:ext uri="{FF2B5EF4-FFF2-40B4-BE49-F238E27FC236}">
                            <a16:creationId xmlns:a16="http://schemas.microsoft.com/office/drawing/2014/main" id="{CF00A3C2-80C5-B8B0-25C4-5A29FFC172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1" name="Google Shape;5823;p47">
                        <a:extLst>
                          <a:ext uri="{FF2B5EF4-FFF2-40B4-BE49-F238E27FC236}">
                            <a16:creationId xmlns:a16="http://schemas.microsoft.com/office/drawing/2014/main" id="{641B4E44-D2C6-7F94-7865-F176DE21D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2" name="Google Shape;5824;p47">
                        <a:extLst>
                          <a:ext uri="{FF2B5EF4-FFF2-40B4-BE49-F238E27FC236}">
                            <a16:creationId xmlns:a16="http://schemas.microsoft.com/office/drawing/2014/main" id="{B65E6C9F-8350-71E7-79FE-E146E1DA33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3" name="Google Shape;5825;p47">
                        <a:extLst>
                          <a:ext uri="{FF2B5EF4-FFF2-40B4-BE49-F238E27FC236}">
                            <a16:creationId xmlns:a16="http://schemas.microsoft.com/office/drawing/2014/main" id="{1717E040-E1DD-3003-7FF7-15313F3BC4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5" name="Google Shape;5826;p47">
                      <a:extLst>
                        <a:ext uri="{FF2B5EF4-FFF2-40B4-BE49-F238E27FC236}">
                          <a16:creationId xmlns:a16="http://schemas.microsoft.com/office/drawing/2014/main" id="{64CF76D4-B37F-23C0-FCFC-9848D718CF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46" name="Google Shape;5827;p47">
                        <a:extLst>
                          <a:ext uri="{FF2B5EF4-FFF2-40B4-BE49-F238E27FC236}">
                            <a16:creationId xmlns:a16="http://schemas.microsoft.com/office/drawing/2014/main" id="{426C6305-F53D-F464-29BF-749DD65143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7" name="Google Shape;5828;p47">
                        <a:extLst>
                          <a:ext uri="{FF2B5EF4-FFF2-40B4-BE49-F238E27FC236}">
                            <a16:creationId xmlns:a16="http://schemas.microsoft.com/office/drawing/2014/main" id="{58A83C0F-18A5-3277-52E9-B0F9B9EACA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8" name="Google Shape;5829;p47">
                        <a:extLst>
                          <a:ext uri="{FF2B5EF4-FFF2-40B4-BE49-F238E27FC236}">
                            <a16:creationId xmlns:a16="http://schemas.microsoft.com/office/drawing/2014/main" id="{FA5F2E53-6584-E068-3967-DDDBB6EB4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9" name="Google Shape;5830;p47">
                        <a:extLst>
                          <a:ext uri="{FF2B5EF4-FFF2-40B4-BE49-F238E27FC236}">
                            <a16:creationId xmlns:a16="http://schemas.microsoft.com/office/drawing/2014/main" id="{3F8BDA1B-6486-1E13-D721-8898659F99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0" name="Google Shape;5831;p47">
                        <a:extLst>
                          <a:ext uri="{FF2B5EF4-FFF2-40B4-BE49-F238E27FC236}">
                            <a16:creationId xmlns:a16="http://schemas.microsoft.com/office/drawing/2014/main" id="{E0486475-9452-669C-AE2A-C2123475B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1" name="Google Shape;5832;p47">
                        <a:extLst>
                          <a:ext uri="{FF2B5EF4-FFF2-40B4-BE49-F238E27FC236}">
                            <a16:creationId xmlns:a16="http://schemas.microsoft.com/office/drawing/2014/main" id="{9E3FF91F-DC3E-E9A0-0CEC-35D637649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2" name="Google Shape;5833;p47">
                        <a:extLst>
                          <a:ext uri="{FF2B5EF4-FFF2-40B4-BE49-F238E27FC236}">
                            <a16:creationId xmlns:a16="http://schemas.microsoft.com/office/drawing/2014/main" id="{30568525-0395-0E88-A601-F0784915C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3" name="Google Shape;5834;p47">
                        <a:extLst>
                          <a:ext uri="{FF2B5EF4-FFF2-40B4-BE49-F238E27FC236}">
                            <a16:creationId xmlns:a16="http://schemas.microsoft.com/office/drawing/2014/main" id="{DE3588E1-CAD5-8AF1-CCBA-A47D6F184C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4" name="Google Shape;5835;p47">
                        <a:extLst>
                          <a:ext uri="{FF2B5EF4-FFF2-40B4-BE49-F238E27FC236}">
                            <a16:creationId xmlns:a16="http://schemas.microsoft.com/office/drawing/2014/main" id="{24312163-E18F-67F6-90CB-2959530305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6" name="Google Shape;5836;p47">
                      <a:extLst>
                        <a:ext uri="{FF2B5EF4-FFF2-40B4-BE49-F238E27FC236}">
                          <a16:creationId xmlns:a16="http://schemas.microsoft.com/office/drawing/2014/main" id="{C13ABBE1-38B2-837B-4E11-5570D9058E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37" name="Google Shape;5837;p47">
                        <a:extLst>
                          <a:ext uri="{FF2B5EF4-FFF2-40B4-BE49-F238E27FC236}">
                            <a16:creationId xmlns:a16="http://schemas.microsoft.com/office/drawing/2014/main" id="{75FE666C-B9F7-4C27-D086-04A9C11A17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8" name="Google Shape;5838;p47">
                        <a:extLst>
                          <a:ext uri="{FF2B5EF4-FFF2-40B4-BE49-F238E27FC236}">
                            <a16:creationId xmlns:a16="http://schemas.microsoft.com/office/drawing/2014/main" id="{2A5DE2B6-3BDE-BF18-F9A2-CA35AA154E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9" name="Google Shape;5839;p47">
                        <a:extLst>
                          <a:ext uri="{FF2B5EF4-FFF2-40B4-BE49-F238E27FC236}">
                            <a16:creationId xmlns:a16="http://schemas.microsoft.com/office/drawing/2014/main" id="{4237E791-E393-01EB-FF67-E911CD504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0" name="Google Shape;5840;p47">
                        <a:extLst>
                          <a:ext uri="{FF2B5EF4-FFF2-40B4-BE49-F238E27FC236}">
                            <a16:creationId xmlns:a16="http://schemas.microsoft.com/office/drawing/2014/main" id="{1AAE74EB-E974-E1D5-0E3C-49F1C9C4B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1" name="Google Shape;5841;p47">
                        <a:extLst>
                          <a:ext uri="{FF2B5EF4-FFF2-40B4-BE49-F238E27FC236}">
                            <a16:creationId xmlns:a16="http://schemas.microsoft.com/office/drawing/2014/main" id="{889E2E4A-0506-9806-C745-4A6C5ADA7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2" name="Google Shape;5842;p47">
                        <a:extLst>
                          <a:ext uri="{FF2B5EF4-FFF2-40B4-BE49-F238E27FC236}">
                            <a16:creationId xmlns:a16="http://schemas.microsoft.com/office/drawing/2014/main" id="{F9DFB033-55A1-1319-B1EC-254A6173AD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3" name="Google Shape;5843;p47">
                        <a:extLst>
                          <a:ext uri="{FF2B5EF4-FFF2-40B4-BE49-F238E27FC236}">
                            <a16:creationId xmlns:a16="http://schemas.microsoft.com/office/drawing/2014/main" id="{41F51D1C-308D-6E72-7FE9-D602D540AB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4" name="Google Shape;5844;p47">
                        <a:extLst>
                          <a:ext uri="{FF2B5EF4-FFF2-40B4-BE49-F238E27FC236}">
                            <a16:creationId xmlns:a16="http://schemas.microsoft.com/office/drawing/2014/main" id="{F25891D5-3A63-25CA-0D23-A51AD04B31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5" name="Google Shape;5845;p47">
                        <a:extLst>
                          <a:ext uri="{FF2B5EF4-FFF2-40B4-BE49-F238E27FC236}">
                            <a16:creationId xmlns:a16="http://schemas.microsoft.com/office/drawing/2014/main" id="{90C050CF-5272-AF76-BB0A-B85008FFCE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7" name="Google Shape;5846;p47">
                      <a:extLst>
                        <a:ext uri="{FF2B5EF4-FFF2-40B4-BE49-F238E27FC236}">
                          <a16:creationId xmlns:a16="http://schemas.microsoft.com/office/drawing/2014/main" id="{71B22169-C326-FB66-4170-754C6FBCBB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28" name="Google Shape;5847;p47">
                        <a:extLst>
                          <a:ext uri="{FF2B5EF4-FFF2-40B4-BE49-F238E27FC236}">
                            <a16:creationId xmlns:a16="http://schemas.microsoft.com/office/drawing/2014/main" id="{3F265A9C-679A-3F2D-2CD1-1B4971906C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9" name="Google Shape;5848;p47">
                        <a:extLst>
                          <a:ext uri="{FF2B5EF4-FFF2-40B4-BE49-F238E27FC236}">
                            <a16:creationId xmlns:a16="http://schemas.microsoft.com/office/drawing/2014/main" id="{022296DC-23A8-AA75-1966-3AC867A567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0" name="Google Shape;5849;p47">
                        <a:extLst>
                          <a:ext uri="{FF2B5EF4-FFF2-40B4-BE49-F238E27FC236}">
                            <a16:creationId xmlns:a16="http://schemas.microsoft.com/office/drawing/2014/main" id="{A1841647-2569-05BC-3E34-4D481CBF89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1" name="Google Shape;5850;p47">
                        <a:extLst>
                          <a:ext uri="{FF2B5EF4-FFF2-40B4-BE49-F238E27FC236}">
                            <a16:creationId xmlns:a16="http://schemas.microsoft.com/office/drawing/2014/main" id="{224A4613-0194-95E3-2B75-0A6525E0B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2" name="Google Shape;5851;p47">
                        <a:extLst>
                          <a:ext uri="{FF2B5EF4-FFF2-40B4-BE49-F238E27FC236}">
                            <a16:creationId xmlns:a16="http://schemas.microsoft.com/office/drawing/2014/main" id="{53EAD0C0-F3F0-366A-D249-47B33A0C1B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3" name="Google Shape;5852;p47">
                        <a:extLst>
                          <a:ext uri="{FF2B5EF4-FFF2-40B4-BE49-F238E27FC236}">
                            <a16:creationId xmlns:a16="http://schemas.microsoft.com/office/drawing/2014/main" id="{04ECC952-C884-9571-1777-C9AF25C312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4" name="Google Shape;5853;p47">
                        <a:extLst>
                          <a:ext uri="{FF2B5EF4-FFF2-40B4-BE49-F238E27FC236}">
                            <a16:creationId xmlns:a16="http://schemas.microsoft.com/office/drawing/2014/main" id="{1D0CE3B7-6879-B004-2ED8-65BBFC332A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5" name="Google Shape;5854;p47">
                        <a:extLst>
                          <a:ext uri="{FF2B5EF4-FFF2-40B4-BE49-F238E27FC236}">
                            <a16:creationId xmlns:a16="http://schemas.microsoft.com/office/drawing/2014/main" id="{EFB599DC-5363-2FE6-2C54-44CB3EE34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6" name="Google Shape;5855;p47">
                        <a:extLst>
                          <a:ext uri="{FF2B5EF4-FFF2-40B4-BE49-F238E27FC236}">
                            <a16:creationId xmlns:a16="http://schemas.microsoft.com/office/drawing/2014/main" id="{89920369-92D4-094B-99FF-A1D6CA1E65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8" name="Google Shape;5856;p47">
                      <a:extLst>
                        <a:ext uri="{FF2B5EF4-FFF2-40B4-BE49-F238E27FC236}">
                          <a16:creationId xmlns:a16="http://schemas.microsoft.com/office/drawing/2014/main" id="{93BD0CB9-A2EB-F913-FA50-769E3A1BEA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19" name="Google Shape;5857;p47">
                        <a:extLst>
                          <a:ext uri="{FF2B5EF4-FFF2-40B4-BE49-F238E27FC236}">
                            <a16:creationId xmlns:a16="http://schemas.microsoft.com/office/drawing/2014/main" id="{5CBECB4C-1824-F8A8-9392-9A5C40B3FE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0" name="Google Shape;5858;p47">
                        <a:extLst>
                          <a:ext uri="{FF2B5EF4-FFF2-40B4-BE49-F238E27FC236}">
                            <a16:creationId xmlns:a16="http://schemas.microsoft.com/office/drawing/2014/main" id="{9486B2F5-DF06-CCAA-6F52-3CA1F55CE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1" name="Google Shape;5859;p47">
                        <a:extLst>
                          <a:ext uri="{FF2B5EF4-FFF2-40B4-BE49-F238E27FC236}">
                            <a16:creationId xmlns:a16="http://schemas.microsoft.com/office/drawing/2014/main" id="{E160458E-35D2-2A52-62E9-CDE468D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2" name="Google Shape;5860;p47">
                        <a:extLst>
                          <a:ext uri="{FF2B5EF4-FFF2-40B4-BE49-F238E27FC236}">
                            <a16:creationId xmlns:a16="http://schemas.microsoft.com/office/drawing/2014/main" id="{FEE56D4A-EEB6-7733-ACE5-DBC78F8BF9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3" name="Google Shape;5861;p47">
                        <a:extLst>
                          <a:ext uri="{FF2B5EF4-FFF2-40B4-BE49-F238E27FC236}">
                            <a16:creationId xmlns:a16="http://schemas.microsoft.com/office/drawing/2014/main" id="{F028216E-3B84-A9E6-14FA-9AF759D0A3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4" name="Google Shape;5862;p47">
                        <a:extLst>
                          <a:ext uri="{FF2B5EF4-FFF2-40B4-BE49-F238E27FC236}">
                            <a16:creationId xmlns:a16="http://schemas.microsoft.com/office/drawing/2014/main" id="{8155F523-6B66-8D43-7350-63E172B31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5" name="Google Shape;5863;p47">
                        <a:extLst>
                          <a:ext uri="{FF2B5EF4-FFF2-40B4-BE49-F238E27FC236}">
                            <a16:creationId xmlns:a16="http://schemas.microsoft.com/office/drawing/2014/main" id="{372BD610-4E03-0D8D-1974-43619144C0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6" name="Google Shape;5864;p47">
                        <a:extLst>
                          <a:ext uri="{FF2B5EF4-FFF2-40B4-BE49-F238E27FC236}">
                            <a16:creationId xmlns:a16="http://schemas.microsoft.com/office/drawing/2014/main" id="{7B8DE774-5473-B4A8-E534-B0C084D2E5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7" name="Google Shape;5865;p47">
                        <a:extLst>
                          <a:ext uri="{FF2B5EF4-FFF2-40B4-BE49-F238E27FC236}">
                            <a16:creationId xmlns:a16="http://schemas.microsoft.com/office/drawing/2014/main" id="{31D91F85-C5BF-821A-4758-29BF17216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grpSp>
                <p:nvGrpSpPr>
                  <p:cNvPr id="1331" name="Google Shape;5866;p47">
                    <a:extLst>
                      <a:ext uri="{FF2B5EF4-FFF2-40B4-BE49-F238E27FC236}">
                        <a16:creationId xmlns:a16="http://schemas.microsoft.com/office/drawing/2014/main" id="{BD737235-322E-44CE-29AD-84416412998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-4004340" y="3104789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332" name="Google Shape;5867;p47">
                      <a:extLst>
                        <a:ext uri="{FF2B5EF4-FFF2-40B4-BE49-F238E27FC236}">
                          <a16:creationId xmlns:a16="http://schemas.microsoft.com/office/drawing/2014/main" id="{CFA67487-A61E-DBE6-FC3D-4CB397EDB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93" name="Google Shape;5868;p47">
                        <a:extLst>
                          <a:ext uri="{FF2B5EF4-FFF2-40B4-BE49-F238E27FC236}">
                            <a16:creationId xmlns:a16="http://schemas.microsoft.com/office/drawing/2014/main" id="{BF38F33E-A150-DF13-0A55-B7D64ECB8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4" name="Google Shape;5869;p47">
                        <a:extLst>
                          <a:ext uri="{FF2B5EF4-FFF2-40B4-BE49-F238E27FC236}">
                            <a16:creationId xmlns:a16="http://schemas.microsoft.com/office/drawing/2014/main" id="{A62526CB-9200-4B4F-6ACA-58BEC93244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5" name="Google Shape;5870;p47">
                        <a:extLst>
                          <a:ext uri="{FF2B5EF4-FFF2-40B4-BE49-F238E27FC236}">
                            <a16:creationId xmlns:a16="http://schemas.microsoft.com/office/drawing/2014/main" id="{0600F668-0772-D627-19A4-A15E726F1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6" name="Google Shape;5871;p47">
                        <a:extLst>
                          <a:ext uri="{FF2B5EF4-FFF2-40B4-BE49-F238E27FC236}">
                            <a16:creationId xmlns:a16="http://schemas.microsoft.com/office/drawing/2014/main" id="{4CD49DFB-8578-7897-707D-600F5B3FC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7" name="Google Shape;5872;p47">
                        <a:extLst>
                          <a:ext uri="{FF2B5EF4-FFF2-40B4-BE49-F238E27FC236}">
                            <a16:creationId xmlns:a16="http://schemas.microsoft.com/office/drawing/2014/main" id="{1906F948-F762-FDB8-E94C-3AA95A7E6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8" name="Google Shape;5873;p47">
                        <a:extLst>
                          <a:ext uri="{FF2B5EF4-FFF2-40B4-BE49-F238E27FC236}">
                            <a16:creationId xmlns:a16="http://schemas.microsoft.com/office/drawing/2014/main" id="{0A81B1AC-A6CE-1A2C-041B-7E79F1BBD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9" name="Google Shape;5874;p47">
                        <a:extLst>
                          <a:ext uri="{FF2B5EF4-FFF2-40B4-BE49-F238E27FC236}">
                            <a16:creationId xmlns:a16="http://schemas.microsoft.com/office/drawing/2014/main" id="{F09C3245-990C-946E-9FF8-14CF3453B2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0" name="Google Shape;5875;p47">
                        <a:extLst>
                          <a:ext uri="{FF2B5EF4-FFF2-40B4-BE49-F238E27FC236}">
                            <a16:creationId xmlns:a16="http://schemas.microsoft.com/office/drawing/2014/main" id="{53E96940-7E46-C902-4498-A7BB3CBB1B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1" name="Google Shape;5876;p47">
                        <a:extLst>
                          <a:ext uri="{FF2B5EF4-FFF2-40B4-BE49-F238E27FC236}">
                            <a16:creationId xmlns:a16="http://schemas.microsoft.com/office/drawing/2014/main" id="{EFDA5AED-2D7E-2221-A92A-6618D066E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3" name="Google Shape;5877;p47">
                      <a:extLst>
                        <a:ext uri="{FF2B5EF4-FFF2-40B4-BE49-F238E27FC236}">
                          <a16:creationId xmlns:a16="http://schemas.microsoft.com/office/drawing/2014/main" id="{80875758-6239-5BAB-1737-955B2EF945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84" name="Google Shape;5878;p47">
                        <a:extLst>
                          <a:ext uri="{FF2B5EF4-FFF2-40B4-BE49-F238E27FC236}">
                            <a16:creationId xmlns:a16="http://schemas.microsoft.com/office/drawing/2014/main" id="{CE492849-A0C2-6720-2386-F170F0BBB8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5" name="Google Shape;5879;p47">
                        <a:extLst>
                          <a:ext uri="{FF2B5EF4-FFF2-40B4-BE49-F238E27FC236}">
                            <a16:creationId xmlns:a16="http://schemas.microsoft.com/office/drawing/2014/main" id="{809D1968-B605-2D08-A022-DA46CACC37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6" name="Google Shape;5880;p47">
                        <a:extLst>
                          <a:ext uri="{FF2B5EF4-FFF2-40B4-BE49-F238E27FC236}">
                            <a16:creationId xmlns:a16="http://schemas.microsoft.com/office/drawing/2014/main" id="{D1D0C24F-89D1-2174-853B-87CF7D093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7" name="Google Shape;5881;p47">
                        <a:extLst>
                          <a:ext uri="{FF2B5EF4-FFF2-40B4-BE49-F238E27FC236}">
                            <a16:creationId xmlns:a16="http://schemas.microsoft.com/office/drawing/2014/main" id="{2B163DD8-EB85-73F8-8511-8D60EB7F9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8" name="Google Shape;5882;p47">
                        <a:extLst>
                          <a:ext uri="{FF2B5EF4-FFF2-40B4-BE49-F238E27FC236}">
                            <a16:creationId xmlns:a16="http://schemas.microsoft.com/office/drawing/2014/main" id="{D282123E-15B1-9F41-8A57-4D0C1CE0A6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9" name="Google Shape;5883;p47">
                        <a:extLst>
                          <a:ext uri="{FF2B5EF4-FFF2-40B4-BE49-F238E27FC236}">
                            <a16:creationId xmlns:a16="http://schemas.microsoft.com/office/drawing/2014/main" id="{78C8C261-106A-02BB-09CA-C201D3377C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0" name="Google Shape;5884;p47">
                        <a:extLst>
                          <a:ext uri="{FF2B5EF4-FFF2-40B4-BE49-F238E27FC236}">
                            <a16:creationId xmlns:a16="http://schemas.microsoft.com/office/drawing/2014/main" id="{9ACE8435-BD6C-8DE9-7831-15768B6D97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1" name="Google Shape;5885;p47">
                        <a:extLst>
                          <a:ext uri="{FF2B5EF4-FFF2-40B4-BE49-F238E27FC236}">
                            <a16:creationId xmlns:a16="http://schemas.microsoft.com/office/drawing/2014/main" id="{5126BBC8-FAA3-EEB1-A4EF-7C24CB8FC7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2" name="Google Shape;5886;p47">
                        <a:extLst>
                          <a:ext uri="{FF2B5EF4-FFF2-40B4-BE49-F238E27FC236}">
                            <a16:creationId xmlns:a16="http://schemas.microsoft.com/office/drawing/2014/main" id="{0FED4A6E-CF2A-7695-33AB-8CA2B79D96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4" name="Google Shape;5887;p47">
                      <a:extLst>
                        <a:ext uri="{FF2B5EF4-FFF2-40B4-BE49-F238E27FC236}">
                          <a16:creationId xmlns:a16="http://schemas.microsoft.com/office/drawing/2014/main" id="{EF615565-AE99-C137-662F-5D1C1FA65A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75" name="Google Shape;5888;p47">
                        <a:extLst>
                          <a:ext uri="{FF2B5EF4-FFF2-40B4-BE49-F238E27FC236}">
                            <a16:creationId xmlns:a16="http://schemas.microsoft.com/office/drawing/2014/main" id="{AD7BCF22-95B6-7CD3-BC00-26D98BF4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6" name="Google Shape;5889;p47">
                        <a:extLst>
                          <a:ext uri="{FF2B5EF4-FFF2-40B4-BE49-F238E27FC236}">
                            <a16:creationId xmlns:a16="http://schemas.microsoft.com/office/drawing/2014/main" id="{4E420FA1-7D3A-C7CA-DB91-75C2BB308A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7" name="Google Shape;5890;p47">
                        <a:extLst>
                          <a:ext uri="{FF2B5EF4-FFF2-40B4-BE49-F238E27FC236}">
                            <a16:creationId xmlns:a16="http://schemas.microsoft.com/office/drawing/2014/main" id="{A7980809-84D5-CB8B-A821-8758E3A0A4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8" name="Google Shape;5891;p47">
                        <a:extLst>
                          <a:ext uri="{FF2B5EF4-FFF2-40B4-BE49-F238E27FC236}">
                            <a16:creationId xmlns:a16="http://schemas.microsoft.com/office/drawing/2014/main" id="{104479B0-37D5-B43E-7B07-9A4EAE205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9" name="Google Shape;5892;p47">
                        <a:extLst>
                          <a:ext uri="{FF2B5EF4-FFF2-40B4-BE49-F238E27FC236}">
                            <a16:creationId xmlns:a16="http://schemas.microsoft.com/office/drawing/2014/main" id="{66CFBBC7-C745-B8B5-E0CE-F482BDFFDB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0" name="Google Shape;5893;p47">
                        <a:extLst>
                          <a:ext uri="{FF2B5EF4-FFF2-40B4-BE49-F238E27FC236}">
                            <a16:creationId xmlns:a16="http://schemas.microsoft.com/office/drawing/2014/main" id="{07B185AE-979C-A810-E2F2-EC28270BE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1" name="Google Shape;5894;p47">
                        <a:extLst>
                          <a:ext uri="{FF2B5EF4-FFF2-40B4-BE49-F238E27FC236}">
                            <a16:creationId xmlns:a16="http://schemas.microsoft.com/office/drawing/2014/main" id="{368D3339-6161-99E4-4806-986A343A9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2" name="Google Shape;5895;p47">
                        <a:extLst>
                          <a:ext uri="{FF2B5EF4-FFF2-40B4-BE49-F238E27FC236}">
                            <a16:creationId xmlns:a16="http://schemas.microsoft.com/office/drawing/2014/main" id="{E7483F44-F2A5-BAE7-8BAD-7B46EBA367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3" name="Google Shape;5896;p47">
                        <a:extLst>
                          <a:ext uri="{FF2B5EF4-FFF2-40B4-BE49-F238E27FC236}">
                            <a16:creationId xmlns:a16="http://schemas.microsoft.com/office/drawing/2014/main" id="{B883D907-7A32-EA80-56D7-349EF7D4A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5" name="Google Shape;5897;p47">
                      <a:extLst>
                        <a:ext uri="{FF2B5EF4-FFF2-40B4-BE49-F238E27FC236}">
                          <a16:creationId xmlns:a16="http://schemas.microsoft.com/office/drawing/2014/main" id="{15581A27-CEC5-31CA-693B-9305E358B9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66" name="Google Shape;5898;p47">
                        <a:extLst>
                          <a:ext uri="{FF2B5EF4-FFF2-40B4-BE49-F238E27FC236}">
                            <a16:creationId xmlns:a16="http://schemas.microsoft.com/office/drawing/2014/main" id="{E4DAFE96-5459-6D05-BD2A-596ED8C5E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7" name="Google Shape;5899;p47">
                        <a:extLst>
                          <a:ext uri="{FF2B5EF4-FFF2-40B4-BE49-F238E27FC236}">
                            <a16:creationId xmlns:a16="http://schemas.microsoft.com/office/drawing/2014/main" id="{4D166E86-5C5C-BA29-EFDA-49D646EE18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8" name="Google Shape;5900;p47">
                        <a:extLst>
                          <a:ext uri="{FF2B5EF4-FFF2-40B4-BE49-F238E27FC236}">
                            <a16:creationId xmlns:a16="http://schemas.microsoft.com/office/drawing/2014/main" id="{BD626496-E082-7C22-5D0A-4605C19073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9" name="Google Shape;5901;p47">
                        <a:extLst>
                          <a:ext uri="{FF2B5EF4-FFF2-40B4-BE49-F238E27FC236}">
                            <a16:creationId xmlns:a16="http://schemas.microsoft.com/office/drawing/2014/main" id="{6F53EA17-F09B-C62E-A3A1-13D699CEA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0" name="Google Shape;5902;p47">
                        <a:extLst>
                          <a:ext uri="{FF2B5EF4-FFF2-40B4-BE49-F238E27FC236}">
                            <a16:creationId xmlns:a16="http://schemas.microsoft.com/office/drawing/2014/main" id="{196345D5-0CCA-BEEB-6FDF-FFEC66F580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1" name="Google Shape;5903;p47">
                        <a:extLst>
                          <a:ext uri="{FF2B5EF4-FFF2-40B4-BE49-F238E27FC236}">
                            <a16:creationId xmlns:a16="http://schemas.microsoft.com/office/drawing/2014/main" id="{1BBFC714-6C61-FC4E-836B-8CC9311C2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2" name="Google Shape;5904;p47">
                        <a:extLst>
                          <a:ext uri="{FF2B5EF4-FFF2-40B4-BE49-F238E27FC236}">
                            <a16:creationId xmlns:a16="http://schemas.microsoft.com/office/drawing/2014/main" id="{84FC0060-699A-D3BA-5F2B-3D77A4B0D4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3" name="Google Shape;5905;p47">
                        <a:extLst>
                          <a:ext uri="{FF2B5EF4-FFF2-40B4-BE49-F238E27FC236}">
                            <a16:creationId xmlns:a16="http://schemas.microsoft.com/office/drawing/2014/main" id="{DE4E9B9D-7F2D-1858-B043-4C336C265D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4" name="Google Shape;5906;p47">
                        <a:extLst>
                          <a:ext uri="{FF2B5EF4-FFF2-40B4-BE49-F238E27FC236}">
                            <a16:creationId xmlns:a16="http://schemas.microsoft.com/office/drawing/2014/main" id="{285E838B-28D4-D538-D0FF-0A41BB9F5B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6" name="Google Shape;5907;p47">
                      <a:extLst>
                        <a:ext uri="{FF2B5EF4-FFF2-40B4-BE49-F238E27FC236}">
                          <a16:creationId xmlns:a16="http://schemas.microsoft.com/office/drawing/2014/main" id="{DBEBDC76-71BE-352B-A984-53492C94D4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57" name="Google Shape;5908;p47">
                        <a:extLst>
                          <a:ext uri="{FF2B5EF4-FFF2-40B4-BE49-F238E27FC236}">
                            <a16:creationId xmlns:a16="http://schemas.microsoft.com/office/drawing/2014/main" id="{D34CFF17-ED1D-8AA6-17D5-243EDAE7F0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8" name="Google Shape;5909;p47">
                        <a:extLst>
                          <a:ext uri="{FF2B5EF4-FFF2-40B4-BE49-F238E27FC236}">
                            <a16:creationId xmlns:a16="http://schemas.microsoft.com/office/drawing/2014/main" id="{AFA51C52-C9B7-568C-1616-523DA1700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9" name="Google Shape;5910;p47">
                        <a:extLst>
                          <a:ext uri="{FF2B5EF4-FFF2-40B4-BE49-F238E27FC236}">
                            <a16:creationId xmlns:a16="http://schemas.microsoft.com/office/drawing/2014/main" id="{5C067428-227E-D3C6-819D-9C6C0C038E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0" name="Google Shape;5911;p47">
                        <a:extLst>
                          <a:ext uri="{FF2B5EF4-FFF2-40B4-BE49-F238E27FC236}">
                            <a16:creationId xmlns:a16="http://schemas.microsoft.com/office/drawing/2014/main" id="{C1F0E2A3-4AF9-21CF-D9CE-E1185BAFC0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1" name="Google Shape;5912;p47">
                        <a:extLst>
                          <a:ext uri="{FF2B5EF4-FFF2-40B4-BE49-F238E27FC236}">
                            <a16:creationId xmlns:a16="http://schemas.microsoft.com/office/drawing/2014/main" id="{E351667A-8BD6-3197-FAB2-9DFA7C68CE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2" name="Google Shape;5913;p47">
                        <a:extLst>
                          <a:ext uri="{FF2B5EF4-FFF2-40B4-BE49-F238E27FC236}">
                            <a16:creationId xmlns:a16="http://schemas.microsoft.com/office/drawing/2014/main" id="{18248B4D-535D-3B64-3C66-46979799F2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3" name="Google Shape;5914;p47">
                        <a:extLst>
                          <a:ext uri="{FF2B5EF4-FFF2-40B4-BE49-F238E27FC236}">
                            <a16:creationId xmlns:a16="http://schemas.microsoft.com/office/drawing/2014/main" id="{9A5A73E7-439D-786A-4FC9-B92D5EA70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4" name="Google Shape;5915;p47">
                        <a:extLst>
                          <a:ext uri="{FF2B5EF4-FFF2-40B4-BE49-F238E27FC236}">
                            <a16:creationId xmlns:a16="http://schemas.microsoft.com/office/drawing/2014/main" id="{EA36A25E-755A-859E-6312-4F484FCDF5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5" name="Google Shape;5916;p47">
                        <a:extLst>
                          <a:ext uri="{FF2B5EF4-FFF2-40B4-BE49-F238E27FC236}">
                            <a16:creationId xmlns:a16="http://schemas.microsoft.com/office/drawing/2014/main" id="{5E4BC48D-4143-600C-453A-9C9224155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7" name="Google Shape;5917;p47">
                      <a:extLst>
                        <a:ext uri="{FF2B5EF4-FFF2-40B4-BE49-F238E27FC236}">
                          <a16:creationId xmlns:a16="http://schemas.microsoft.com/office/drawing/2014/main" id="{9FCDD1A1-7BC0-1F82-85F1-49EB67A4C4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48" name="Google Shape;5918;p47">
                        <a:extLst>
                          <a:ext uri="{FF2B5EF4-FFF2-40B4-BE49-F238E27FC236}">
                            <a16:creationId xmlns:a16="http://schemas.microsoft.com/office/drawing/2014/main" id="{A9D91C83-2EDF-6D98-8F44-5B19A983A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9" name="Google Shape;5919;p47">
                        <a:extLst>
                          <a:ext uri="{FF2B5EF4-FFF2-40B4-BE49-F238E27FC236}">
                            <a16:creationId xmlns:a16="http://schemas.microsoft.com/office/drawing/2014/main" id="{601F43D0-822C-33AA-B243-0CE3A45A89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0" name="Google Shape;5920;p47">
                        <a:extLst>
                          <a:ext uri="{FF2B5EF4-FFF2-40B4-BE49-F238E27FC236}">
                            <a16:creationId xmlns:a16="http://schemas.microsoft.com/office/drawing/2014/main" id="{2DB68444-6F27-6F3F-0581-259D0AEF77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1" name="Google Shape;5921;p47">
                        <a:extLst>
                          <a:ext uri="{FF2B5EF4-FFF2-40B4-BE49-F238E27FC236}">
                            <a16:creationId xmlns:a16="http://schemas.microsoft.com/office/drawing/2014/main" id="{0582F8A5-7E26-3D71-FECC-1EC923AF34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2" name="Google Shape;5922;p47">
                        <a:extLst>
                          <a:ext uri="{FF2B5EF4-FFF2-40B4-BE49-F238E27FC236}">
                            <a16:creationId xmlns:a16="http://schemas.microsoft.com/office/drawing/2014/main" id="{3E9092EB-2389-3710-650C-E9F56963CB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3" name="Google Shape;5923;p47">
                        <a:extLst>
                          <a:ext uri="{FF2B5EF4-FFF2-40B4-BE49-F238E27FC236}">
                            <a16:creationId xmlns:a16="http://schemas.microsoft.com/office/drawing/2014/main" id="{C7C79A61-7D65-55A5-7FBD-0B9A321F00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4" name="Google Shape;5924;p47">
                        <a:extLst>
                          <a:ext uri="{FF2B5EF4-FFF2-40B4-BE49-F238E27FC236}">
                            <a16:creationId xmlns:a16="http://schemas.microsoft.com/office/drawing/2014/main" id="{AE4320B6-2D6E-E815-6E71-41F2173FB5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5" name="Google Shape;5925;p47">
                        <a:extLst>
                          <a:ext uri="{FF2B5EF4-FFF2-40B4-BE49-F238E27FC236}">
                            <a16:creationId xmlns:a16="http://schemas.microsoft.com/office/drawing/2014/main" id="{36C4E22C-6624-5E72-05EB-D54BE779D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6" name="Google Shape;5926;p47">
                        <a:extLst>
                          <a:ext uri="{FF2B5EF4-FFF2-40B4-BE49-F238E27FC236}">
                            <a16:creationId xmlns:a16="http://schemas.microsoft.com/office/drawing/2014/main" id="{05EC9B56-0CFE-9CAC-4393-A8AF7B8C39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8" name="Google Shape;5927;p47">
                      <a:extLst>
                        <a:ext uri="{FF2B5EF4-FFF2-40B4-BE49-F238E27FC236}">
                          <a16:creationId xmlns:a16="http://schemas.microsoft.com/office/drawing/2014/main" id="{F0E3DC6F-B186-EDFC-CD30-D6A0CAFC12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9" name="Google Shape;5928;p47">
                        <a:extLst>
                          <a:ext uri="{FF2B5EF4-FFF2-40B4-BE49-F238E27FC236}">
                            <a16:creationId xmlns:a16="http://schemas.microsoft.com/office/drawing/2014/main" id="{E7D8B06B-A2DC-E38C-AD72-50F908C4D6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0" name="Google Shape;5929;p47">
                        <a:extLst>
                          <a:ext uri="{FF2B5EF4-FFF2-40B4-BE49-F238E27FC236}">
                            <a16:creationId xmlns:a16="http://schemas.microsoft.com/office/drawing/2014/main" id="{7CD2EFBA-02C5-D88F-C246-20BE1A761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1" name="Google Shape;5930;p47">
                        <a:extLst>
                          <a:ext uri="{FF2B5EF4-FFF2-40B4-BE49-F238E27FC236}">
                            <a16:creationId xmlns:a16="http://schemas.microsoft.com/office/drawing/2014/main" id="{D2A886D8-7F2F-9059-A29C-0C4D7EA111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2" name="Google Shape;5931;p47">
                        <a:extLst>
                          <a:ext uri="{FF2B5EF4-FFF2-40B4-BE49-F238E27FC236}">
                            <a16:creationId xmlns:a16="http://schemas.microsoft.com/office/drawing/2014/main" id="{BA75FDB4-444C-CA67-2516-26214681E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3" name="Google Shape;5932;p47">
                        <a:extLst>
                          <a:ext uri="{FF2B5EF4-FFF2-40B4-BE49-F238E27FC236}">
                            <a16:creationId xmlns:a16="http://schemas.microsoft.com/office/drawing/2014/main" id="{72E157BE-9FAF-5EC8-06F8-190FB9C1A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4" name="Google Shape;5933;p47">
                        <a:extLst>
                          <a:ext uri="{FF2B5EF4-FFF2-40B4-BE49-F238E27FC236}">
                            <a16:creationId xmlns:a16="http://schemas.microsoft.com/office/drawing/2014/main" id="{3C984959-0B4E-EF25-9B58-AE9310051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5" name="Google Shape;5934;p47">
                        <a:extLst>
                          <a:ext uri="{FF2B5EF4-FFF2-40B4-BE49-F238E27FC236}">
                            <a16:creationId xmlns:a16="http://schemas.microsoft.com/office/drawing/2014/main" id="{3EB4DC9B-5B1A-7CFA-3C9E-27A1F9F07D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6" name="Google Shape;5935;p47">
                        <a:extLst>
                          <a:ext uri="{FF2B5EF4-FFF2-40B4-BE49-F238E27FC236}">
                            <a16:creationId xmlns:a16="http://schemas.microsoft.com/office/drawing/2014/main" id="{7E89CF25-8853-5015-99EF-0A75F87B1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7" name="Google Shape;5936;p47">
                        <a:extLst>
                          <a:ext uri="{FF2B5EF4-FFF2-40B4-BE49-F238E27FC236}">
                            <a16:creationId xmlns:a16="http://schemas.microsoft.com/office/drawing/2014/main" id="{E9EA3FD8-18F1-8006-D9F8-E4A1E3B16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9" name="Google Shape;5937;p47">
                      <a:extLst>
                        <a:ext uri="{FF2B5EF4-FFF2-40B4-BE49-F238E27FC236}">
                          <a16:creationId xmlns:a16="http://schemas.microsoft.com/office/drawing/2014/main" id="{9C86C891-8F03-8620-D0D6-6D78CCD9A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0" name="Google Shape;5938;p47">
                        <a:extLst>
                          <a:ext uri="{FF2B5EF4-FFF2-40B4-BE49-F238E27FC236}">
                            <a16:creationId xmlns:a16="http://schemas.microsoft.com/office/drawing/2014/main" id="{2260BD21-61B2-E30E-4657-B69B7F921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1" name="Google Shape;5939;p47">
                        <a:extLst>
                          <a:ext uri="{FF2B5EF4-FFF2-40B4-BE49-F238E27FC236}">
                            <a16:creationId xmlns:a16="http://schemas.microsoft.com/office/drawing/2014/main" id="{B65F2BC1-529A-2A53-EDDB-1A3008BDB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2" name="Google Shape;5940;p47">
                        <a:extLst>
                          <a:ext uri="{FF2B5EF4-FFF2-40B4-BE49-F238E27FC236}">
                            <a16:creationId xmlns:a16="http://schemas.microsoft.com/office/drawing/2014/main" id="{B5972752-4292-8CA0-7E1D-94A410FA21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3" name="Google Shape;5941;p47">
                        <a:extLst>
                          <a:ext uri="{FF2B5EF4-FFF2-40B4-BE49-F238E27FC236}">
                            <a16:creationId xmlns:a16="http://schemas.microsoft.com/office/drawing/2014/main" id="{6B095C77-B28F-5710-F03A-F358CB3D75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4" name="Google Shape;5942;p47">
                        <a:extLst>
                          <a:ext uri="{FF2B5EF4-FFF2-40B4-BE49-F238E27FC236}">
                            <a16:creationId xmlns:a16="http://schemas.microsoft.com/office/drawing/2014/main" id="{4974988A-3C25-B4A1-C5E3-122EFC8D85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5" name="Google Shape;5943;p47">
                        <a:extLst>
                          <a:ext uri="{FF2B5EF4-FFF2-40B4-BE49-F238E27FC236}">
                            <a16:creationId xmlns:a16="http://schemas.microsoft.com/office/drawing/2014/main" id="{441FFFAD-ECCB-3109-4A40-84EFDC736A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6" name="Google Shape;5944;p47">
                        <a:extLst>
                          <a:ext uri="{FF2B5EF4-FFF2-40B4-BE49-F238E27FC236}">
                            <a16:creationId xmlns:a16="http://schemas.microsoft.com/office/drawing/2014/main" id="{EADF984D-4893-6607-F676-6FD7178A93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7" name="Google Shape;5945;p47">
                        <a:extLst>
                          <a:ext uri="{FF2B5EF4-FFF2-40B4-BE49-F238E27FC236}">
                            <a16:creationId xmlns:a16="http://schemas.microsoft.com/office/drawing/2014/main" id="{73C2B8C8-0B42-115D-706F-B7D6610695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8" name="Google Shape;5946;p47">
                        <a:extLst>
                          <a:ext uri="{FF2B5EF4-FFF2-40B4-BE49-F238E27FC236}">
                            <a16:creationId xmlns:a16="http://schemas.microsoft.com/office/drawing/2014/main" id="{0D7AB295-D1F5-B7F6-7216-8CF775C4E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0" name="Google Shape;5947;p47">
                      <a:extLst>
                        <a:ext uri="{FF2B5EF4-FFF2-40B4-BE49-F238E27FC236}">
                          <a16:creationId xmlns:a16="http://schemas.microsoft.com/office/drawing/2014/main" id="{B191AB9A-F2F7-A717-6901-1DCD24AADD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21" name="Google Shape;5948;p47">
                        <a:extLst>
                          <a:ext uri="{FF2B5EF4-FFF2-40B4-BE49-F238E27FC236}">
                            <a16:creationId xmlns:a16="http://schemas.microsoft.com/office/drawing/2014/main" id="{A371CB75-4B91-B25B-9F4D-25DE214059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2" name="Google Shape;5949;p47">
                        <a:extLst>
                          <a:ext uri="{FF2B5EF4-FFF2-40B4-BE49-F238E27FC236}">
                            <a16:creationId xmlns:a16="http://schemas.microsoft.com/office/drawing/2014/main" id="{3878C62E-0BAD-9CBD-4EF1-3CA7FA76FF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3" name="Google Shape;5950;p47">
                        <a:extLst>
                          <a:ext uri="{FF2B5EF4-FFF2-40B4-BE49-F238E27FC236}">
                            <a16:creationId xmlns:a16="http://schemas.microsoft.com/office/drawing/2014/main" id="{2304874F-C6BB-D64D-1F8D-7ECCDB5287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4" name="Google Shape;5951;p47">
                        <a:extLst>
                          <a:ext uri="{FF2B5EF4-FFF2-40B4-BE49-F238E27FC236}">
                            <a16:creationId xmlns:a16="http://schemas.microsoft.com/office/drawing/2014/main" id="{0151911F-C3EB-BCF7-507B-C4576BE70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5" name="Google Shape;5952;p47">
                        <a:extLst>
                          <a:ext uri="{FF2B5EF4-FFF2-40B4-BE49-F238E27FC236}">
                            <a16:creationId xmlns:a16="http://schemas.microsoft.com/office/drawing/2014/main" id="{829D3F12-8594-CB90-999F-F470E8E8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6" name="Google Shape;5953;p47">
                        <a:extLst>
                          <a:ext uri="{FF2B5EF4-FFF2-40B4-BE49-F238E27FC236}">
                            <a16:creationId xmlns:a16="http://schemas.microsoft.com/office/drawing/2014/main" id="{526DEE05-44F7-B397-E2C9-F1B069B042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7" name="Google Shape;5954;p47">
                        <a:extLst>
                          <a:ext uri="{FF2B5EF4-FFF2-40B4-BE49-F238E27FC236}">
                            <a16:creationId xmlns:a16="http://schemas.microsoft.com/office/drawing/2014/main" id="{68EF8700-F730-0EC4-91EF-7FD98123B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8" name="Google Shape;5955;p47">
                        <a:extLst>
                          <a:ext uri="{FF2B5EF4-FFF2-40B4-BE49-F238E27FC236}">
                            <a16:creationId xmlns:a16="http://schemas.microsoft.com/office/drawing/2014/main" id="{C8B2292D-D9C6-FC55-467C-8BEC7E2645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9" name="Google Shape;5956;p47">
                        <a:extLst>
                          <a:ext uri="{FF2B5EF4-FFF2-40B4-BE49-F238E27FC236}">
                            <a16:creationId xmlns:a16="http://schemas.microsoft.com/office/drawing/2014/main" id="{0BF9EF64-DBA5-0AB2-69F1-A7339CA2EC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1" name="Google Shape;5957;p47">
                      <a:extLst>
                        <a:ext uri="{FF2B5EF4-FFF2-40B4-BE49-F238E27FC236}">
                          <a16:creationId xmlns:a16="http://schemas.microsoft.com/office/drawing/2014/main" id="{D7A5EEF6-AE0D-AFCA-445E-B256F81E04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12" name="Google Shape;5958;p47">
                        <a:extLst>
                          <a:ext uri="{FF2B5EF4-FFF2-40B4-BE49-F238E27FC236}">
                            <a16:creationId xmlns:a16="http://schemas.microsoft.com/office/drawing/2014/main" id="{3EF3704D-55F6-8678-5C79-A1EF8AA365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3" name="Google Shape;5959;p47">
                        <a:extLst>
                          <a:ext uri="{FF2B5EF4-FFF2-40B4-BE49-F238E27FC236}">
                            <a16:creationId xmlns:a16="http://schemas.microsoft.com/office/drawing/2014/main" id="{99B00FAE-F81B-FB23-8353-AEB7ABE9A7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4" name="Google Shape;5960;p47">
                        <a:extLst>
                          <a:ext uri="{FF2B5EF4-FFF2-40B4-BE49-F238E27FC236}">
                            <a16:creationId xmlns:a16="http://schemas.microsoft.com/office/drawing/2014/main" id="{4A7325DF-8739-8FF5-0756-7056BC3182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5" name="Google Shape;5961;p47">
                        <a:extLst>
                          <a:ext uri="{FF2B5EF4-FFF2-40B4-BE49-F238E27FC236}">
                            <a16:creationId xmlns:a16="http://schemas.microsoft.com/office/drawing/2014/main" id="{2BCDCD30-D2FD-C9C5-2B13-DB6F6DD40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6" name="Google Shape;5962;p47">
                        <a:extLst>
                          <a:ext uri="{FF2B5EF4-FFF2-40B4-BE49-F238E27FC236}">
                            <a16:creationId xmlns:a16="http://schemas.microsoft.com/office/drawing/2014/main" id="{5564448C-E822-76B1-8EE2-8E5850FD5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7" name="Google Shape;5963;p47">
                        <a:extLst>
                          <a:ext uri="{FF2B5EF4-FFF2-40B4-BE49-F238E27FC236}">
                            <a16:creationId xmlns:a16="http://schemas.microsoft.com/office/drawing/2014/main" id="{CCCA2450-4C3B-557F-7A4E-4C288DCAE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8" name="Google Shape;5964;p47">
                        <a:extLst>
                          <a:ext uri="{FF2B5EF4-FFF2-40B4-BE49-F238E27FC236}">
                            <a16:creationId xmlns:a16="http://schemas.microsoft.com/office/drawing/2014/main" id="{B951C14D-CAC7-85EE-EE57-A96E72D64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9" name="Google Shape;5965;p47">
                        <a:extLst>
                          <a:ext uri="{FF2B5EF4-FFF2-40B4-BE49-F238E27FC236}">
                            <a16:creationId xmlns:a16="http://schemas.microsoft.com/office/drawing/2014/main" id="{05BC4368-6373-73B9-6E0E-E396F9974C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0" name="Google Shape;5966;p47">
                        <a:extLst>
                          <a:ext uri="{FF2B5EF4-FFF2-40B4-BE49-F238E27FC236}">
                            <a16:creationId xmlns:a16="http://schemas.microsoft.com/office/drawing/2014/main" id="{07BD6C58-7710-D306-CF99-905931B8C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2" name="Google Shape;5967;p47">
                      <a:extLst>
                        <a:ext uri="{FF2B5EF4-FFF2-40B4-BE49-F238E27FC236}">
                          <a16:creationId xmlns:a16="http://schemas.microsoft.com/office/drawing/2014/main" id="{6B283F54-A1F4-F710-F724-DC126B7FE9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03" name="Google Shape;5968;p47">
                        <a:extLst>
                          <a:ext uri="{FF2B5EF4-FFF2-40B4-BE49-F238E27FC236}">
                            <a16:creationId xmlns:a16="http://schemas.microsoft.com/office/drawing/2014/main" id="{ABC8E999-0D00-774C-D95F-5E18800898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4" name="Google Shape;5969;p47">
                        <a:extLst>
                          <a:ext uri="{FF2B5EF4-FFF2-40B4-BE49-F238E27FC236}">
                            <a16:creationId xmlns:a16="http://schemas.microsoft.com/office/drawing/2014/main" id="{3C303557-6909-BD9D-E9DB-C37A4BD5F1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5" name="Google Shape;5970;p47">
                        <a:extLst>
                          <a:ext uri="{FF2B5EF4-FFF2-40B4-BE49-F238E27FC236}">
                            <a16:creationId xmlns:a16="http://schemas.microsoft.com/office/drawing/2014/main" id="{8CB07D3D-D6B9-8301-744F-78F0D6EE5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6" name="Google Shape;5971;p47">
                        <a:extLst>
                          <a:ext uri="{FF2B5EF4-FFF2-40B4-BE49-F238E27FC236}">
                            <a16:creationId xmlns:a16="http://schemas.microsoft.com/office/drawing/2014/main" id="{925A463D-49B3-9ABC-C2AB-14690C1788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7" name="Google Shape;5972;p47">
                        <a:extLst>
                          <a:ext uri="{FF2B5EF4-FFF2-40B4-BE49-F238E27FC236}">
                            <a16:creationId xmlns:a16="http://schemas.microsoft.com/office/drawing/2014/main" id="{A568C4DC-834A-F40A-3D4C-819E1112A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8" name="Google Shape;5973;p47">
                        <a:extLst>
                          <a:ext uri="{FF2B5EF4-FFF2-40B4-BE49-F238E27FC236}">
                            <a16:creationId xmlns:a16="http://schemas.microsoft.com/office/drawing/2014/main" id="{524BECFA-3860-A483-337A-D3F97F50B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9" name="Google Shape;5974;p47">
                        <a:extLst>
                          <a:ext uri="{FF2B5EF4-FFF2-40B4-BE49-F238E27FC236}">
                            <a16:creationId xmlns:a16="http://schemas.microsoft.com/office/drawing/2014/main" id="{47FE965C-FD0C-3AB8-3BF9-EBCF36F695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0" name="Google Shape;5975;p47">
                        <a:extLst>
                          <a:ext uri="{FF2B5EF4-FFF2-40B4-BE49-F238E27FC236}">
                            <a16:creationId xmlns:a16="http://schemas.microsoft.com/office/drawing/2014/main" id="{D73BDAF1-B7E1-2ADE-E7A7-D72AAC00C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1" name="Google Shape;5976;p47">
                        <a:extLst>
                          <a:ext uri="{FF2B5EF4-FFF2-40B4-BE49-F238E27FC236}">
                            <a16:creationId xmlns:a16="http://schemas.microsoft.com/office/drawing/2014/main" id="{5E798CC4-A0E0-6BC0-F449-F5294E25BC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3" name="Google Shape;5977;p47">
                      <a:extLst>
                        <a:ext uri="{FF2B5EF4-FFF2-40B4-BE49-F238E27FC236}">
                          <a16:creationId xmlns:a16="http://schemas.microsoft.com/office/drawing/2014/main" id="{E333ADEC-2765-C2A4-63CC-4401EB1335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94" name="Google Shape;5978;p47">
                        <a:extLst>
                          <a:ext uri="{FF2B5EF4-FFF2-40B4-BE49-F238E27FC236}">
                            <a16:creationId xmlns:a16="http://schemas.microsoft.com/office/drawing/2014/main" id="{AFB30223-DDC0-222C-93E2-854143417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5" name="Google Shape;5979;p47">
                        <a:extLst>
                          <a:ext uri="{FF2B5EF4-FFF2-40B4-BE49-F238E27FC236}">
                            <a16:creationId xmlns:a16="http://schemas.microsoft.com/office/drawing/2014/main" id="{6EB9CF27-2A35-FBD6-6067-82097E4EC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6" name="Google Shape;5980;p47">
                        <a:extLst>
                          <a:ext uri="{FF2B5EF4-FFF2-40B4-BE49-F238E27FC236}">
                            <a16:creationId xmlns:a16="http://schemas.microsoft.com/office/drawing/2014/main" id="{AD357AEC-0C7E-D403-CECA-6EFF0DECAC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7" name="Google Shape;5981;p47">
                        <a:extLst>
                          <a:ext uri="{FF2B5EF4-FFF2-40B4-BE49-F238E27FC236}">
                            <a16:creationId xmlns:a16="http://schemas.microsoft.com/office/drawing/2014/main" id="{9002A9E7-91ED-C2BC-922A-4AAD63F5D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8" name="Google Shape;5982;p47">
                        <a:extLst>
                          <a:ext uri="{FF2B5EF4-FFF2-40B4-BE49-F238E27FC236}">
                            <a16:creationId xmlns:a16="http://schemas.microsoft.com/office/drawing/2014/main" id="{3F0B42E5-B827-84BB-352F-3DA93F6B7C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9" name="Google Shape;5983;p47">
                        <a:extLst>
                          <a:ext uri="{FF2B5EF4-FFF2-40B4-BE49-F238E27FC236}">
                            <a16:creationId xmlns:a16="http://schemas.microsoft.com/office/drawing/2014/main" id="{D8647522-3DAD-3B0F-65DC-CBD4534C0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0" name="Google Shape;5984;p47">
                        <a:extLst>
                          <a:ext uri="{FF2B5EF4-FFF2-40B4-BE49-F238E27FC236}">
                            <a16:creationId xmlns:a16="http://schemas.microsoft.com/office/drawing/2014/main" id="{157D57BE-3D12-0A2A-EC8D-C3E01528D8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1" name="Google Shape;5985;p47">
                        <a:extLst>
                          <a:ext uri="{FF2B5EF4-FFF2-40B4-BE49-F238E27FC236}">
                            <a16:creationId xmlns:a16="http://schemas.microsoft.com/office/drawing/2014/main" id="{0DF842BB-E674-71E4-2841-A81BC8301F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2" name="Google Shape;5986;p47">
                        <a:extLst>
                          <a:ext uri="{FF2B5EF4-FFF2-40B4-BE49-F238E27FC236}">
                            <a16:creationId xmlns:a16="http://schemas.microsoft.com/office/drawing/2014/main" id="{20489802-B11A-7EC6-0389-8D1CD9B53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4" name="Google Shape;5987;p47">
                      <a:extLst>
                        <a:ext uri="{FF2B5EF4-FFF2-40B4-BE49-F238E27FC236}">
                          <a16:creationId xmlns:a16="http://schemas.microsoft.com/office/drawing/2014/main" id="{C66FE4EF-54E6-2D6F-96DA-7270C9208A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85" name="Google Shape;5988;p47">
                        <a:extLst>
                          <a:ext uri="{FF2B5EF4-FFF2-40B4-BE49-F238E27FC236}">
                            <a16:creationId xmlns:a16="http://schemas.microsoft.com/office/drawing/2014/main" id="{421B20D9-47E7-A738-4637-CA6D62DA97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6" name="Google Shape;5989;p47">
                        <a:extLst>
                          <a:ext uri="{FF2B5EF4-FFF2-40B4-BE49-F238E27FC236}">
                            <a16:creationId xmlns:a16="http://schemas.microsoft.com/office/drawing/2014/main" id="{341839D1-F9FC-4858-88EC-1BC1B94F73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7" name="Google Shape;5990;p47">
                        <a:extLst>
                          <a:ext uri="{FF2B5EF4-FFF2-40B4-BE49-F238E27FC236}">
                            <a16:creationId xmlns:a16="http://schemas.microsoft.com/office/drawing/2014/main" id="{150A5761-4F33-415C-EB92-E50A7779D5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8" name="Google Shape;5991;p47">
                        <a:extLst>
                          <a:ext uri="{FF2B5EF4-FFF2-40B4-BE49-F238E27FC236}">
                            <a16:creationId xmlns:a16="http://schemas.microsoft.com/office/drawing/2014/main" id="{15B02DF5-6F5E-A175-9A44-77DDB4E52A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9" name="Google Shape;5992;p47">
                        <a:extLst>
                          <a:ext uri="{FF2B5EF4-FFF2-40B4-BE49-F238E27FC236}">
                            <a16:creationId xmlns:a16="http://schemas.microsoft.com/office/drawing/2014/main" id="{E3A6D167-9832-CEAD-E1EB-26C97E44F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0" name="Google Shape;5993;p47">
                        <a:extLst>
                          <a:ext uri="{FF2B5EF4-FFF2-40B4-BE49-F238E27FC236}">
                            <a16:creationId xmlns:a16="http://schemas.microsoft.com/office/drawing/2014/main" id="{D17B42DE-F985-7F9C-6F8C-57CF9D16A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1" name="Google Shape;5994;p47">
                        <a:extLst>
                          <a:ext uri="{FF2B5EF4-FFF2-40B4-BE49-F238E27FC236}">
                            <a16:creationId xmlns:a16="http://schemas.microsoft.com/office/drawing/2014/main" id="{F0FB1C17-A0AB-3322-A25D-6040B53FD7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2" name="Google Shape;5995;p47">
                        <a:extLst>
                          <a:ext uri="{FF2B5EF4-FFF2-40B4-BE49-F238E27FC236}">
                            <a16:creationId xmlns:a16="http://schemas.microsoft.com/office/drawing/2014/main" id="{77469DC2-F91E-9B44-3754-040B6CAB5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3" name="Google Shape;5996;p47">
                        <a:extLst>
                          <a:ext uri="{FF2B5EF4-FFF2-40B4-BE49-F238E27FC236}">
                            <a16:creationId xmlns:a16="http://schemas.microsoft.com/office/drawing/2014/main" id="{1C30B6AE-ABF1-6835-EBE6-68FE91A4B0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5" name="Google Shape;5997;p47">
                      <a:extLst>
                        <a:ext uri="{FF2B5EF4-FFF2-40B4-BE49-F238E27FC236}">
                          <a16:creationId xmlns:a16="http://schemas.microsoft.com/office/drawing/2014/main" id="{72CCF47C-DD6A-6887-89C1-A017F02F1B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76" name="Google Shape;5998;p47">
                        <a:extLst>
                          <a:ext uri="{FF2B5EF4-FFF2-40B4-BE49-F238E27FC236}">
                            <a16:creationId xmlns:a16="http://schemas.microsoft.com/office/drawing/2014/main" id="{E8D4ECA8-25DD-DC63-67B6-2167DEF02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7" name="Google Shape;5999;p47">
                        <a:extLst>
                          <a:ext uri="{FF2B5EF4-FFF2-40B4-BE49-F238E27FC236}">
                            <a16:creationId xmlns:a16="http://schemas.microsoft.com/office/drawing/2014/main" id="{FE19C13E-ED4D-AB4C-7DF0-17247397B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8" name="Google Shape;6000;p47">
                        <a:extLst>
                          <a:ext uri="{FF2B5EF4-FFF2-40B4-BE49-F238E27FC236}">
                            <a16:creationId xmlns:a16="http://schemas.microsoft.com/office/drawing/2014/main" id="{DC7A4F38-06FE-ECCB-1042-3A56A0FA6A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9" name="Google Shape;6001;p47">
                        <a:extLst>
                          <a:ext uri="{FF2B5EF4-FFF2-40B4-BE49-F238E27FC236}">
                            <a16:creationId xmlns:a16="http://schemas.microsoft.com/office/drawing/2014/main" id="{83A68F36-4161-C28B-C5EF-527529D63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0" name="Google Shape;6002;p47">
                        <a:extLst>
                          <a:ext uri="{FF2B5EF4-FFF2-40B4-BE49-F238E27FC236}">
                            <a16:creationId xmlns:a16="http://schemas.microsoft.com/office/drawing/2014/main" id="{34A4379E-EA61-FE1F-3476-614560E68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1" name="Google Shape;6003;p47">
                        <a:extLst>
                          <a:ext uri="{FF2B5EF4-FFF2-40B4-BE49-F238E27FC236}">
                            <a16:creationId xmlns:a16="http://schemas.microsoft.com/office/drawing/2014/main" id="{4527EA18-EBCE-AB1A-AAE9-9F2562C53A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2" name="Google Shape;6004;p47">
                        <a:extLst>
                          <a:ext uri="{FF2B5EF4-FFF2-40B4-BE49-F238E27FC236}">
                            <a16:creationId xmlns:a16="http://schemas.microsoft.com/office/drawing/2014/main" id="{1C2517E1-BF96-AD97-26A7-49F1C0C1F0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3" name="Google Shape;6005;p47">
                        <a:extLst>
                          <a:ext uri="{FF2B5EF4-FFF2-40B4-BE49-F238E27FC236}">
                            <a16:creationId xmlns:a16="http://schemas.microsoft.com/office/drawing/2014/main" id="{EAD16EAE-64FD-828A-C379-B4D2024156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4" name="Google Shape;6006;p47">
                        <a:extLst>
                          <a:ext uri="{FF2B5EF4-FFF2-40B4-BE49-F238E27FC236}">
                            <a16:creationId xmlns:a16="http://schemas.microsoft.com/office/drawing/2014/main" id="{E3A4AF6D-ADA3-E954-C342-02EAD54EB3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6" name="Google Shape;6007;p47">
                      <a:extLst>
                        <a:ext uri="{FF2B5EF4-FFF2-40B4-BE49-F238E27FC236}">
                          <a16:creationId xmlns:a16="http://schemas.microsoft.com/office/drawing/2014/main" id="{4425B7FE-57FA-DD02-1277-173AA9C46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67" name="Google Shape;6008;p47">
                        <a:extLst>
                          <a:ext uri="{FF2B5EF4-FFF2-40B4-BE49-F238E27FC236}">
                            <a16:creationId xmlns:a16="http://schemas.microsoft.com/office/drawing/2014/main" id="{62FF712E-6EA0-090F-B9A2-833C98FA56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8" name="Google Shape;6009;p47">
                        <a:extLst>
                          <a:ext uri="{FF2B5EF4-FFF2-40B4-BE49-F238E27FC236}">
                            <a16:creationId xmlns:a16="http://schemas.microsoft.com/office/drawing/2014/main" id="{D82C1DC9-CADD-E454-064D-629D855D2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9" name="Google Shape;6010;p47">
                        <a:extLst>
                          <a:ext uri="{FF2B5EF4-FFF2-40B4-BE49-F238E27FC236}">
                            <a16:creationId xmlns:a16="http://schemas.microsoft.com/office/drawing/2014/main" id="{23FF82B4-7586-643A-2E5E-B7C9387772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0" name="Google Shape;6011;p47">
                        <a:extLst>
                          <a:ext uri="{FF2B5EF4-FFF2-40B4-BE49-F238E27FC236}">
                            <a16:creationId xmlns:a16="http://schemas.microsoft.com/office/drawing/2014/main" id="{05EAACE1-63ED-78FB-F6B9-B6BE2AC15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1" name="Google Shape;6012;p47">
                        <a:extLst>
                          <a:ext uri="{FF2B5EF4-FFF2-40B4-BE49-F238E27FC236}">
                            <a16:creationId xmlns:a16="http://schemas.microsoft.com/office/drawing/2014/main" id="{67051FD4-82EF-38FD-CDA3-0C9F0044DB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2" name="Google Shape;6013;p47">
                        <a:extLst>
                          <a:ext uri="{FF2B5EF4-FFF2-40B4-BE49-F238E27FC236}">
                            <a16:creationId xmlns:a16="http://schemas.microsoft.com/office/drawing/2014/main" id="{6633CB20-0BDA-BBAB-6707-3ED78ED6E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3" name="Google Shape;6014;p47">
                        <a:extLst>
                          <a:ext uri="{FF2B5EF4-FFF2-40B4-BE49-F238E27FC236}">
                            <a16:creationId xmlns:a16="http://schemas.microsoft.com/office/drawing/2014/main" id="{9946DF54-35A0-241B-D512-84B2A984F5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4" name="Google Shape;6015;p47">
                        <a:extLst>
                          <a:ext uri="{FF2B5EF4-FFF2-40B4-BE49-F238E27FC236}">
                            <a16:creationId xmlns:a16="http://schemas.microsoft.com/office/drawing/2014/main" id="{BEB8EA13-71B2-D6DB-2100-8C17462A59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5" name="Google Shape;6016;p47">
                        <a:extLst>
                          <a:ext uri="{FF2B5EF4-FFF2-40B4-BE49-F238E27FC236}">
                            <a16:creationId xmlns:a16="http://schemas.microsoft.com/office/drawing/2014/main" id="{E75884CD-DA10-6ABF-B139-CB023B31D4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7" name="Google Shape;6017;p47">
                      <a:extLst>
                        <a:ext uri="{FF2B5EF4-FFF2-40B4-BE49-F238E27FC236}">
                          <a16:creationId xmlns:a16="http://schemas.microsoft.com/office/drawing/2014/main" id="{E0CDD2FB-073C-2759-BF2A-428BB0DE41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58" name="Google Shape;6018;p47">
                        <a:extLst>
                          <a:ext uri="{FF2B5EF4-FFF2-40B4-BE49-F238E27FC236}">
                            <a16:creationId xmlns:a16="http://schemas.microsoft.com/office/drawing/2014/main" id="{D39D94E2-1E67-046F-9D0E-86B7FCC4ED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9" name="Google Shape;6019;p47">
                        <a:extLst>
                          <a:ext uri="{FF2B5EF4-FFF2-40B4-BE49-F238E27FC236}">
                            <a16:creationId xmlns:a16="http://schemas.microsoft.com/office/drawing/2014/main" id="{4DCF5D86-FB90-868B-1A0B-802A2773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0" name="Google Shape;6020;p47">
                        <a:extLst>
                          <a:ext uri="{FF2B5EF4-FFF2-40B4-BE49-F238E27FC236}">
                            <a16:creationId xmlns:a16="http://schemas.microsoft.com/office/drawing/2014/main" id="{F1A7D0DE-EFC2-DA04-8420-785F5171E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1" name="Google Shape;6021;p47">
                        <a:extLst>
                          <a:ext uri="{FF2B5EF4-FFF2-40B4-BE49-F238E27FC236}">
                            <a16:creationId xmlns:a16="http://schemas.microsoft.com/office/drawing/2014/main" id="{9E10D965-BD2B-321D-2DED-5BD05CA9E4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2" name="Google Shape;6022;p47">
                        <a:extLst>
                          <a:ext uri="{FF2B5EF4-FFF2-40B4-BE49-F238E27FC236}">
                            <a16:creationId xmlns:a16="http://schemas.microsoft.com/office/drawing/2014/main" id="{D2EE68C4-863A-26D9-6DDF-0EC8DF1E45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3" name="Google Shape;6023;p47">
                        <a:extLst>
                          <a:ext uri="{FF2B5EF4-FFF2-40B4-BE49-F238E27FC236}">
                            <a16:creationId xmlns:a16="http://schemas.microsoft.com/office/drawing/2014/main" id="{104C6DDE-D38E-8C54-451D-5D60C266C8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4" name="Google Shape;6024;p47">
                        <a:extLst>
                          <a:ext uri="{FF2B5EF4-FFF2-40B4-BE49-F238E27FC236}">
                            <a16:creationId xmlns:a16="http://schemas.microsoft.com/office/drawing/2014/main" id="{0B752920-2146-9E68-6AD3-0D44B3E164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5" name="Google Shape;6025;p47">
                        <a:extLst>
                          <a:ext uri="{FF2B5EF4-FFF2-40B4-BE49-F238E27FC236}">
                            <a16:creationId xmlns:a16="http://schemas.microsoft.com/office/drawing/2014/main" id="{6107361E-F9AC-5A79-F3B5-702C0F5E7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6" name="Google Shape;6026;p47">
                        <a:extLst>
                          <a:ext uri="{FF2B5EF4-FFF2-40B4-BE49-F238E27FC236}">
                            <a16:creationId xmlns:a16="http://schemas.microsoft.com/office/drawing/2014/main" id="{631D02CD-1013-B374-4155-A41259EE87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8" name="Google Shape;6027;p47">
                      <a:extLst>
                        <a:ext uri="{FF2B5EF4-FFF2-40B4-BE49-F238E27FC236}">
                          <a16:creationId xmlns:a16="http://schemas.microsoft.com/office/drawing/2014/main" id="{75754D72-CE43-884C-C7C1-FA0D14F04E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49" name="Google Shape;6028;p47">
                        <a:extLst>
                          <a:ext uri="{FF2B5EF4-FFF2-40B4-BE49-F238E27FC236}">
                            <a16:creationId xmlns:a16="http://schemas.microsoft.com/office/drawing/2014/main" id="{9B1EEA2B-9BDB-ECE9-6AF4-C3A486CC1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0" name="Google Shape;6029;p47">
                        <a:extLst>
                          <a:ext uri="{FF2B5EF4-FFF2-40B4-BE49-F238E27FC236}">
                            <a16:creationId xmlns:a16="http://schemas.microsoft.com/office/drawing/2014/main" id="{54511B0A-F2E4-70F7-EB00-D911C461B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1" name="Google Shape;6030;p47">
                        <a:extLst>
                          <a:ext uri="{FF2B5EF4-FFF2-40B4-BE49-F238E27FC236}">
                            <a16:creationId xmlns:a16="http://schemas.microsoft.com/office/drawing/2014/main" id="{E02F9058-2A06-7A6A-9D56-A3A6FE425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2" name="Google Shape;6031;p47">
                        <a:extLst>
                          <a:ext uri="{FF2B5EF4-FFF2-40B4-BE49-F238E27FC236}">
                            <a16:creationId xmlns:a16="http://schemas.microsoft.com/office/drawing/2014/main" id="{6183CA13-3126-8A7A-707A-C20E01149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3" name="Google Shape;6032;p47">
                        <a:extLst>
                          <a:ext uri="{FF2B5EF4-FFF2-40B4-BE49-F238E27FC236}">
                            <a16:creationId xmlns:a16="http://schemas.microsoft.com/office/drawing/2014/main" id="{049270C9-2549-CF11-38AD-05529D72D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4" name="Google Shape;6033;p47">
                        <a:extLst>
                          <a:ext uri="{FF2B5EF4-FFF2-40B4-BE49-F238E27FC236}">
                            <a16:creationId xmlns:a16="http://schemas.microsoft.com/office/drawing/2014/main" id="{531A9B98-316F-83D1-7154-77036540E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5" name="Google Shape;6034;p47">
                        <a:extLst>
                          <a:ext uri="{FF2B5EF4-FFF2-40B4-BE49-F238E27FC236}">
                            <a16:creationId xmlns:a16="http://schemas.microsoft.com/office/drawing/2014/main" id="{1074D96E-6A89-C519-BAAC-BC0E5D88E0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6" name="Google Shape;6035;p47">
                        <a:extLst>
                          <a:ext uri="{FF2B5EF4-FFF2-40B4-BE49-F238E27FC236}">
                            <a16:creationId xmlns:a16="http://schemas.microsoft.com/office/drawing/2014/main" id="{F4F66606-38C0-6966-B1F3-FDD530DF38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7" name="Google Shape;6036;p47">
                        <a:extLst>
                          <a:ext uri="{FF2B5EF4-FFF2-40B4-BE49-F238E27FC236}">
                            <a16:creationId xmlns:a16="http://schemas.microsoft.com/office/drawing/2014/main" id="{B7ECBD4D-E997-0167-FD75-B9271A91A7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</p:grpSp>
          </p:grp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45076" y="323759"/>
            <a:ext cx="5679900" cy="572700"/>
          </a:xfrm>
        </p:spPr>
        <p:txBody>
          <a:bodyPr/>
          <a:lstStyle/>
          <a:p>
            <a:r>
              <a:rPr lang="en-US" dirty="0" smtClean="0"/>
              <a:t>6. NEWTON-RAPHSON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6" y="918323"/>
            <a:ext cx="5516001" cy="369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45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A979DAF7-97F4-542D-476C-FCB27DCF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5198;p47">
            <a:extLst>
              <a:ext uri="{FF2B5EF4-FFF2-40B4-BE49-F238E27FC236}">
                <a16:creationId xmlns:a16="http://schemas.microsoft.com/office/drawing/2014/main" id="{00FF964D-AE46-BBCD-1D7F-86FEE6F44681}"/>
              </a:ext>
            </a:extLst>
          </p:cNvPr>
          <p:cNvGrpSpPr/>
          <p:nvPr/>
        </p:nvGrpSpPr>
        <p:grpSpPr>
          <a:xfrm>
            <a:off x="5586521" y="314875"/>
            <a:ext cx="3503100" cy="4383600"/>
            <a:chOff x="5309625" y="391075"/>
            <a:chExt cx="3503100" cy="4383600"/>
          </a:xfrm>
        </p:grpSpPr>
        <p:grpSp>
          <p:nvGrpSpPr>
            <p:cNvPr id="1294" name="Google Shape;5199;p47">
              <a:extLst>
                <a:ext uri="{FF2B5EF4-FFF2-40B4-BE49-F238E27FC236}">
                  <a16:creationId xmlns:a16="http://schemas.microsoft.com/office/drawing/2014/main" id="{0C99C69C-C050-20F9-5505-DC51354F1C8C}"/>
                </a:ext>
              </a:extLst>
            </p:cNvPr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1846" name="Google Shape;5200;p47">
                <a:extLst>
                  <a:ext uri="{FF2B5EF4-FFF2-40B4-BE49-F238E27FC236}">
                    <a16:creationId xmlns:a16="http://schemas.microsoft.com/office/drawing/2014/main" id="{5DE0FA07-7D6C-9087-4760-B85BB0B29DC5}"/>
                  </a:ext>
                </a:extLst>
              </p:cNvPr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rgbClr val="CDCDCD"/>
              </a:solidFill>
              <a:ln w="9525" cap="flat" cmpd="sng">
                <a:solidFill>
                  <a:srgbClr val="282A2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847" name="Google Shape;5201;p47">
                <a:extLst>
                  <a:ext uri="{FF2B5EF4-FFF2-40B4-BE49-F238E27FC236}">
                    <a16:creationId xmlns:a16="http://schemas.microsoft.com/office/drawing/2014/main" id="{013BA1E2-494E-16E6-863E-06790503C6AF}"/>
                  </a:ext>
                </a:extLst>
              </p:cNvPr>
              <p:cNvGrpSpPr/>
              <p:nvPr/>
            </p:nvGrpSpPr>
            <p:grpSpPr>
              <a:xfrm rot="10800000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1848" name="Google Shape;5202;p47">
                  <a:extLst>
                    <a:ext uri="{FF2B5EF4-FFF2-40B4-BE49-F238E27FC236}">
                      <a16:creationId xmlns:a16="http://schemas.microsoft.com/office/drawing/2014/main" id="{04F53624-98DE-EA13-E0E3-18C35B2A056C}"/>
                    </a:ext>
                  </a:extLst>
                </p:cNvPr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49" name="Google Shape;5203;p47">
                  <a:extLst>
                    <a:ext uri="{FF2B5EF4-FFF2-40B4-BE49-F238E27FC236}">
                      <a16:creationId xmlns:a16="http://schemas.microsoft.com/office/drawing/2014/main" id="{12E8E287-621A-DB4E-89B7-69D3E5C3276A}"/>
                    </a:ext>
                  </a:extLst>
                </p:cNvPr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0" name="Google Shape;5204;p47">
                  <a:extLst>
                    <a:ext uri="{FF2B5EF4-FFF2-40B4-BE49-F238E27FC236}">
                      <a16:creationId xmlns:a16="http://schemas.microsoft.com/office/drawing/2014/main" id="{D6619695-9883-554A-90AC-173FCD721594}"/>
                    </a:ext>
                  </a:extLst>
                </p:cNvPr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1" name="Google Shape;5205;p47">
                  <a:extLst>
                    <a:ext uri="{FF2B5EF4-FFF2-40B4-BE49-F238E27FC236}">
                      <a16:creationId xmlns:a16="http://schemas.microsoft.com/office/drawing/2014/main" id="{BF0F63DE-2D1F-49B7-3060-553C70CAACA6}"/>
                    </a:ext>
                  </a:extLst>
                </p:cNvPr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2" name="Google Shape;5206;p47">
                  <a:extLst>
                    <a:ext uri="{FF2B5EF4-FFF2-40B4-BE49-F238E27FC236}">
                      <a16:creationId xmlns:a16="http://schemas.microsoft.com/office/drawing/2014/main" id="{668A1D28-CB3C-243D-C8C0-AB33325B3088}"/>
                    </a:ext>
                  </a:extLst>
                </p:cNvPr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3" name="Google Shape;5207;p47">
                  <a:extLst>
                    <a:ext uri="{FF2B5EF4-FFF2-40B4-BE49-F238E27FC236}">
                      <a16:creationId xmlns:a16="http://schemas.microsoft.com/office/drawing/2014/main" id="{7ADC88B6-4DDE-1A95-5B5B-0BBE189B4A2A}"/>
                    </a:ext>
                  </a:extLst>
                </p:cNvPr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4" name="Google Shape;5208;p47">
                  <a:extLst>
                    <a:ext uri="{FF2B5EF4-FFF2-40B4-BE49-F238E27FC236}">
                      <a16:creationId xmlns:a16="http://schemas.microsoft.com/office/drawing/2014/main" id="{55960C8D-F603-2997-1D7D-5D8B98E72AED}"/>
                    </a:ext>
                  </a:extLst>
                </p:cNvPr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5" name="Google Shape;5209;p47">
                  <a:extLst>
                    <a:ext uri="{FF2B5EF4-FFF2-40B4-BE49-F238E27FC236}">
                      <a16:creationId xmlns:a16="http://schemas.microsoft.com/office/drawing/2014/main" id="{32E07F36-D10E-F75D-5F37-A167DBE74888}"/>
                    </a:ext>
                  </a:extLst>
                </p:cNvPr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6" name="Google Shape;5210;p47">
                  <a:extLst>
                    <a:ext uri="{FF2B5EF4-FFF2-40B4-BE49-F238E27FC236}">
                      <a16:creationId xmlns:a16="http://schemas.microsoft.com/office/drawing/2014/main" id="{2438D04E-C4AD-F7FB-5667-DF550878982D}"/>
                    </a:ext>
                  </a:extLst>
                </p:cNvPr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7" name="Google Shape;5211;p47">
                  <a:extLst>
                    <a:ext uri="{FF2B5EF4-FFF2-40B4-BE49-F238E27FC236}">
                      <a16:creationId xmlns:a16="http://schemas.microsoft.com/office/drawing/2014/main" id="{2A0C1965-51A4-C2A9-7E04-9AD1AF5F72D1}"/>
                    </a:ext>
                  </a:extLst>
                </p:cNvPr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8" name="Google Shape;5212;p47">
                  <a:extLst>
                    <a:ext uri="{FF2B5EF4-FFF2-40B4-BE49-F238E27FC236}">
                      <a16:creationId xmlns:a16="http://schemas.microsoft.com/office/drawing/2014/main" id="{A40E1381-A333-FE96-6FEC-75A7ED9E63F2}"/>
                    </a:ext>
                  </a:extLst>
                </p:cNvPr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59" name="Google Shape;5213;p47">
                  <a:extLst>
                    <a:ext uri="{FF2B5EF4-FFF2-40B4-BE49-F238E27FC236}">
                      <a16:creationId xmlns:a16="http://schemas.microsoft.com/office/drawing/2014/main" id="{E14970D0-D3F1-AF63-94AB-5ACE785984EF}"/>
                    </a:ext>
                  </a:extLst>
                </p:cNvPr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0" name="Google Shape;5214;p47">
                  <a:extLst>
                    <a:ext uri="{FF2B5EF4-FFF2-40B4-BE49-F238E27FC236}">
                      <a16:creationId xmlns:a16="http://schemas.microsoft.com/office/drawing/2014/main" id="{74BEF8B4-B86E-7F7E-8811-F3AEE9253376}"/>
                    </a:ext>
                  </a:extLst>
                </p:cNvPr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1" name="Google Shape;5215;p47">
                  <a:extLst>
                    <a:ext uri="{FF2B5EF4-FFF2-40B4-BE49-F238E27FC236}">
                      <a16:creationId xmlns:a16="http://schemas.microsoft.com/office/drawing/2014/main" id="{BF1CC9FF-6275-9F0F-6522-87016F76109B}"/>
                    </a:ext>
                  </a:extLst>
                </p:cNvPr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2" name="Google Shape;5216;p47">
                  <a:extLst>
                    <a:ext uri="{FF2B5EF4-FFF2-40B4-BE49-F238E27FC236}">
                      <a16:creationId xmlns:a16="http://schemas.microsoft.com/office/drawing/2014/main" id="{38393874-1CE3-D96B-5858-82E3AD504729}"/>
                    </a:ext>
                  </a:extLst>
                </p:cNvPr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3" name="Google Shape;5217;p47">
                  <a:extLst>
                    <a:ext uri="{FF2B5EF4-FFF2-40B4-BE49-F238E27FC236}">
                      <a16:creationId xmlns:a16="http://schemas.microsoft.com/office/drawing/2014/main" id="{3ACE9BBD-3B8C-F9A5-29D8-6DD87F216D89}"/>
                    </a:ext>
                  </a:extLst>
                </p:cNvPr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4" name="Google Shape;5218;p47">
                  <a:extLst>
                    <a:ext uri="{FF2B5EF4-FFF2-40B4-BE49-F238E27FC236}">
                      <a16:creationId xmlns:a16="http://schemas.microsoft.com/office/drawing/2014/main" id="{A91E72FB-BD08-6259-27C7-9B77B976E54B}"/>
                    </a:ext>
                  </a:extLst>
                </p:cNvPr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5" name="Google Shape;5219;p47">
                  <a:extLst>
                    <a:ext uri="{FF2B5EF4-FFF2-40B4-BE49-F238E27FC236}">
                      <a16:creationId xmlns:a16="http://schemas.microsoft.com/office/drawing/2014/main" id="{B3F588E7-74F7-4D7C-3CBA-5733E9BBA054}"/>
                    </a:ext>
                  </a:extLst>
                </p:cNvPr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6" name="Google Shape;5220;p47">
                  <a:extLst>
                    <a:ext uri="{FF2B5EF4-FFF2-40B4-BE49-F238E27FC236}">
                      <a16:creationId xmlns:a16="http://schemas.microsoft.com/office/drawing/2014/main" id="{3A5B48EF-5D1C-079F-30A4-21E979EA8A5A}"/>
                    </a:ext>
                  </a:extLst>
                </p:cNvPr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7" name="Google Shape;5221;p47">
                  <a:extLst>
                    <a:ext uri="{FF2B5EF4-FFF2-40B4-BE49-F238E27FC236}">
                      <a16:creationId xmlns:a16="http://schemas.microsoft.com/office/drawing/2014/main" id="{0E78F893-AD44-53A5-5656-D0F3D86CA2C3}"/>
                    </a:ext>
                  </a:extLst>
                </p:cNvPr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8" name="Google Shape;5222;p47">
                  <a:extLst>
                    <a:ext uri="{FF2B5EF4-FFF2-40B4-BE49-F238E27FC236}">
                      <a16:creationId xmlns:a16="http://schemas.microsoft.com/office/drawing/2014/main" id="{BD59BE97-D9D2-A22B-8C11-DF6E9A177438}"/>
                    </a:ext>
                  </a:extLst>
                </p:cNvPr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69" name="Google Shape;5223;p47">
                  <a:extLst>
                    <a:ext uri="{FF2B5EF4-FFF2-40B4-BE49-F238E27FC236}">
                      <a16:creationId xmlns:a16="http://schemas.microsoft.com/office/drawing/2014/main" id="{0E5C6745-3383-4C63-575B-0184A0FD9EE2}"/>
                    </a:ext>
                  </a:extLst>
                </p:cNvPr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0" name="Google Shape;5224;p47">
                  <a:extLst>
                    <a:ext uri="{FF2B5EF4-FFF2-40B4-BE49-F238E27FC236}">
                      <a16:creationId xmlns:a16="http://schemas.microsoft.com/office/drawing/2014/main" id="{0A4C9917-FB3A-338D-111E-AA8D23974D63}"/>
                    </a:ext>
                  </a:extLst>
                </p:cNvPr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1" name="Google Shape;5225;p47">
                  <a:extLst>
                    <a:ext uri="{FF2B5EF4-FFF2-40B4-BE49-F238E27FC236}">
                      <a16:creationId xmlns:a16="http://schemas.microsoft.com/office/drawing/2014/main" id="{05A5A676-27CB-9886-AB6B-EB4C176137A4}"/>
                    </a:ext>
                  </a:extLst>
                </p:cNvPr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2" name="Google Shape;5226;p47">
                  <a:extLst>
                    <a:ext uri="{FF2B5EF4-FFF2-40B4-BE49-F238E27FC236}">
                      <a16:creationId xmlns:a16="http://schemas.microsoft.com/office/drawing/2014/main" id="{D54F8747-E3E7-75C6-E6D9-84CEEF8C4387}"/>
                    </a:ext>
                  </a:extLst>
                </p:cNvPr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3" name="Google Shape;5227;p47">
                  <a:extLst>
                    <a:ext uri="{FF2B5EF4-FFF2-40B4-BE49-F238E27FC236}">
                      <a16:creationId xmlns:a16="http://schemas.microsoft.com/office/drawing/2014/main" id="{B11F4DA5-6F2F-A429-19F6-D8B67DE47E2C}"/>
                    </a:ext>
                  </a:extLst>
                </p:cNvPr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4" name="Google Shape;5228;p47">
                  <a:extLst>
                    <a:ext uri="{FF2B5EF4-FFF2-40B4-BE49-F238E27FC236}">
                      <a16:creationId xmlns:a16="http://schemas.microsoft.com/office/drawing/2014/main" id="{89828EF5-4AA0-C81C-4593-7428E0BACF4F}"/>
                    </a:ext>
                  </a:extLst>
                </p:cNvPr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5" name="Google Shape;5229;p47">
                  <a:extLst>
                    <a:ext uri="{FF2B5EF4-FFF2-40B4-BE49-F238E27FC236}">
                      <a16:creationId xmlns:a16="http://schemas.microsoft.com/office/drawing/2014/main" id="{F160A730-9627-1F4E-DC2A-DEF37071E2A0}"/>
                    </a:ext>
                  </a:extLst>
                </p:cNvPr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6" name="Google Shape;5230;p47">
                  <a:extLst>
                    <a:ext uri="{FF2B5EF4-FFF2-40B4-BE49-F238E27FC236}">
                      <a16:creationId xmlns:a16="http://schemas.microsoft.com/office/drawing/2014/main" id="{068D7304-5375-821B-E854-BBB78AF045DC}"/>
                    </a:ext>
                  </a:extLst>
                </p:cNvPr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7" name="Google Shape;5231;p47">
                  <a:extLst>
                    <a:ext uri="{FF2B5EF4-FFF2-40B4-BE49-F238E27FC236}">
                      <a16:creationId xmlns:a16="http://schemas.microsoft.com/office/drawing/2014/main" id="{6D23514A-9834-27D6-51EC-BE3B0F01D985}"/>
                    </a:ext>
                  </a:extLst>
                </p:cNvPr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8" name="Google Shape;5232;p47">
                  <a:extLst>
                    <a:ext uri="{FF2B5EF4-FFF2-40B4-BE49-F238E27FC236}">
                      <a16:creationId xmlns:a16="http://schemas.microsoft.com/office/drawing/2014/main" id="{F80D023D-86DD-0865-A3D4-60F12227AD95}"/>
                    </a:ext>
                  </a:extLst>
                </p:cNvPr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79" name="Google Shape;5233;p47">
                  <a:extLst>
                    <a:ext uri="{FF2B5EF4-FFF2-40B4-BE49-F238E27FC236}">
                      <a16:creationId xmlns:a16="http://schemas.microsoft.com/office/drawing/2014/main" id="{8FC69503-4F8A-045E-34E7-5411FA29B734}"/>
                    </a:ext>
                  </a:extLst>
                </p:cNvPr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0" name="Google Shape;5234;p47">
                  <a:extLst>
                    <a:ext uri="{FF2B5EF4-FFF2-40B4-BE49-F238E27FC236}">
                      <a16:creationId xmlns:a16="http://schemas.microsoft.com/office/drawing/2014/main" id="{E473B83B-5678-D039-2D91-FFB5360BC256}"/>
                    </a:ext>
                  </a:extLst>
                </p:cNvPr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1" name="Google Shape;5235;p47">
                  <a:extLst>
                    <a:ext uri="{FF2B5EF4-FFF2-40B4-BE49-F238E27FC236}">
                      <a16:creationId xmlns:a16="http://schemas.microsoft.com/office/drawing/2014/main" id="{5D69CB0E-3B5C-6F84-68C5-425B59B51AE0}"/>
                    </a:ext>
                  </a:extLst>
                </p:cNvPr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2" name="Google Shape;5236;p47">
                  <a:extLst>
                    <a:ext uri="{FF2B5EF4-FFF2-40B4-BE49-F238E27FC236}">
                      <a16:creationId xmlns:a16="http://schemas.microsoft.com/office/drawing/2014/main" id="{F3D36795-035F-79FC-75AA-62F749DF88A4}"/>
                    </a:ext>
                  </a:extLst>
                </p:cNvPr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3" name="Google Shape;5237;p47">
                  <a:extLst>
                    <a:ext uri="{FF2B5EF4-FFF2-40B4-BE49-F238E27FC236}">
                      <a16:creationId xmlns:a16="http://schemas.microsoft.com/office/drawing/2014/main" id="{3369EF87-B05B-EE31-C19C-F0A3756CC18A}"/>
                    </a:ext>
                  </a:extLst>
                </p:cNvPr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4" name="Google Shape;5238;p47">
                  <a:extLst>
                    <a:ext uri="{FF2B5EF4-FFF2-40B4-BE49-F238E27FC236}">
                      <a16:creationId xmlns:a16="http://schemas.microsoft.com/office/drawing/2014/main" id="{556AD10A-3A62-9DF4-B656-3022F3DFD6E6}"/>
                    </a:ext>
                  </a:extLst>
                </p:cNvPr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5" name="Google Shape;5239;p47">
                  <a:extLst>
                    <a:ext uri="{FF2B5EF4-FFF2-40B4-BE49-F238E27FC236}">
                      <a16:creationId xmlns:a16="http://schemas.microsoft.com/office/drawing/2014/main" id="{6F51F7A4-C852-4111-B8BB-90C2CFD6E91D}"/>
                    </a:ext>
                  </a:extLst>
                </p:cNvPr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6" name="Google Shape;5240;p47">
                  <a:extLst>
                    <a:ext uri="{FF2B5EF4-FFF2-40B4-BE49-F238E27FC236}">
                      <a16:creationId xmlns:a16="http://schemas.microsoft.com/office/drawing/2014/main" id="{BB926417-A1B9-31BC-FEDE-D9E263F8334A}"/>
                    </a:ext>
                  </a:extLst>
                </p:cNvPr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7" name="Google Shape;5241;p47">
                  <a:extLst>
                    <a:ext uri="{FF2B5EF4-FFF2-40B4-BE49-F238E27FC236}">
                      <a16:creationId xmlns:a16="http://schemas.microsoft.com/office/drawing/2014/main" id="{D3C6D0C4-04FC-0929-F174-412FE0BFF812}"/>
                    </a:ext>
                  </a:extLst>
                </p:cNvPr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8" name="Google Shape;5242;p47">
                  <a:extLst>
                    <a:ext uri="{FF2B5EF4-FFF2-40B4-BE49-F238E27FC236}">
                      <a16:creationId xmlns:a16="http://schemas.microsoft.com/office/drawing/2014/main" id="{CFAB1949-2A8D-8194-B6CD-8967D1E0E0D7}"/>
                    </a:ext>
                  </a:extLst>
                </p:cNvPr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9" name="Google Shape;5243;p47">
                  <a:extLst>
                    <a:ext uri="{FF2B5EF4-FFF2-40B4-BE49-F238E27FC236}">
                      <a16:creationId xmlns:a16="http://schemas.microsoft.com/office/drawing/2014/main" id="{DBCF8B76-8756-7BEE-3094-262BE28B8268}"/>
                    </a:ext>
                  </a:extLst>
                </p:cNvPr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0" name="Google Shape;5244;p47">
                  <a:extLst>
                    <a:ext uri="{FF2B5EF4-FFF2-40B4-BE49-F238E27FC236}">
                      <a16:creationId xmlns:a16="http://schemas.microsoft.com/office/drawing/2014/main" id="{CB51F99D-716F-BCBA-BDAC-7B5423D31F98}"/>
                    </a:ext>
                  </a:extLst>
                </p:cNvPr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1" name="Google Shape;5245;p47">
                  <a:extLst>
                    <a:ext uri="{FF2B5EF4-FFF2-40B4-BE49-F238E27FC236}">
                      <a16:creationId xmlns:a16="http://schemas.microsoft.com/office/drawing/2014/main" id="{08D8DEAC-2783-A89B-F3E6-E126A09F6208}"/>
                    </a:ext>
                  </a:extLst>
                </p:cNvPr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2" name="Google Shape;5246;p47">
                  <a:extLst>
                    <a:ext uri="{FF2B5EF4-FFF2-40B4-BE49-F238E27FC236}">
                      <a16:creationId xmlns:a16="http://schemas.microsoft.com/office/drawing/2014/main" id="{5324FCC2-1772-6614-2EF9-5AA8EF2D562C}"/>
                    </a:ext>
                  </a:extLst>
                </p:cNvPr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3" name="Google Shape;5247;p47">
                  <a:extLst>
                    <a:ext uri="{FF2B5EF4-FFF2-40B4-BE49-F238E27FC236}">
                      <a16:creationId xmlns:a16="http://schemas.microsoft.com/office/drawing/2014/main" id="{7E44B1A8-7AF7-831C-4260-97AF71ACAF07}"/>
                    </a:ext>
                  </a:extLst>
                </p:cNvPr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4" name="Google Shape;5248;p47">
                  <a:extLst>
                    <a:ext uri="{FF2B5EF4-FFF2-40B4-BE49-F238E27FC236}">
                      <a16:creationId xmlns:a16="http://schemas.microsoft.com/office/drawing/2014/main" id="{4DC2E4CA-2ED4-1B9E-00DE-C46CD5FE691C}"/>
                    </a:ext>
                  </a:extLst>
                </p:cNvPr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5" name="Google Shape;5249;p47">
                  <a:extLst>
                    <a:ext uri="{FF2B5EF4-FFF2-40B4-BE49-F238E27FC236}">
                      <a16:creationId xmlns:a16="http://schemas.microsoft.com/office/drawing/2014/main" id="{73A1CE07-11CA-5B0C-BE33-86DD8D2E4915}"/>
                    </a:ext>
                  </a:extLst>
                </p:cNvPr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6" name="Google Shape;5250;p47">
                  <a:extLst>
                    <a:ext uri="{FF2B5EF4-FFF2-40B4-BE49-F238E27FC236}">
                      <a16:creationId xmlns:a16="http://schemas.microsoft.com/office/drawing/2014/main" id="{A8095B4B-BC6B-B0CC-0B92-221905543242}"/>
                    </a:ext>
                  </a:extLst>
                </p:cNvPr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7" name="Google Shape;5251;p47">
                  <a:extLst>
                    <a:ext uri="{FF2B5EF4-FFF2-40B4-BE49-F238E27FC236}">
                      <a16:creationId xmlns:a16="http://schemas.microsoft.com/office/drawing/2014/main" id="{09F3C2FE-9CC8-700B-7E2D-1EB043634774}"/>
                    </a:ext>
                  </a:extLst>
                </p:cNvPr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8" name="Google Shape;5252;p47">
                  <a:extLst>
                    <a:ext uri="{FF2B5EF4-FFF2-40B4-BE49-F238E27FC236}">
                      <a16:creationId xmlns:a16="http://schemas.microsoft.com/office/drawing/2014/main" id="{85D9210A-58FA-2577-ED84-3A7AC3C8612E}"/>
                    </a:ext>
                  </a:extLst>
                </p:cNvPr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9" name="Google Shape;5253;p47">
                  <a:extLst>
                    <a:ext uri="{FF2B5EF4-FFF2-40B4-BE49-F238E27FC236}">
                      <a16:creationId xmlns:a16="http://schemas.microsoft.com/office/drawing/2014/main" id="{1BC51E82-0343-CA91-25EA-1A3518E83CD3}"/>
                    </a:ext>
                  </a:extLst>
                </p:cNvPr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0" name="Google Shape;5254;p47">
                  <a:extLst>
                    <a:ext uri="{FF2B5EF4-FFF2-40B4-BE49-F238E27FC236}">
                      <a16:creationId xmlns:a16="http://schemas.microsoft.com/office/drawing/2014/main" id="{2844B969-FF7E-86F1-0C7B-EB70C714D82F}"/>
                    </a:ext>
                  </a:extLst>
                </p:cNvPr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1" name="Google Shape;5255;p47">
                  <a:extLst>
                    <a:ext uri="{FF2B5EF4-FFF2-40B4-BE49-F238E27FC236}">
                      <a16:creationId xmlns:a16="http://schemas.microsoft.com/office/drawing/2014/main" id="{4B4870E7-AADD-99ED-8525-BDEAFE8574E3}"/>
                    </a:ext>
                  </a:extLst>
                </p:cNvPr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2" name="Google Shape;5256;p47">
                  <a:extLst>
                    <a:ext uri="{FF2B5EF4-FFF2-40B4-BE49-F238E27FC236}">
                      <a16:creationId xmlns:a16="http://schemas.microsoft.com/office/drawing/2014/main" id="{4CADC430-E929-ED3E-8963-124094428914}"/>
                    </a:ext>
                  </a:extLst>
                </p:cNvPr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3" name="Google Shape;5257;p47">
                  <a:extLst>
                    <a:ext uri="{FF2B5EF4-FFF2-40B4-BE49-F238E27FC236}">
                      <a16:creationId xmlns:a16="http://schemas.microsoft.com/office/drawing/2014/main" id="{8EEB5CD8-BD58-F3D7-BF1B-E7600249466D}"/>
                    </a:ext>
                  </a:extLst>
                </p:cNvPr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4" name="Google Shape;5258;p47">
                  <a:extLst>
                    <a:ext uri="{FF2B5EF4-FFF2-40B4-BE49-F238E27FC236}">
                      <a16:creationId xmlns:a16="http://schemas.microsoft.com/office/drawing/2014/main" id="{1EA715AB-343F-3135-9935-0867112EDD37}"/>
                    </a:ext>
                  </a:extLst>
                </p:cNvPr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5" name="Google Shape;5259;p47">
                  <a:extLst>
                    <a:ext uri="{FF2B5EF4-FFF2-40B4-BE49-F238E27FC236}">
                      <a16:creationId xmlns:a16="http://schemas.microsoft.com/office/drawing/2014/main" id="{6CA64D21-B708-D91C-9CF6-AF96AE1E5E3D}"/>
                    </a:ext>
                  </a:extLst>
                </p:cNvPr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6" name="Google Shape;5260;p47">
                  <a:extLst>
                    <a:ext uri="{FF2B5EF4-FFF2-40B4-BE49-F238E27FC236}">
                      <a16:creationId xmlns:a16="http://schemas.microsoft.com/office/drawing/2014/main" id="{94E51DFF-018A-6F1C-C6D3-A4557DD73A7C}"/>
                    </a:ext>
                  </a:extLst>
                </p:cNvPr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7" name="Google Shape;5261;p47">
                  <a:extLst>
                    <a:ext uri="{FF2B5EF4-FFF2-40B4-BE49-F238E27FC236}">
                      <a16:creationId xmlns:a16="http://schemas.microsoft.com/office/drawing/2014/main" id="{FC33BF30-7DE6-6C84-717C-758C8867EA44}"/>
                    </a:ext>
                  </a:extLst>
                </p:cNvPr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8" name="Google Shape;5262;p47">
                  <a:extLst>
                    <a:ext uri="{FF2B5EF4-FFF2-40B4-BE49-F238E27FC236}">
                      <a16:creationId xmlns:a16="http://schemas.microsoft.com/office/drawing/2014/main" id="{8C27A1F5-E21A-3E4D-DD3B-D0131CF6A07B}"/>
                    </a:ext>
                  </a:extLst>
                </p:cNvPr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9" name="Google Shape;5263;p47">
                  <a:extLst>
                    <a:ext uri="{FF2B5EF4-FFF2-40B4-BE49-F238E27FC236}">
                      <a16:creationId xmlns:a16="http://schemas.microsoft.com/office/drawing/2014/main" id="{2FDB4A8D-07DF-40FF-3823-4A639A4A50D5}"/>
                    </a:ext>
                  </a:extLst>
                </p:cNvPr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0" name="Google Shape;5264;p47">
                  <a:extLst>
                    <a:ext uri="{FF2B5EF4-FFF2-40B4-BE49-F238E27FC236}">
                      <a16:creationId xmlns:a16="http://schemas.microsoft.com/office/drawing/2014/main" id="{5395B157-C10F-2121-C4EB-15AEAA69AB00}"/>
                    </a:ext>
                  </a:extLst>
                </p:cNvPr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1" name="Google Shape;5265;p47">
                  <a:extLst>
                    <a:ext uri="{FF2B5EF4-FFF2-40B4-BE49-F238E27FC236}">
                      <a16:creationId xmlns:a16="http://schemas.microsoft.com/office/drawing/2014/main" id="{053F880A-F529-2FFB-8D9B-B7BB6DE6CB30}"/>
                    </a:ext>
                  </a:extLst>
                </p:cNvPr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2" name="Google Shape;5266;p47">
                  <a:extLst>
                    <a:ext uri="{FF2B5EF4-FFF2-40B4-BE49-F238E27FC236}">
                      <a16:creationId xmlns:a16="http://schemas.microsoft.com/office/drawing/2014/main" id="{466B9476-E44D-A691-B3C5-BAC982B5860D}"/>
                    </a:ext>
                  </a:extLst>
                </p:cNvPr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3" name="Google Shape;5267;p47">
                  <a:extLst>
                    <a:ext uri="{FF2B5EF4-FFF2-40B4-BE49-F238E27FC236}">
                      <a16:creationId xmlns:a16="http://schemas.microsoft.com/office/drawing/2014/main" id="{B96F4D93-7B29-7B7D-EBC7-39D6D23333DD}"/>
                    </a:ext>
                  </a:extLst>
                </p:cNvPr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4" name="Google Shape;5268;p47">
                  <a:extLst>
                    <a:ext uri="{FF2B5EF4-FFF2-40B4-BE49-F238E27FC236}">
                      <a16:creationId xmlns:a16="http://schemas.microsoft.com/office/drawing/2014/main" id="{DEC18618-BBB6-883E-7490-5B409B129A5B}"/>
                    </a:ext>
                  </a:extLst>
                </p:cNvPr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5" name="Google Shape;5269;p47">
                  <a:extLst>
                    <a:ext uri="{FF2B5EF4-FFF2-40B4-BE49-F238E27FC236}">
                      <a16:creationId xmlns:a16="http://schemas.microsoft.com/office/drawing/2014/main" id="{2507763B-0768-EAD2-93B5-0AEEF569FEC0}"/>
                    </a:ext>
                  </a:extLst>
                </p:cNvPr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6" name="Google Shape;5270;p47">
                  <a:extLst>
                    <a:ext uri="{FF2B5EF4-FFF2-40B4-BE49-F238E27FC236}">
                      <a16:creationId xmlns:a16="http://schemas.microsoft.com/office/drawing/2014/main" id="{71F216B0-A1C7-A04D-84C4-926FE24B7398}"/>
                    </a:ext>
                  </a:extLst>
                </p:cNvPr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7" name="Google Shape;5271;p47">
                  <a:extLst>
                    <a:ext uri="{FF2B5EF4-FFF2-40B4-BE49-F238E27FC236}">
                      <a16:creationId xmlns:a16="http://schemas.microsoft.com/office/drawing/2014/main" id="{91427C44-6ABB-BA84-7ADA-BB00C4B39097}"/>
                    </a:ext>
                  </a:extLst>
                </p:cNvPr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8" name="Google Shape;5272;p47">
                  <a:extLst>
                    <a:ext uri="{FF2B5EF4-FFF2-40B4-BE49-F238E27FC236}">
                      <a16:creationId xmlns:a16="http://schemas.microsoft.com/office/drawing/2014/main" id="{35B236F8-1A72-41B0-65B1-BBBBDC3107A9}"/>
                    </a:ext>
                  </a:extLst>
                </p:cNvPr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19" name="Google Shape;5273;p47">
                  <a:extLst>
                    <a:ext uri="{FF2B5EF4-FFF2-40B4-BE49-F238E27FC236}">
                      <a16:creationId xmlns:a16="http://schemas.microsoft.com/office/drawing/2014/main" id="{AB669C0D-7325-FF16-90A1-4FAC4750D6BB}"/>
                    </a:ext>
                  </a:extLst>
                </p:cNvPr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0" name="Google Shape;5274;p47">
                  <a:extLst>
                    <a:ext uri="{FF2B5EF4-FFF2-40B4-BE49-F238E27FC236}">
                      <a16:creationId xmlns:a16="http://schemas.microsoft.com/office/drawing/2014/main" id="{B6EB1C6A-A383-3D1D-3E31-94FFF60205AC}"/>
                    </a:ext>
                  </a:extLst>
                </p:cNvPr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1" name="Google Shape;5275;p47">
                  <a:extLst>
                    <a:ext uri="{FF2B5EF4-FFF2-40B4-BE49-F238E27FC236}">
                      <a16:creationId xmlns:a16="http://schemas.microsoft.com/office/drawing/2014/main" id="{533C78A7-CC04-A863-6109-93039BD7D125}"/>
                    </a:ext>
                  </a:extLst>
                </p:cNvPr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2" name="Google Shape;5276;p47">
                  <a:extLst>
                    <a:ext uri="{FF2B5EF4-FFF2-40B4-BE49-F238E27FC236}">
                      <a16:creationId xmlns:a16="http://schemas.microsoft.com/office/drawing/2014/main" id="{ADEF76FC-C738-F272-21B4-039C8D2D2595}"/>
                    </a:ext>
                  </a:extLst>
                </p:cNvPr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3" name="Google Shape;5277;p47">
                  <a:extLst>
                    <a:ext uri="{FF2B5EF4-FFF2-40B4-BE49-F238E27FC236}">
                      <a16:creationId xmlns:a16="http://schemas.microsoft.com/office/drawing/2014/main" id="{4915D0F2-7786-D3DB-6A3F-4EB29FD0567E}"/>
                    </a:ext>
                  </a:extLst>
                </p:cNvPr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4" name="Google Shape;5278;p47">
                  <a:extLst>
                    <a:ext uri="{FF2B5EF4-FFF2-40B4-BE49-F238E27FC236}">
                      <a16:creationId xmlns:a16="http://schemas.microsoft.com/office/drawing/2014/main" id="{5EEA664A-BE60-680A-FFC3-4F53969E39DB}"/>
                    </a:ext>
                  </a:extLst>
                </p:cNvPr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5" name="Google Shape;5279;p47">
                  <a:extLst>
                    <a:ext uri="{FF2B5EF4-FFF2-40B4-BE49-F238E27FC236}">
                      <a16:creationId xmlns:a16="http://schemas.microsoft.com/office/drawing/2014/main" id="{4E22F564-B5D6-2F2D-67DA-93979C6180B6}"/>
                    </a:ext>
                  </a:extLst>
                </p:cNvPr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6" name="Google Shape;5280;p47">
                  <a:extLst>
                    <a:ext uri="{FF2B5EF4-FFF2-40B4-BE49-F238E27FC236}">
                      <a16:creationId xmlns:a16="http://schemas.microsoft.com/office/drawing/2014/main" id="{107AAAB4-5040-FA6D-9A47-7277C7297E48}"/>
                    </a:ext>
                  </a:extLst>
                </p:cNvPr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7" name="Google Shape;5281;p47">
                  <a:extLst>
                    <a:ext uri="{FF2B5EF4-FFF2-40B4-BE49-F238E27FC236}">
                      <a16:creationId xmlns:a16="http://schemas.microsoft.com/office/drawing/2014/main" id="{2CB12EFD-2FC9-0BB6-AB71-67CBBDC893EE}"/>
                    </a:ext>
                  </a:extLst>
                </p:cNvPr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8" name="Google Shape;5282;p47">
                  <a:extLst>
                    <a:ext uri="{FF2B5EF4-FFF2-40B4-BE49-F238E27FC236}">
                      <a16:creationId xmlns:a16="http://schemas.microsoft.com/office/drawing/2014/main" id="{2134F20A-1291-465D-C1CA-23B08F5F3102}"/>
                    </a:ext>
                  </a:extLst>
                </p:cNvPr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29" name="Google Shape;5283;p47">
                  <a:extLst>
                    <a:ext uri="{FF2B5EF4-FFF2-40B4-BE49-F238E27FC236}">
                      <a16:creationId xmlns:a16="http://schemas.microsoft.com/office/drawing/2014/main" id="{B867BA4E-B23A-534D-F3FB-F3E45EFF28C8}"/>
                    </a:ext>
                  </a:extLst>
                </p:cNvPr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0" name="Google Shape;5284;p47">
                  <a:extLst>
                    <a:ext uri="{FF2B5EF4-FFF2-40B4-BE49-F238E27FC236}">
                      <a16:creationId xmlns:a16="http://schemas.microsoft.com/office/drawing/2014/main" id="{725A310E-3AFD-1D32-894B-E1B5ED6A01DE}"/>
                    </a:ext>
                  </a:extLst>
                </p:cNvPr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1" name="Google Shape;5285;p47">
                  <a:extLst>
                    <a:ext uri="{FF2B5EF4-FFF2-40B4-BE49-F238E27FC236}">
                      <a16:creationId xmlns:a16="http://schemas.microsoft.com/office/drawing/2014/main" id="{551A5713-755F-579A-498C-B5CE578BE473}"/>
                    </a:ext>
                  </a:extLst>
                </p:cNvPr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2" name="Google Shape;5286;p47">
                  <a:extLst>
                    <a:ext uri="{FF2B5EF4-FFF2-40B4-BE49-F238E27FC236}">
                      <a16:creationId xmlns:a16="http://schemas.microsoft.com/office/drawing/2014/main" id="{22B028A2-9061-88BE-1E3D-79846A14C798}"/>
                    </a:ext>
                  </a:extLst>
                </p:cNvPr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3" name="Google Shape;5287;p47">
                  <a:extLst>
                    <a:ext uri="{FF2B5EF4-FFF2-40B4-BE49-F238E27FC236}">
                      <a16:creationId xmlns:a16="http://schemas.microsoft.com/office/drawing/2014/main" id="{2A34AEA2-6722-1B98-880C-BB29B18A918B}"/>
                    </a:ext>
                  </a:extLst>
                </p:cNvPr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4" name="Google Shape;5288;p47">
                  <a:extLst>
                    <a:ext uri="{FF2B5EF4-FFF2-40B4-BE49-F238E27FC236}">
                      <a16:creationId xmlns:a16="http://schemas.microsoft.com/office/drawing/2014/main" id="{5EED71E5-4246-77CE-4FAB-77A234DED15E}"/>
                    </a:ext>
                  </a:extLst>
                </p:cNvPr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5" name="Google Shape;5289;p47">
                  <a:extLst>
                    <a:ext uri="{FF2B5EF4-FFF2-40B4-BE49-F238E27FC236}">
                      <a16:creationId xmlns:a16="http://schemas.microsoft.com/office/drawing/2014/main" id="{FBEAA167-C4F4-7ECF-A42A-D9D5EBD3C271}"/>
                    </a:ext>
                  </a:extLst>
                </p:cNvPr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6" name="Google Shape;5290;p47">
                  <a:extLst>
                    <a:ext uri="{FF2B5EF4-FFF2-40B4-BE49-F238E27FC236}">
                      <a16:creationId xmlns:a16="http://schemas.microsoft.com/office/drawing/2014/main" id="{6A01C306-E3B4-7086-4A89-85997C82B099}"/>
                    </a:ext>
                  </a:extLst>
                </p:cNvPr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7" name="Google Shape;5291;p47">
                  <a:extLst>
                    <a:ext uri="{FF2B5EF4-FFF2-40B4-BE49-F238E27FC236}">
                      <a16:creationId xmlns:a16="http://schemas.microsoft.com/office/drawing/2014/main" id="{C92CCF1E-845E-0D14-9A80-2BDBF89EB11D}"/>
                    </a:ext>
                  </a:extLst>
                </p:cNvPr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8" name="Google Shape;5292;p47">
                  <a:extLst>
                    <a:ext uri="{FF2B5EF4-FFF2-40B4-BE49-F238E27FC236}">
                      <a16:creationId xmlns:a16="http://schemas.microsoft.com/office/drawing/2014/main" id="{9348064E-8CE8-4E13-8BCC-CBC8E759F9C9}"/>
                    </a:ext>
                  </a:extLst>
                </p:cNvPr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39" name="Google Shape;5293;p47">
                  <a:extLst>
                    <a:ext uri="{FF2B5EF4-FFF2-40B4-BE49-F238E27FC236}">
                      <a16:creationId xmlns:a16="http://schemas.microsoft.com/office/drawing/2014/main" id="{C8C29EA2-7447-17CB-6664-AC9FDB95F519}"/>
                    </a:ext>
                  </a:extLst>
                </p:cNvPr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0" name="Google Shape;5294;p47">
                  <a:extLst>
                    <a:ext uri="{FF2B5EF4-FFF2-40B4-BE49-F238E27FC236}">
                      <a16:creationId xmlns:a16="http://schemas.microsoft.com/office/drawing/2014/main" id="{1931E8C9-1E0E-834B-EEE6-F14CBE3923E1}"/>
                    </a:ext>
                  </a:extLst>
                </p:cNvPr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1" name="Google Shape;5295;p47">
                  <a:extLst>
                    <a:ext uri="{FF2B5EF4-FFF2-40B4-BE49-F238E27FC236}">
                      <a16:creationId xmlns:a16="http://schemas.microsoft.com/office/drawing/2014/main" id="{A4EECAB3-A1B7-62AC-1D19-E798A7AFE235}"/>
                    </a:ext>
                  </a:extLst>
                </p:cNvPr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2" name="Google Shape;5296;p47">
                  <a:extLst>
                    <a:ext uri="{FF2B5EF4-FFF2-40B4-BE49-F238E27FC236}">
                      <a16:creationId xmlns:a16="http://schemas.microsoft.com/office/drawing/2014/main" id="{CBCA5260-7A39-62B8-D538-46AD79A57577}"/>
                    </a:ext>
                  </a:extLst>
                </p:cNvPr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3" name="Google Shape;5297;p47">
                  <a:extLst>
                    <a:ext uri="{FF2B5EF4-FFF2-40B4-BE49-F238E27FC236}">
                      <a16:creationId xmlns:a16="http://schemas.microsoft.com/office/drawing/2014/main" id="{ABCB9745-A942-3B40-1746-5C7E2D46B64F}"/>
                    </a:ext>
                  </a:extLst>
                </p:cNvPr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4" name="Google Shape;5298;p47">
                  <a:extLst>
                    <a:ext uri="{FF2B5EF4-FFF2-40B4-BE49-F238E27FC236}">
                      <a16:creationId xmlns:a16="http://schemas.microsoft.com/office/drawing/2014/main" id="{1AFD8A5A-1674-8453-38FD-67DFC0D33946}"/>
                    </a:ext>
                  </a:extLst>
                </p:cNvPr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5" name="Google Shape;5299;p47">
                  <a:extLst>
                    <a:ext uri="{FF2B5EF4-FFF2-40B4-BE49-F238E27FC236}">
                      <a16:creationId xmlns:a16="http://schemas.microsoft.com/office/drawing/2014/main" id="{0B97A0E4-7565-2961-094E-B84435258EEF}"/>
                    </a:ext>
                  </a:extLst>
                </p:cNvPr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6" name="Google Shape;5300;p47">
                  <a:extLst>
                    <a:ext uri="{FF2B5EF4-FFF2-40B4-BE49-F238E27FC236}">
                      <a16:creationId xmlns:a16="http://schemas.microsoft.com/office/drawing/2014/main" id="{FF73C5D6-3CB0-087F-54B0-59241818523C}"/>
                    </a:ext>
                  </a:extLst>
                </p:cNvPr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7" name="Google Shape;5301;p47">
                  <a:extLst>
                    <a:ext uri="{FF2B5EF4-FFF2-40B4-BE49-F238E27FC236}">
                      <a16:creationId xmlns:a16="http://schemas.microsoft.com/office/drawing/2014/main" id="{AC524832-89C7-CF95-AC12-78B833A59643}"/>
                    </a:ext>
                  </a:extLst>
                </p:cNvPr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8" name="Google Shape;5302;p47">
                  <a:extLst>
                    <a:ext uri="{FF2B5EF4-FFF2-40B4-BE49-F238E27FC236}">
                      <a16:creationId xmlns:a16="http://schemas.microsoft.com/office/drawing/2014/main" id="{764F8D30-BCFB-DFBB-B8AF-2EDFA086229D}"/>
                    </a:ext>
                  </a:extLst>
                </p:cNvPr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9" name="Google Shape;5303;p47">
                  <a:extLst>
                    <a:ext uri="{FF2B5EF4-FFF2-40B4-BE49-F238E27FC236}">
                      <a16:creationId xmlns:a16="http://schemas.microsoft.com/office/drawing/2014/main" id="{FDCB9867-009A-0505-3A61-E26502C16256}"/>
                    </a:ext>
                  </a:extLst>
                </p:cNvPr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0" name="Google Shape;5304;p47">
                  <a:extLst>
                    <a:ext uri="{FF2B5EF4-FFF2-40B4-BE49-F238E27FC236}">
                      <a16:creationId xmlns:a16="http://schemas.microsoft.com/office/drawing/2014/main" id="{A859F8DB-5D6C-0B5F-C3C8-8CC8BAD9D9F6}"/>
                    </a:ext>
                  </a:extLst>
                </p:cNvPr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1" name="Google Shape;5305;p47">
                  <a:extLst>
                    <a:ext uri="{FF2B5EF4-FFF2-40B4-BE49-F238E27FC236}">
                      <a16:creationId xmlns:a16="http://schemas.microsoft.com/office/drawing/2014/main" id="{4E35CBF3-889A-E3A7-452F-3A4F5B721FAE}"/>
                    </a:ext>
                  </a:extLst>
                </p:cNvPr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2" name="Google Shape;5306;p47">
                  <a:extLst>
                    <a:ext uri="{FF2B5EF4-FFF2-40B4-BE49-F238E27FC236}">
                      <a16:creationId xmlns:a16="http://schemas.microsoft.com/office/drawing/2014/main" id="{E6CC7149-193F-4740-B81E-609FE52C942F}"/>
                    </a:ext>
                  </a:extLst>
                </p:cNvPr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3" name="Google Shape;5307;p47">
                  <a:extLst>
                    <a:ext uri="{FF2B5EF4-FFF2-40B4-BE49-F238E27FC236}">
                      <a16:creationId xmlns:a16="http://schemas.microsoft.com/office/drawing/2014/main" id="{1DBA7D1C-FF87-805C-87EF-2CF62014394E}"/>
                    </a:ext>
                  </a:extLst>
                </p:cNvPr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4" name="Google Shape;5308;p47">
                  <a:extLst>
                    <a:ext uri="{FF2B5EF4-FFF2-40B4-BE49-F238E27FC236}">
                      <a16:creationId xmlns:a16="http://schemas.microsoft.com/office/drawing/2014/main" id="{2C800CDC-9450-2133-629A-AB0B7897F00E}"/>
                    </a:ext>
                  </a:extLst>
                </p:cNvPr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5" name="Google Shape;5309;p47">
                  <a:extLst>
                    <a:ext uri="{FF2B5EF4-FFF2-40B4-BE49-F238E27FC236}">
                      <a16:creationId xmlns:a16="http://schemas.microsoft.com/office/drawing/2014/main" id="{810F5172-739A-FDD4-48C5-A5A3EE25F4E7}"/>
                    </a:ext>
                  </a:extLst>
                </p:cNvPr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6" name="Google Shape;5310;p47">
                  <a:extLst>
                    <a:ext uri="{FF2B5EF4-FFF2-40B4-BE49-F238E27FC236}">
                      <a16:creationId xmlns:a16="http://schemas.microsoft.com/office/drawing/2014/main" id="{F152E99A-AA12-2AF8-35CB-C635A13E2043}"/>
                    </a:ext>
                  </a:extLst>
                </p:cNvPr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7" name="Google Shape;5311;p47">
                  <a:extLst>
                    <a:ext uri="{FF2B5EF4-FFF2-40B4-BE49-F238E27FC236}">
                      <a16:creationId xmlns:a16="http://schemas.microsoft.com/office/drawing/2014/main" id="{87DAF090-54EF-AD45-B411-86C845E5750E}"/>
                    </a:ext>
                  </a:extLst>
                </p:cNvPr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8" name="Google Shape;5312;p47">
                  <a:extLst>
                    <a:ext uri="{FF2B5EF4-FFF2-40B4-BE49-F238E27FC236}">
                      <a16:creationId xmlns:a16="http://schemas.microsoft.com/office/drawing/2014/main" id="{7831F2F2-664C-C5B8-1FE0-527D27E32661}"/>
                    </a:ext>
                  </a:extLst>
                </p:cNvPr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59" name="Google Shape;5313;p47">
                  <a:extLst>
                    <a:ext uri="{FF2B5EF4-FFF2-40B4-BE49-F238E27FC236}">
                      <a16:creationId xmlns:a16="http://schemas.microsoft.com/office/drawing/2014/main" id="{A20BCFC6-9AD4-520A-89F6-4C70AADEC7C0}"/>
                    </a:ext>
                  </a:extLst>
                </p:cNvPr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0" name="Google Shape;5314;p47">
                  <a:extLst>
                    <a:ext uri="{FF2B5EF4-FFF2-40B4-BE49-F238E27FC236}">
                      <a16:creationId xmlns:a16="http://schemas.microsoft.com/office/drawing/2014/main" id="{20BE5317-972E-B333-8AB5-AD7934BDEB62}"/>
                    </a:ext>
                  </a:extLst>
                </p:cNvPr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1" name="Google Shape;5315;p47">
                  <a:extLst>
                    <a:ext uri="{FF2B5EF4-FFF2-40B4-BE49-F238E27FC236}">
                      <a16:creationId xmlns:a16="http://schemas.microsoft.com/office/drawing/2014/main" id="{35053B5A-A82A-EB98-4E8D-1E662538AB47}"/>
                    </a:ext>
                  </a:extLst>
                </p:cNvPr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2" name="Google Shape;5316;p47">
                  <a:extLst>
                    <a:ext uri="{FF2B5EF4-FFF2-40B4-BE49-F238E27FC236}">
                      <a16:creationId xmlns:a16="http://schemas.microsoft.com/office/drawing/2014/main" id="{32135716-4D65-9E58-63F7-EF722B592862}"/>
                    </a:ext>
                  </a:extLst>
                </p:cNvPr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3" name="Google Shape;5317;p47">
                  <a:extLst>
                    <a:ext uri="{FF2B5EF4-FFF2-40B4-BE49-F238E27FC236}">
                      <a16:creationId xmlns:a16="http://schemas.microsoft.com/office/drawing/2014/main" id="{8F8AEE2E-EBA9-43F1-9FF6-000EF4BAECC5}"/>
                    </a:ext>
                  </a:extLst>
                </p:cNvPr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4" name="Google Shape;5318;p47">
                  <a:extLst>
                    <a:ext uri="{FF2B5EF4-FFF2-40B4-BE49-F238E27FC236}">
                      <a16:creationId xmlns:a16="http://schemas.microsoft.com/office/drawing/2014/main" id="{AC55F8C6-CA88-D126-23AE-91F6CDB51FA8}"/>
                    </a:ext>
                  </a:extLst>
                </p:cNvPr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5" name="Google Shape;5319;p47">
                  <a:extLst>
                    <a:ext uri="{FF2B5EF4-FFF2-40B4-BE49-F238E27FC236}">
                      <a16:creationId xmlns:a16="http://schemas.microsoft.com/office/drawing/2014/main" id="{96E2EF3E-6DC9-B382-0B61-5EFC0286E416}"/>
                    </a:ext>
                  </a:extLst>
                </p:cNvPr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6" name="Google Shape;5320;p47">
                  <a:extLst>
                    <a:ext uri="{FF2B5EF4-FFF2-40B4-BE49-F238E27FC236}">
                      <a16:creationId xmlns:a16="http://schemas.microsoft.com/office/drawing/2014/main" id="{B33FE22C-4FAE-A8F1-611F-B038B0D1E8F0}"/>
                    </a:ext>
                  </a:extLst>
                </p:cNvPr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7" name="Google Shape;5321;p47">
                  <a:extLst>
                    <a:ext uri="{FF2B5EF4-FFF2-40B4-BE49-F238E27FC236}">
                      <a16:creationId xmlns:a16="http://schemas.microsoft.com/office/drawing/2014/main" id="{C6A8AEE0-2BEF-D9D4-ACDB-C644983994AE}"/>
                    </a:ext>
                  </a:extLst>
                </p:cNvPr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8" name="Google Shape;5322;p47">
                  <a:extLst>
                    <a:ext uri="{FF2B5EF4-FFF2-40B4-BE49-F238E27FC236}">
                      <a16:creationId xmlns:a16="http://schemas.microsoft.com/office/drawing/2014/main" id="{A8295AA8-3AAD-A4FD-29AB-5DF86CE4CE03}"/>
                    </a:ext>
                  </a:extLst>
                </p:cNvPr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69" name="Google Shape;5323;p47">
                  <a:extLst>
                    <a:ext uri="{FF2B5EF4-FFF2-40B4-BE49-F238E27FC236}">
                      <a16:creationId xmlns:a16="http://schemas.microsoft.com/office/drawing/2014/main" id="{5A23C774-92E3-3AA7-0CC2-8C6BC40349CE}"/>
                    </a:ext>
                  </a:extLst>
                </p:cNvPr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0" name="Google Shape;5324;p47">
                  <a:extLst>
                    <a:ext uri="{FF2B5EF4-FFF2-40B4-BE49-F238E27FC236}">
                      <a16:creationId xmlns:a16="http://schemas.microsoft.com/office/drawing/2014/main" id="{043DBB81-CAA9-A31B-2316-3FB47CBE7CE7}"/>
                    </a:ext>
                  </a:extLst>
                </p:cNvPr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1" name="Google Shape;5325;p47">
                  <a:extLst>
                    <a:ext uri="{FF2B5EF4-FFF2-40B4-BE49-F238E27FC236}">
                      <a16:creationId xmlns:a16="http://schemas.microsoft.com/office/drawing/2014/main" id="{03601B04-B138-C6D7-EF81-6E821C0C4F81}"/>
                    </a:ext>
                  </a:extLst>
                </p:cNvPr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2" name="Google Shape;5326;p47">
                  <a:extLst>
                    <a:ext uri="{FF2B5EF4-FFF2-40B4-BE49-F238E27FC236}">
                      <a16:creationId xmlns:a16="http://schemas.microsoft.com/office/drawing/2014/main" id="{A74FA737-358E-0620-90A5-39F0BEADCA76}"/>
                    </a:ext>
                  </a:extLst>
                </p:cNvPr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3" name="Google Shape;5327;p47">
                  <a:extLst>
                    <a:ext uri="{FF2B5EF4-FFF2-40B4-BE49-F238E27FC236}">
                      <a16:creationId xmlns:a16="http://schemas.microsoft.com/office/drawing/2014/main" id="{F3899B29-5FBA-B239-106C-0E80AD6F1AAB}"/>
                    </a:ext>
                  </a:extLst>
                </p:cNvPr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4" name="Google Shape;5328;p47">
                  <a:extLst>
                    <a:ext uri="{FF2B5EF4-FFF2-40B4-BE49-F238E27FC236}">
                      <a16:creationId xmlns:a16="http://schemas.microsoft.com/office/drawing/2014/main" id="{74379FB1-63F1-25A0-FF25-276EF5E6E72B}"/>
                    </a:ext>
                  </a:extLst>
                </p:cNvPr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5" name="Google Shape;5329;p47">
                  <a:extLst>
                    <a:ext uri="{FF2B5EF4-FFF2-40B4-BE49-F238E27FC236}">
                      <a16:creationId xmlns:a16="http://schemas.microsoft.com/office/drawing/2014/main" id="{8399C3B4-1F6E-973E-26F1-6B49BA152409}"/>
                    </a:ext>
                  </a:extLst>
                </p:cNvPr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6" name="Google Shape;5330;p47">
                  <a:extLst>
                    <a:ext uri="{FF2B5EF4-FFF2-40B4-BE49-F238E27FC236}">
                      <a16:creationId xmlns:a16="http://schemas.microsoft.com/office/drawing/2014/main" id="{55B67442-E3C2-E173-E1C4-4EA989CC434E}"/>
                    </a:ext>
                  </a:extLst>
                </p:cNvPr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7" name="Google Shape;5331;p47">
                  <a:extLst>
                    <a:ext uri="{FF2B5EF4-FFF2-40B4-BE49-F238E27FC236}">
                      <a16:creationId xmlns:a16="http://schemas.microsoft.com/office/drawing/2014/main" id="{CDFDF550-AA55-5B9D-5EC2-122A1EDB7668}"/>
                    </a:ext>
                  </a:extLst>
                </p:cNvPr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8" name="Google Shape;5332;p47">
                  <a:extLst>
                    <a:ext uri="{FF2B5EF4-FFF2-40B4-BE49-F238E27FC236}">
                      <a16:creationId xmlns:a16="http://schemas.microsoft.com/office/drawing/2014/main" id="{D17D8912-FEDB-F210-0ECB-F0B1CE258647}"/>
                    </a:ext>
                  </a:extLst>
                </p:cNvPr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79" name="Google Shape;5333;p47">
                  <a:extLst>
                    <a:ext uri="{FF2B5EF4-FFF2-40B4-BE49-F238E27FC236}">
                      <a16:creationId xmlns:a16="http://schemas.microsoft.com/office/drawing/2014/main" id="{3987F845-577B-9549-57DC-66F4A969BE8D}"/>
                    </a:ext>
                  </a:extLst>
                </p:cNvPr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0" name="Google Shape;5334;p47">
                  <a:extLst>
                    <a:ext uri="{FF2B5EF4-FFF2-40B4-BE49-F238E27FC236}">
                      <a16:creationId xmlns:a16="http://schemas.microsoft.com/office/drawing/2014/main" id="{2EDBE4F2-D638-4D0D-8701-BB2589372A45}"/>
                    </a:ext>
                  </a:extLst>
                </p:cNvPr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1" name="Google Shape;5335;p47">
                  <a:extLst>
                    <a:ext uri="{FF2B5EF4-FFF2-40B4-BE49-F238E27FC236}">
                      <a16:creationId xmlns:a16="http://schemas.microsoft.com/office/drawing/2014/main" id="{E5B07EB9-A4B3-9A17-1CD7-6349B0685165}"/>
                    </a:ext>
                  </a:extLst>
                </p:cNvPr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2" name="Google Shape;5336;p47">
                  <a:extLst>
                    <a:ext uri="{FF2B5EF4-FFF2-40B4-BE49-F238E27FC236}">
                      <a16:creationId xmlns:a16="http://schemas.microsoft.com/office/drawing/2014/main" id="{7EAEF3C5-E3C8-41C8-471C-FE5B3E409426}"/>
                    </a:ext>
                  </a:extLst>
                </p:cNvPr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3" name="Google Shape;5337;p47">
                  <a:extLst>
                    <a:ext uri="{FF2B5EF4-FFF2-40B4-BE49-F238E27FC236}">
                      <a16:creationId xmlns:a16="http://schemas.microsoft.com/office/drawing/2014/main" id="{AB876F28-8AA0-D31B-7592-6EC880942ECE}"/>
                    </a:ext>
                  </a:extLst>
                </p:cNvPr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4" name="Google Shape;5338;p47">
                  <a:extLst>
                    <a:ext uri="{FF2B5EF4-FFF2-40B4-BE49-F238E27FC236}">
                      <a16:creationId xmlns:a16="http://schemas.microsoft.com/office/drawing/2014/main" id="{8A72F504-1121-715E-9270-75215B7D87BD}"/>
                    </a:ext>
                  </a:extLst>
                </p:cNvPr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5" name="Google Shape;5339;p47">
                  <a:extLst>
                    <a:ext uri="{FF2B5EF4-FFF2-40B4-BE49-F238E27FC236}">
                      <a16:creationId xmlns:a16="http://schemas.microsoft.com/office/drawing/2014/main" id="{C6EB33F6-A839-50E8-48CA-DC680768E847}"/>
                    </a:ext>
                  </a:extLst>
                </p:cNvPr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6" name="Google Shape;5340;p47">
                  <a:extLst>
                    <a:ext uri="{FF2B5EF4-FFF2-40B4-BE49-F238E27FC236}">
                      <a16:creationId xmlns:a16="http://schemas.microsoft.com/office/drawing/2014/main" id="{5BD35646-F266-7B71-A6FC-E8116F1042A4}"/>
                    </a:ext>
                  </a:extLst>
                </p:cNvPr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7" name="Google Shape;5341;p47">
                  <a:extLst>
                    <a:ext uri="{FF2B5EF4-FFF2-40B4-BE49-F238E27FC236}">
                      <a16:creationId xmlns:a16="http://schemas.microsoft.com/office/drawing/2014/main" id="{129CD18A-21D1-61A7-066B-95EA9CE7C41F}"/>
                    </a:ext>
                  </a:extLst>
                </p:cNvPr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8" name="Google Shape;5342;p47">
                  <a:extLst>
                    <a:ext uri="{FF2B5EF4-FFF2-40B4-BE49-F238E27FC236}">
                      <a16:creationId xmlns:a16="http://schemas.microsoft.com/office/drawing/2014/main" id="{1A92B454-4C64-AF03-3495-AAB237592A59}"/>
                    </a:ext>
                  </a:extLst>
                </p:cNvPr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89" name="Google Shape;5343;p47">
                  <a:extLst>
                    <a:ext uri="{FF2B5EF4-FFF2-40B4-BE49-F238E27FC236}">
                      <a16:creationId xmlns:a16="http://schemas.microsoft.com/office/drawing/2014/main" id="{AF63EF59-4E79-95EC-A985-B21522E1F78E}"/>
                    </a:ext>
                  </a:extLst>
                </p:cNvPr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0" name="Google Shape;5344;p47">
                  <a:extLst>
                    <a:ext uri="{FF2B5EF4-FFF2-40B4-BE49-F238E27FC236}">
                      <a16:creationId xmlns:a16="http://schemas.microsoft.com/office/drawing/2014/main" id="{7F6BBE6D-A687-DFAF-2EE3-33CA9FA7FBBC}"/>
                    </a:ext>
                  </a:extLst>
                </p:cNvPr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1" name="Google Shape;5345;p47">
                  <a:extLst>
                    <a:ext uri="{FF2B5EF4-FFF2-40B4-BE49-F238E27FC236}">
                      <a16:creationId xmlns:a16="http://schemas.microsoft.com/office/drawing/2014/main" id="{0667D290-B0A4-90BF-8B08-9A679C387201}"/>
                    </a:ext>
                  </a:extLst>
                </p:cNvPr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2" name="Google Shape;5346;p47">
                  <a:extLst>
                    <a:ext uri="{FF2B5EF4-FFF2-40B4-BE49-F238E27FC236}">
                      <a16:creationId xmlns:a16="http://schemas.microsoft.com/office/drawing/2014/main" id="{A96AFF3B-503E-EE70-138C-68F121F3EEE8}"/>
                    </a:ext>
                  </a:extLst>
                </p:cNvPr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3" name="Google Shape;5347;p47">
                  <a:extLst>
                    <a:ext uri="{FF2B5EF4-FFF2-40B4-BE49-F238E27FC236}">
                      <a16:creationId xmlns:a16="http://schemas.microsoft.com/office/drawing/2014/main" id="{89463D70-DBD3-DF86-8EFA-27EA16E1BC1D}"/>
                    </a:ext>
                  </a:extLst>
                </p:cNvPr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4" name="Google Shape;5348;p47">
                  <a:extLst>
                    <a:ext uri="{FF2B5EF4-FFF2-40B4-BE49-F238E27FC236}">
                      <a16:creationId xmlns:a16="http://schemas.microsoft.com/office/drawing/2014/main" id="{7A8A527A-C51F-2D26-4A50-9751C38FB59C}"/>
                    </a:ext>
                  </a:extLst>
                </p:cNvPr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5" name="Google Shape;5349;p47">
                  <a:extLst>
                    <a:ext uri="{FF2B5EF4-FFF2-40B4-BE49-F238E27FC236}">
                      <a16:creationId xmlns:a16="http://schemas.microsoft.com/office/drawing/2014/main" id="{BA529F91-1D83-F78C-19C4-ADE3DA380B08}"/>
                    </a:ext>
                  </a:extLst>
                </p:cNvPr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6" name="Google Shape;5350;p47">
                  <a:extLst>
                    <a:ext uri="{FF2B5EF4-FFF2-40B4-BE49-F238E27FC236}">
                      <a16:creationId xmlns:a16="http://schemas.microsoft.com/office/drawing/2014/main" id="{7535F6C6-845A-63D9-DCF1-34873B379B30}"/>
                    </a:ext>
                  </a:extLst>
                </p:cNvPr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7" name="Google Shape;5351;p47">
                  <a:extLst>
                    <a:ext uri="{FF2B5EF4-FFF2-40B4-BE49-F238E27FC236}">
                      <a16:creationId xmlns:a16="http://schemas.microsoft.com/office/drawing/2014/main" id="{4F4AEB04-67BF-52D8-7C42-F13D7C745AB7}"/>
                    </a:ext>
                  </a:extLst>
                </p:cNvPr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8" name="Google Shape;5352;p47">
                  <a:extLst>
                    <a:ext uri="{FF2B5EF4-FFF2-40B4-BE49-F238E27FC236}">
                      <a16:creationId xmlns:a16="http://schemas.microsoft.com/office/drawing/2014/main" id="{11237228-8408-720A-1AC2-9732424BACB9}"/>
                    </a:ext>
                  </a:extLst>
                </p:cNvPr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99" name="Google Shape;5353;p47">
                  <a:extLst>
                    <a:ext uri="{FF2B5EF4-FFF2-40B4-BE49-F238E27FC236}">
                      <a16:creationId xmlns:a16="http://schemas.microsoft.com/office/drawing/2014/main" id="{F9977210-F285-0767-17AF-3A1C1BF47219}"/>
                    </a:ext>
                  </a:extLst>
                </p:cNvPr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0" name="Google Shape;5354;p47">
                  <a:extLst>
                    <a:ext uri="{FF2B5EF4-FFF2-40B4-BE49-F238E27FC236}">
                      <a16:creationId xmlns:a16="http://schemas.microsoft.com/office/drawing/2014/main" id="{A9B9E8CE-DC28-F382-A03E-91AE32C70168}"/>
                    </a:ext>
                  </a:extLst>
                </p:cNvPr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1" name="Google Shape;5355;p47">
                  <a:extLst>
                    <a:ext uri="{FF2B5EF4-FFF2-40B4-BE49-F238E27FC236}">
                      <a16:creationId xmlns:a16="http://schemas.microsoft.com/office/drawing/2014/main" id="{29776B0F-6BC1-03FE-E4D6-74FA4B955156}"/>
                    </a:ext>
                  </a:extLst>
                </p:cNvPr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2" name="Google Shape;5356;p47">
                  <a:extLst>
                    <a:ext uri="{FF2B5EF4-FFF2-40B4-BE49-F238E27FC236}">
                      <a16:creationId xmlns:a16="http://schemas.microsoft.com/office/drawing/2014/main" id="{3B6727D7-A0D8-BC4A-C6E8-F65D4BDCF88F}"/>
                    </a:ext>
                  </a:extLst>
                </p:cNvPr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3" name="Google Shape;5357;p47">
                  <a:extLst>
                    <a:ext uri="{FF2B5EF4-FFF2-40B4-BE49-F238E27FC236}">
                      <a16:creationId xmlns:a16="http://schemas.microsoft.com/office/drawing/2014/main" id="{F2C0B39C-5CFC-3619-58D7-43EBF1CC33C3}"/>
                    </a:ext>
                  </a:extLst>
                </p:cNvPr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4" name="Google Shape;5358;p47">
                  <a:extLst>
                    <a:ext uri="{FF2B5EF4-FFF2-40B4-BE49-F238E27FC236}">
                      <a16:creationId xmlns:a16="http://schemas.microsoft.com/office/drawing/2014/main" id="{15B137A9-EB9B-B9FD-988F-D2E18FCB8AB5}"/>
                    </a:ext>
                  </a:extLst>
                </p:cNvPr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5" name="Google Shape;5359;p47">
                  <a:extLst>
                    <a:ext uri="{FF2B5EF4-FFF2-40B4-BE49-F238E27FC236}">
                      <a16:creationId xmlns:a16="http://schemas.microsoft.com/office/drawing/2014/main" id="{140700A3-CDC6-2CD1-F17F-E3185A69C99C}"/>
                    </a:ext>
                  </a:extLst>
                </p:cNvPr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6" name="Google Shape;5360;p47">
                  <a:extLst>
                    <a:ext uri="{FF2B5EF4-FFF2-40B4-BE49-F238E27FC236}">
                      <a16:creationId xmlns:a16="http://schemas.microsoft.com/office/drawing/2014/main" id="{4A1D3019-2CF9-EEB5-B724-F2FADB66A1F6}"/>
                    </a:ext>
                  </a:extLst>
                </p:cNvPr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7" name="Google Shape;5361;p47">
                  <a:extLst>
                    <a:ext uri="{FF2B5EF4-FFF2-40B4-BE49-F238E27FC236}">
                      <a16:creationId xmlns:a16="http://schemas.microsoft.com/office/drawing/2014/main" id="{AD58C095-DD86-4702-2264-21D0452648C3}"/>
                    </a:ext>
                  </a:extLst>
                </p:cNvPr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8" name="Google Shape;5362;p47">
                  <a:extLst>
                    <a:ext uri="{FF2B5EF4-FFF2-40B4-BE49-F238E27FC236}">
                      <a16:creationId xmlns:a16="http://schemas.microsoft.com/office/drawing/2014/main" id="{ACC3A063-C628-3B6C-FD80-F17648BBA224}"/>
                    </a:ext>
                  </a:extLst>
                </p:cNvPr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09" name="Google Shape;5363;p47">
                  <a:extLst>
                    <a:ext uri="{FF2B5EF4-FFF2-40B4-BE49-F238E27FC236}">
                      <a16:creationId xmlns:a16="http://schemas.microsoft.com/office/drawing/2014/main" id="{2BA488C4-8FE1-B217-429E-224CBA63733B}"/>
                    </a:ext>
                  </a:extLst>
                </p:cNvPr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0" name="Google Shape;5364;p47">
                  <a:extLst>
                    <a:ext uri="{FF2B5EF4-FFF2-40B4-BE49-F238E27FC236}">
                      <a16:creationId xmlns:a16="http://schemas.microsoft.com/office/drawing/2014/main" id="{EFA96A26-F6F7-D4F1-D3C9-FD6704016039}"/>
                    </a:ext>
                  </a:extLst>
                </p:cNvPr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1" name="Google Shape;5365;p47">
                  <a:extLst>
                    <a:ext uri="{FF2B5EF4-FFF2-40B4-BE49-F238E27FC236}">
                      <a16:creationId xmlns:a16="http://schemas.microsoft.com/office/drawing/2014/main" id="{107F8C02-82FC-269F-2E75-F53B3E188754}"/>
                    </a:ext>
                  </a:extLst>
                </p:cNvPr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2" name="Google Shape;5366;p47">
                  <a:extLst>
                    <a:ext uri="{FF2B5EF4-FFF2-40B4-BE49-F238E27FC236}">
                      <a16:creationId xmlns:a16="http://schemas.microsoft.com/office/drawing/2014/main" id="{D37CC030-D69D-8BFE-44F4-78F77E9146A8}"/>
                    </a:ext>
                  </a:extLst>
                </p:cNvPr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3" name="Google Shape;5367;p47">
                  <a:extLst>
                    <a:ext uri="{FF2B5EF4-FFF2-40B4-BE49-F238E27FC236}">
                      <a16:creationId xmlns:a16="http://schemas.microsoft.com/office/drawing/2014/main" id="{5D3456E4-BD0D-E295-1B49-DCF277D9201F}"/>
                    </a:ext>
                  </a:extLst>
                </p:cNvPr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4" name="Google Shape;5368;p47">
                  <a:extLst>
                    <a:ext uri="{FF2B5EF4-FFF2-40B4-BE49-F238E27FC236}">
                      <a16:creationId xmlns:a16="http://schemas.microsoft.com/office/drawing/2014/main" id="{B89D81E1-DADC-67D3-9E07-26A9ED5ADA00}"/>
                    </a:ext>
                  </a:extLst>
                </p:cNvPr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5" name="Google Shape;5369;p47">
                  <a:extLst>
                    <a:ext uri="{FF2B5EF4-FFF2-40B4-BE49-F238E27FC236}">
                      <a16:creationId xmlns:a16="http://schemas.microsoft.com/office/drawing/2014/main" id="{2FBB74FC-050B-71CB-0BE1-7E122C22F3AD}"/>
                    </a:ext>
                  </a:extLst>
                </p:cNvPr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6" name="Google Shape;5370;p47">
                  <a:extLst>
                    <a:ext uri="{FF2B5EF4-FFF2-40B4-BE49-F238E27FC236}">
                      <a16:creationId xmlns:a16="http://schemas.microsoft.com/office/drawing/2014/main" id="{0CE8CD58-ECF5-7D14-7BBD-23F0C84A8F23}"/>
                    </a:ext>
                  </a:extLst>
                </p:cNvPr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7" name="Google Shape;5371;p47">
                  <a:extLst>
                    <a:ext uri="{FF2B5EF4-FFF2-40B4-BE49-F238E27FC236}">
                      <a16:creationId xmlns:a16="http://schemas.microsoft.com/office/drawing/2014/main" id="{FAD4B4A9-1D7B-6105-6374-9759E9F07942}"/>
                    </a:ext>
                  </a:extLst>
                </p:cNvPr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8" name="Google Shape;5372;p47">
                  <a:extLst>
                    <a:ext uri="{FF2B5EF4-FFF2-40B4-BE49-F238E27FC236}">
                      <a16:creationId xmlns:a16="http://schemas.microsoft.com/office/drawing/2014/main" id="{1371A141-F0FF-AA0E-8C54-0164D1C68AA6}"/>
                    </a:ext>
                  </a:extLst>
                </p:cNvPr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19" name="Google Shape;5373;p47">
                  <a:extLst>
                    <a:ext uri="{FF2B5EF4-FFF2-40B4-BE49-F238E27FC236}">
                      <a16:creationId xmlns:a16="http://schemas.microsoft.com/office/drawing/2014/main" id="{B8052581-024B-0F3D-8DE0-395A409E76E7}"/>
                    </a:ext>
                  </a:extLst>
                </p:cNvPr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0" name="Google Shape;5374;p47">
                  <a:extLst>
                    <a:ext uri="{FF2B5EF4-FFF2-40B4-BE49-F238E27FC236}">
                      <a16:creationId xmlns:a16="http://schemas.microsoft.com/office/drawing/2014/main" id="{28145762-BC15-F1BF-FD9A-E2ECF3579BD8}"/>
                    </a:ext>
                  </a:extLst>
                </p:cNvPr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1" name="Google Shape;5375;p47">
                  <a:extLst>
                    <a:ext uri="{FF2B5EF4-FFF2-40B4-BE49-F238E27FC236}">
                      <a16:creationId xmlns:a16="http://schemas.microsoft.com/office/drawing/2014/main" id="{3B91DA25-94AD-B609-4C0D-6EA83E7D3052}"/>
                    </a:ext>
                  </a:extLst>
                </p:cNvPr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2" name="Google Shape;5376;p47">
                  <a:extLst>
                    <a:ext uri="{FF2B5EF4-FFF2-40B4-BE49-F238E27FC236}">
                      <a16:creationId xmlns:a16="http://schemas.microsoft.com/office/drawing/2014/main" id="{D99CF874-55FA-5E66-0AAC-1E64B6349529}"/>
                    </a:ext>
                  </a:extLst>
                </p:cNvPr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3" name="Google Shape;5377;p47">
                  <a:extLst>
                    <a:ext uri="{FF2B5EF4-FFF2-40B4-BE49-F238E27FC236}">
                      <a16:creationId xmlns:a16="http://schemas.microsoft.com/office/drawing/2014/main" id="{3C170F45-895E-935D-6B0E-6496AD18BD40}"/>
                    </a:ext>
                  </a:extLst>
                </p:cNvPr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4" name="Google Shape;5378;p47">
                  <a:extLst>
                    <a:ext uri="{FF2B5EF4-FFF2-40B4-BE49-F238E27FC236}">
                      <a16:creationId xmlns:a16="http://schemas.microsoft.com/office/drawing/2014/main" id="{BC65B50F-486B-074D-24E8-3E4447B838AD}"/>
                    </a:ext>
                  </a:extLst>
                </p:cNvPr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5" name="Google Shape;5379;p47">
                  <a:extLst>
                    <a:ext uri="{FF2B5EF4-FFF2-40B4-BE49-F238E27FC236}">
                      <a16:creationId xmlns:a16="http://schemas.microsoft.com/office/drawing/2014/main" id="{8FA61814-4D39-4774-479C-6D3FF65AB5F1}"/>
                    </a:ext>
                  </a:extLst>
                </p:cNvPr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6" name="Google Shape;5380;p47">
                  <a:extLst>
                    <a:ext uri="{FF2B5EF4-FFF2-40B4-BE49-F238E27FC236}">
                      <a16:creationId xmlns:a16="http://schemas.microsoft.com/office/drawing/2014/main" id="{4B784C66-ADD3-E668-E55A-8572E568F75F}"/>
                    </a:ext>
                  </a:extLst>
                </p:cNvPr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7" name="Google Shape;5381;p47">
                  <a:extLst>
                    <a:ext uri="{FF2B5EF4-FFF2-40B4-BE49-F238E27FC236}">
                      <a16:creationId xmlns:a16="http://schemas.microsoft.com/office/drawing/2014/main" id="{F459468D-1A8C-E3C2-8730-9D82277F8790}"/>
                    </a:ext>
                  </a:extLst>
                </p:cNvPr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8" name="Google Shape;5382;p47">
                  <a:extLst>
                    <a:ext uri="{FF2B5EF4-FFF2-40B4-BE49-F238E27FC236}">
                      <a16:creationId xmlns:a16="http://schemas.microsoft.com/office/drawing/2014/main" id="{D3C0875F-CBD4-2742-0B2D-E1103FD2E585}"/>
                    </a:ext>
                  </a:extLst>
                </p:cNvPr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29" name="Google Shape;5383;p47">
                  <a:extLst>
                    <a:ext uri="{FF2B5EF4-FFF2-40B4-BE49-F238E27FC236}">
                      <a16:creationId xmlns:a16="http://schemas.microsoft.com/office/drawing/2014/main" id="{472CE11C-8ED7-9385-FD1E-2644CB63C8E8}"/>
                    </a:ext>
                  </a:extLst>
                </p:cNvPr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0" name="Google Shape;5384;p47">
                  <a:extLst>
                    <a:ext uri="{FF2B5EF4-FFF2-40B4-BE49-F238E27FC236}">
                      <a16:creationId xmlns:a16="http://schemas.microsoft.com/office/drawing/2014/main" id="{32A70D9E-C019-F478-1CCD-032DE23AFD28}"/>
                    </a:ext>
                  </a:extLst>
                </p:cNvPr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1" name="Google Shape;5385;p47">
                  <a:extLst>
                    <a:ext uri="{FF2B5EF4-FFF2-40B4-BE49-F238E27FC236}">
                      <a16:creationId xmlns:a16="http://schemas.microsoft.com/office/drawing/2014/main" id="{5FDB00BE-B34F-0952-E148-F6F254F6C0DA}"/>
                    </a:ext>
                  </a:extLst>
                </p:cNvPr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2" name="Google Shape;5386;p47">
                  <a:extLst>
                    <a:ext uri="{FF2B5EF4-FFF2-40B4-BE49-F238E27FC236}">
                      <a16:creationId xmlns:a16="http://schemas.microsoft.com/office/drawing/2014/main" id="{454FF047-D543-FE8E-26C6-AC85175E8514}"/>
                    </a:ext>
                  </a:extLst>
                </p:cNvPr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3" name="Google Shape;5387;p47">
                  <a:extLst>
                    <a:ext uri="{FF2B5EF4-FFF2-40B4-BE49-F238E27FC236}">
                      <a16:creationId xmlns:a16="http://schemas.microsoft.com/office/drawing/2014/main" id="{E49B1520-A491-B1AF-0CB7-4745171C3289}"/>
                    </a:ext>
                  </a:extLst>
                </p:cNvPr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4" name="Google Shape;5388;p47">
                  <a:extLst>
                    <a:ext uri="{FF2B5EF4-FFF2-40B4-BE49-F238E27FC236}">
                      <a16:creationId xmlns:a16="http://schemas.microsoft.com/office/drawing/2014/main" id="{4AC5063F-2849-E293-8559-11DE51541C64}"/>
                    </a:ext>
                  </a:extLst>
                </p:cNvPr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5" name="Google Shape;5389;p47">
                  <a:extLst>
                    <a:ext uri="{FF2B5EF4-FFF2-40B4-BE49-F238E27FC236}">
                      <a16:creationId xmlns:a16="http://schemas.microsoft.com/office/drawing/2014/main" id="{DF8D5B39-E375-655E-D18B-3636D8B2A209}"/>
                    </a:ext>
                  </a:extLst>
                </p:cNvPr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6" name="Google Shape;5390;p47">
                  <a:extLst>
                    <a:ext uri="{FF2B5EF4-FFF2-40B4-BE49-F238E27FC236}">
                      <a16:creationId xmlns:a16="http://schemas.microsoft.com/office/drawing/2014/main" id="{E95DAE2C-BCCB-59C2-026A-822310FFBAEA}"/>
                    </a:ext>
                  </a:extLst>
                </p:cNvPr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7" name="Google Shape;5391;p47">
                  <a:extLst>
                    <a:ext uri="{FF2B5EF4-FFF2-40B4-BE49-F238E27FC236}">
                      <a16:creationId xmlns:a16="http://schemas.microsoft.com/office/drawing/2014/main" id="{786C7AFE-C1ED-7FBC-C7DF-DC7BFBE4E841}"/>
                    </a:ext>
                  </a:extLst>
                </p:cNvPr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8" name="Google Shape;5392;p47">
                  <a:extLst>
                    <a:ext uri="{FF2B5EF4-FFF2-40B4-BE49-F238E27FC236}">
                      <a16:creationId xmlns:a16="http://schemas.microsoft.com/office/drawing/2014/main" id="{EB89DB6C-D43C-5209-53F8-D1026317DAB8}"/>
                    </a:ext>
                  </a:extLst>
                </p:cNvPr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39" name="Google Shape;5393;p47">
                  <a:extLst>
                    <a:ext uri="{FF2B5EF4-FFF2-40B4-BE49-F238E27FC236}">
                      <a16:creationId xmlns:a16="http://schemas.microsoft.com/office/drawing/2014/main" id="{33C52952-3EC1-81AF-0971-DD80144385A3}"/>
                    </a:ext>
                  </a:extLst>
                </p:cNvPr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0" name="Google Shape;5394;p47">
                  <a:extLst>
                    <a:ext uri="{FF2B5EF4-FFF2-40B4-BE49-F238E27FC236}">
                      <a16:creationId xmlns:a16="http://schemas.microsoft.com/office/drawing/2014/main" id="{F400AF61-AE42-02D4-7BAC-BB797510947F}"/>
                    </a:ext>
                  </a:extLst>
                </p:cNvPr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1" name="Google Shape;5395;p47">
                  <a:extLst>
                    <a:ext uri="{FF2B5EF4-FFF2-40B4-BE49-F238E27FC236}">
                      <a16:creationId xmlns:a16="http://schemas.microsoft.com/office/drawing/2014/main" id="{E7C2F7CA-5D54-3C34-737E-6391A918071E}"/>
                    </a:ext>
                  </a:extLst>
                </p:cNvPr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2" name="Google Shape;5396;p47">
                  <a:extLst>
                    <a:ext uri="{FF2B5EF4-FFF2-40B4-BE49-F238E27FC236}">
                      <a16:creationId xmlns:a16="http://schemas.microsoft.com/office/drawing/2014/main" id="{5FAC286D-E097-BE26-2B3E-7FF8D50DC8C3}"/>
                    </a:ext>
                  </a:extLst>
                </p:cNvPr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3" name="Google Shape;5397;p47">
                  <a:extLst>
                    <a:ext uri="{FF2B5EF4-FFF2-40B4-BE49-F238E27FC236}">
                      <a16:creationId xmlns:a16="http://schemas.microsoft.com/office/drawing/2014/main" id="{D294D91F-7E41-E01B-9D3C-3F352F59A311}"/>
                    </a:ext>
                  </a:extLst>
                </p:cNvPr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4" name="Google Shape;5398;p47">
                  <a:extLst>
                    <a:ext uri="{FF2B5EF4-FFF2-40B4-BE49-F238E27FC236}">
                      <a16:creationId xmlns:a16="http://schemas.microsoft.com/office/drawing/2014/main" id="{FBCE5D74-D112-B0E8-3525-F024E67B10E0}"/>
                    </a:ext>
                  </a:extLst>
                </p:cNvPr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5" name="Google Shape;5399;p47">
                  <a:extLst>
                    <a:ext uri="{FF2B5EF4-FFF2-40B4-BE49-F238E27FC236}">
                      <a16:creationId xmlns:a16="http://schemas.microsoft.com/office/drawing/2014/main" id="{75FA6BF4-F974-CADD-96D5-5128FD1E251C}"/>
                    </a:ext>
                  </a:extLst>
                </p:cNvPr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6" name="Google Shape;5400;p47">
                  <a:extLst>
                    <a:ext uri="{FF2B5EF4-FFF2-40B4-BE49-F238E27FC236}">
                      <a16:creationId xmlns:a16="http://schemas.microsoft.com/office/drawing/2014/main" id="{EBC5254C-1662-DFFA-5C03-91B13BBAACFB}"/>
                    </a:ext>
                  </a:extLst>
                </p:cNvPr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7" name="Google Shape;5401;p47">
                  <a:extLst>
                    <a:ext uri="{FF2B5EF4-FFF2-40B4-BE49-F238E27FC236}">
                      <a16:creationId xmlns:a16="http://schemas.microsoft.com/office/drawing/2014/main" id="{E067409F-868C-065D-9047-44B341512050}"/>
                    </a:ext>
                  </a:extLst>
                </p:cNvPr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8" name="Google Shape;5402;p47">
                  <a:extLst>
                    <a:ext uri="{FF2B5EF4-FFF2-40B4-BE49-F238E27FC236}">
                      <a16:creationId xmlns:a16="http://schemas.microsoft.com/office/drawing/2014/main" id="{6F1AB851-BF37-C4F4-D425-EB81C6091AB8}"/>
                    </a:ext>
                  </a:extLst>
                </p:cNvPr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49" name="Google Shape;5403;p47">
                  <a:extLst>
                    <a:ext uri="{FF2B5EF4-FFF2-40B4-BE49-F238E27FC236}">
                      <a16:creationId xmlns:a16="http://schemas.microsoft.com/office/drawing/2014/main" id="{5F8CF453-3980-8814-493E-E1A2F88EE6DA}"/>
                    </a:ext>
                  </a:extLst>
                </p:cNvPr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0" name="Google Shape;5404;p47">
                  <a:extLst>
                    <a:ext uri="{FF2B5EF4-FFF2-40B4-BE49-F238E27FC236}">
                      <a16:creationId xmlns:a16="http://schemas.microsoft.com/office/drawing/2014/main" id="{184621B2-6B0C-5CB5-BE2E-84EB772C999A}"/>
                    </a:ext>
                  </a:extLst>
                </p:cNvPr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1" name="Google Shape;5405;p47">
                  <a:extLst>
                    <a:ext uri="{FF2B5EF4-FFF2-40B4-BE49-F238E27FC236}">
                      <a16:creationId xmlns:a16="http://schemas.microsoft.com/office/drawing/2014/main" id="{4B9B3C71-CEE9-1CD5-1CF4-2A05339F6CE5}"/>
                    </a:ext>
                  </a:extLst>
                </p:cNvPr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2" name="Google Shape;5406;p47">
                  <a:extLst>
                    <a:ext uri="{FF2B5EF4-FFF2-40B4-BE49-F238E27FC236}">
                      <a16:creationId xmlns:a16="http://schemas.microsoft.com/office/drawing/2014/main" id="{7231CEC1-AF1C-BD65-6470-785C2258FF06}"/>
                    </a:ext>
                  </a:extLst>
                </p:cNvPr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3" name="Google Shape;5407;p47">
                  <a:extLst>
                    <a:ext uri="{FF2B5EF4-FFF2-40B4-BE49-F238E27FC236}">
                      <a16:creationId xmlns:a16="http://schemas.microsoft.com/office/drawing/2014/main" id="{A143BA5B-CE24-E5B9-8D0A-1391F1D64759}"/>
                    </a:ext>
                  </a:extLst>
                </p:cNvPr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4" name="Google Shape;5408;p47">
                  <a:extLst>
                    <a:ext uri="{FF2B5EF4-FFF2-40B4-BE49-F238E27FC236}">
                      <a16:creationId xmlns:a16="http://schemas.microsoft.com/office/drawing/2014/main" id="{79F1F9AA-D233-372F-1BCF-BB3DC98A2AB7}"/>
                    </a:ext>
                  </a:extLst>
                </p:cNvPr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5" name="Google Shape;5409;p47">
                  <a:extLst>
                    <a:ext uri="{FF2B5EF4-FFF2-40B4-BE49-F238E27FC236}">
                      <a16:creationId xmlns:a16="http://schemas.microsoft.com/office/drawing/2014/main" id="{F4ABF6F9-52C8-B59F-B410-DDFB17412647}"/>
                    </a:ext>
                  </a:extLst>
                </p:cNvPr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6" name="Google Shape;5410;p47">
                  <a:extLst>
                    <a:ext uri="{FF2B5EF4-FFF2-40B4-BE49-F238E27FC236}">
                      <a16:creationId xmlns:a16="http://schemas.microsoft.com/office/drawing/2014/main" id="{F2E2CCD1-7BA5-27E7-8EA6-5E9736DEB5EC}"/>
                    </a:ext>
                  </a:extLst>
                </p:cNvPr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7" name="Google Shape;5411;p47">
                  <a:extLst>
                    <a:ext uri="{FF2B5EF4-FFF2-40B4-BE49-F238E27FC236}">
                      <a16:creationId xmlns:a16="http://schemas.microsoft.com/office/drawing/2014/main" id="{199E6F7A-E2C6-7C59-74BF-82C5DAB6819D}"/>
                    </a:ext>
                  </a:extLst>
                </p:cNvPr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8" name="Google Shape;5412;p47">
                  <a:extLst>
                    <a:ext uri="{FF2B5EF4-FFF2-40B4-BE49-F238E27FC236}">
                      <a16:creationId xmlns:a16="http://schemas.microsoft.com/office/drawing/2014/main" id="{53EF19F7-D90D-1D3D-D411-AA727226D22B}"/>
                    </a:ext>
                  </a:extLst>
                </p:cNvPr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59" name="Google Shape;5413;p47">
                  <a:extLst>
                    <a:ext uri="{FF2B5EF4-FFF2-40B4-BE49-F238E27FC236}">
                      <a16:creationId xmlns:a16="http://schemas.microsoft.com/office/drawing/2014/main" id="{AC059F7B-54B8-6123-FA39-43C6FF694AAC}"/>
                    </a:ext>
                  </a:extLst>
                </p:cNvPr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0" name="Google Shape;5414;p47">
                  <a:extLst>
                    <a:ext uri="{FF2B5EF4-FFF2-40B4-BE49-F238E27FC236}">
                      <a16:creationId xmlns:a16="http://schemas.microsoft.com/office/drawing/2014/main" id="{19C8AF21-47D5-4A32-FE21-58C73993B2A3}"/>
                    </a:ext>
                  </a:extLst>
                </p:cNvPr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1" name="Google Shape;5415;p47">
                  <a:extLst>
                    <a:ext uri="{FF2B5EF4-FFF2-40B4-BE49-F238E27FC236}">
                      <a16:creationId xmlns:a16="http://schemas.microsoft.com/office/drawing/2014/main" id="{FF5B61FF-8B83-A9AF-C207-EC3956E9088C}"/>
                    </a:ext>
                  </a:extLst>
                </p:cNvPr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2" name="Google Shape;5416;p47">
                  <a:extLst>
                    <a:ext uri="{FF2B5EF4-FFF2-40B4-BE49-F238E27FC236}">
                      <a16:creationId xmlns:a16="http://schemas.microsoft.com/office/drawing/2014/main" id="{77AECCA7-BCCC-E300-26C6-9BCCEFD1B4FD}"/>
                    </a:ext>
                  </a:extLst>
                </p:cNvPr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3" name="Google Shape;5417;p47">
                  <a:extLst>
                    <a:ext uri="{FF2B5EF4-FFF2-40B4-BE49-F238E27FC236}">
                      <a16:creationId xmlns:a16="http://schemas.microsoft.com/office/drawing/2014/main" id="{A7584B8F-5E63-B6DD-995D-5FF7E6F415DA}"/>
                    </a:ext>
                  </a:extLst>
                </p:cNvPr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4" name="Google Shape;5418;p47">
                  <a:extLst>
                    <a:ext uri="{FF2B5EF4-FFF2-40B4-BE49-F238E27FC236}">
                      <a16:creationId xmlns:a16="http://schemas.microsoft.com/office/drawing/2014/main" id="{239057C3-B4EB-D4D4-2185-CB157D669251}"/>
                    </a:ext>
                  </a:extLst>
                </p:cNvPr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5" name="Google Shape;5419;p47">
                  <a:extLst>
                    <a:ext uri="{FF2B5EF4-FFF2-40B4-BE49-F238E27FC236}">
                      <a16:creationId xmlns:a16="http://schemas.microsoft.com/office/drawing/2014/main" id="{1C616D26-EB97-940B-CF04-A5B79E4D7626}"/>
                    </a:ext>
                  </a:extLst>
                </p:cNvPr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6" name="Google Shape;5420;p47">
                  <a:extLst>
                    <a:ext uri="{FF2B5EF4-FFF2-40B4-BE49-F238E27FC236}">
                      <a16:creationId xmlns:a16="http://schemas.microsoft.com/office/drawing/2014/main" id="{7D940797-19F4-365A-2CC5-3919C2AA9FCC}"/>
                    </a:ext>
                  </a:extLst>
                </p:cNvPr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7" name="Google Shape;5421;p47">
                  <a:extLst>
                    <a:ext uri="{FF2B5EF4-FFF2-40B4-BE49-F238E27FC236}">
                      <a16:creationId xmlns:a16="http://schemas.microsoft.com/office/drawing/2014/main" id="{A352F91E-DB6F-2909-DADE-AD580EFC67BE}"/>
                    </a:ext>
                  </a:extLst>
                </p:cNvPr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8" name="Google Shape;5422;p47">
                  <a:extLst>
                    <a:ext uri="{FF2B5EF4-FFF2-40B4-BE49-F238E27FC236}">
                      <a16:creationId xmlns:a16="http://schemas.microsoft.com/office/drawing/2014/main" id="{341D3150-95BF-1CC2-F120-F5ADB9AF49C6}"/>
                    </a:ext>
                  </a:extLst>
                </p:cNvPr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69" name="Google Shape;5423;p47">
                  <a:extLst>
                    <a:ext uri="{FF2B5EF4-FFF2-40B4-BE49-F238E27FC236}">
                      <a16:creationId xmlns:a16="http://schemas.microsoft.com/office/drawing/2014/main" id="{4AEF5534-6D2C-773B-96D7-C7ACA8D1763B}"/>
                    </a:ext>
                  </a:extLst>
                </p:cNvPr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0" name="Google Shape;5424;p47">
                  <a:extLst>
                    <a:ext uri="{FF2B5EF4-FFF2-40B4-BE49-F238E27FC236}">
                      <a16:creationId xmlns:a16="http://schemas.microsoft.com/office/drawing/2014/main" id="{0450515F-3CC2-58CF-E3DD-128F2520B067}"/>
                    </a:ext>
                  </a:extLst>
                </p:cNvPr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1" name="Google Shape;5425;p47">
                  <a:extLst>
                    <a:ext uri="{FF2B5EF4-FFF2-40B4-BE49-F238E27FC236}">
                      <a16:creationId xmlns:a16="http://schemas.microsoft.com/office/drawing/2014/main" id="{41D6D479-9C78-013B-B312-72A6E860763E}"/>
                    </a:ext>
                  </a:extLst>
                </p:cNvPr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2" name="Google Shape;5426;p47">
                  <a:extLst>
                    <a:ext uri="{FF2B5EF4-FFF2-40B4-BE49-F238E27FC236}">
                      <a16:creationId xmlns:a16="http://schemas.microsoft.com/office/drawing/2014/main" id="{DEB9F64A-68A1-9687-6CED-06351EE8BCFB}"/>
                    </a:ext>
                  </a:extLst>
                </p:cNvPr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3" name="Google Shape;5427;p47">
                  <a:extLst>
                    <a:ext uri="{FF2B5EF4-FFF2-40B4-BE49-F238E27FC236}">
                      <a16:creationId xmlns:a16="http://schemas.microsoft.com/office/drawing/2014/main" id="{BF191F55-7431-93D3-62FE-AE5753BF4A1A}"/>
                    </a:ext>
                  </a:extLst>
                </p:cNvPr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4" name="Google Shape;5428;p47">
                  <a:extLst>
                    <a:ext uri="{FF2B5EF4-FFF2-40B4-BE49-F238E27FC236}">
                      <a16:creationId xmlns:a16="http://schemas.microsoft.com/office/drawing/2014/main" id="{271DE3A7-603F-0AD0-24A6-7F79A1551E9C}"/>
                    </a:ext>
                  </a:extLst>
                </p:cNvPr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5" name="Google Shape;5429;p47">
                  <a:extLst>
                    <a:ext uri="{FF2B5EF4-FFF2-40B4-BE49-F238E27FC236}">
                      <a16:creationId xmlns:a16="http://schemas.microsoft.com/office/drawing/2014/main" id="{991C73B2-C7BF-9217-5F8F-CB497EAEC7FE}"/>
                    </a:ext>
                  </a:extLst>
                </p:cNvPr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6" name="Google Shape;5430;p47">
                  <a:extLst>
                    <a:ext uri="{FF2B5EF4-FFF2-40B4-BE49-F238E27FC236}">
                      <a16:creationId xmlns:a16="http://schemas.microsoft.com/office/drawing/2014/main" id="{33722A81-CD99-892D-EEB4-41B63C89E3B3}"/>
                    </a:ext>
                  </a:extLst>
                </p:cNvPr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7" name="Google Shape;5431;p47">
                  <a:extLst>
                    <a:ext uri="{FF2B5EF4-FFF2-40B4-BE49-F238E27FC236}">
                      <a16:creationId xmlns:a16="http://schemas.microsoft.com/office/drawing/2014/main" id="{13D9657E-9EC1-329D-8472-5584DFCD1FE0}"/>
                    </a:ext>
                  </a:extLst>
                </p:cNvPr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8" name="Google Shape;5432;p47">
                  <a:extLst>
                    <a:ext uri="{FF2B5EF4-FFF2-40B4-BE49-F238E27FC236}">
                      <a16:creationId xmlns:a16="http://schemas.microsoft.com/office/drawing/2014/main" id="{5E5A700F-5065-D13A-DFB6-52F01888A2E9}"/>
                    </a:ext>
                  </a:extLst>
                </p:cNvPr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79" name="Google Shape;5433;p47">
                  <a:extLst>
                    <a:ext uri="{FF2B5EF4-FFF2-40B4-BE49-F238E27FC236}">
                      <a16:creationId xmlns:a16="http://schemas.microsoft.com/office/drawing/2014/main" id="{1FF722A4-B36D-E7A2-A361-6C12BED82F85}"/>
                    </a:ext>
                  </a:extLst>
                </p:cNvPr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0" name="Google Shape;5434;p47">
                  <a:extLst>
                    <a:ext uri="{FF2B5EF4-FFF2-40B4-BE49-F238E27FC236}">
                      <a16:creationId xmlns:a16="http://schemas.microsoft.com/office/drawing/2014/main" id="{B75C652C-FEDB-8CEF-418B-F0A90A501019}"/>
                    </a:ext>
                  </a:extLst>
                </p:cNvPr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1" name="Google Shape;5435;p47">
                  <a:extLst>
                    <a:ext uri="{FF2B5EF4-FFF2-40B4-BE49-F238E27FC236}">
                      <a16:creationId xmlns:a16="http://schemas.microsoft.com/office/drawing/2014/main" id="{BA6BE1EA-EBF7-2576-97F8-9A85291DCCF1}"/>
                    </a:ext>
                  </a:extLst>
                </p:cNvPr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2" name="Google Shape;5436;p47">
                  <a:extLst>
                    <a:ext uri="{FF2B5EF4-FFF2-40B4-BE49-F238E27FC236}">
                      <a16:creationId xmlns:a16="http://schemas.microsoft.com/office/drawing/2014/main" id="{4CB0F85B-3345-888B-A97E-2C055431E2D7}"/>
                    </a:ext>
                  </a:extLst>
                </p:cNvPr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3" name="Google Shape;5437;p47">
                  <a:extLst>
                    <a:ext uri="{FF2B5EF4-FFF2-40B4-BE49-F238E27FC236}">
                      <a16:creationId xmlns:a16="http://schemas.microsoft.com/office/drawing/2014/main" id="{51EEDABB-0F8B-AEC7-FF1E-51CA90684AB4}"/>
                    </a:ext>
                  </a:extLst>
                </p:cNvPr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4" name="Google Shape;5438;p47">
                  <a:extLst>
                    <a:ext uri="{FF2B5EF4-FFF2-40B4-BE49-F238E27FC236}">
                      <a16:creationId xmlns:a16="http://schemas.microsoft.com/office/drawing/2014/main" id="{0E8157A1-59AD-C900-4EC0-9BA320560F13}"/>
                    </a:ext>
                  </a:extLst>
                </p:cNvPr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5" name="Google Shape;5439;p47">
                  <a:extLst>
                    <a:ext uri="{FF2B5EF4-FFF2-40B4-BE49-F238E27FC236}">
                      <a16:creationId xmlns:a16="http://schemas.microsoft.com/office/drawing/2014/main" id="{ED73D00A-099A-29FA-D1FC-C68C7C0FC5E5}"/>
                    </a:ext>
                  </a:extLst>
                </p:cNvPr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6" name="Google Shape;5440;p47">
                  <a:extLst>
                    <a:ext uri="{FF2B5EF4-FFF2-40B4-BE49-F238E27FC236}">
                      <a16:creationId xmlns:a16="http://schemas.microsoft.com/office/drawing/2014/main" id="{DCFCA0D0-63F1-1981-1801-66297AA7C8D7}"/>
                    </a:ext>
                  </a:extLst>
                </p:cNvPr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7" name="Google Shape;5441;p47">
                  <a:extLst>
                    <a:ext uri="{FF2B5EF4-FFF2-40B4-BE49-F238E27FC236}">
                      <a16:creationId xmlns:a16="http://schemas.microsoft.com/office/drawing/2014/main" id="{C7966700-239C-0ED5-A97B-92A59D37031C}"/>
                    </a:ext>
                  </a:extLst>
                </p:cNvPr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8" name="Google Shape;5442;p47">
                  <a:extLst>
                    <a:ext uri="{FF2B5EF4-FFF2-40B4-BE49-F238E27FC236}">
                      <a16:creationId xmlns:a16="http://schemas.microsoft.com/office/drawing/2014/main" id="{901F63EE-964B-0E95-177F-27E99CC253A4}"/>
                    </a:ext>
                  </a:extLst>
                </p:cNvPr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89" name="Google Shape;5443;p47">
                  <a:extLst>
                    <a:ext uri="{FF2B5EF4-FFF2-40B4-BE49-F238E27FC236}">
                      <a16:creationId xmlns:a16="http://schemas.microsoft.com/office/drawing/2014/main" id="{4C351F8E-A20E-A8E2-9682-2AF70B17F994}"/>
                    </a:ext>
                  </a:extLst>
                </p:cNvPr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0" name="Google Shape;5444;p47">
                  <a:extLst>
                    <a:ext uri="{FF2B5EF4-FFF2-40B4-BE49-F238E27FC236}">
                      <a16:creationId xmlns:a16="http://schemas.microsoft.com/office/drawing/2014/main" id="{E9B66705-588E-8C7B-206C-EFA8280CB6E5}"/>
                    </a:ext>
                  </a:extLst>
                </p:cNvPr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1" name="Google Shape;5445;p47">
                  <a:extLst>
                    <a:ext uri="{FF2B5EF4-FFF2-40B4-BE49-F238E27FC236}">
                      <a16:creationId xmlns:a16="http://schemas.microsoft.com/office/drawing/2014/main" id="{BF7A7AD1-C501-9C81-E61F-85F6B6D3F20D}"/>
                    </a:ext>
                  </a:extLst>
                </p:cNvPr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2" name="Google Shape;5446;p47">
                  <a:extLst>
                    <a:ext uri="{FF2B5EF4-FFF2-40B4-BE49-F238E27FC236}">
                      <a16:creationId xmlns:a16="http://schemas.microsoft.com/office/drawing/2014/main" id="{2372E2A5-241B-5F12-8CAD-3E6551449A1E}"/>
                    </a:ext>
                  </a:extLst>
                </p:cNvPr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3" name="Google Shape;5447;p47">
                  <a:extLst>
                    <a:ext uri="{FF2B5EF4-FFF2-40B4-BE49-F238E27FC236}">
                      <a16:creationId xmlns:a16="http://schemas.microsoft.com/office/drawing/2014/main" id="{2760790E-3554-B82B-BAF2-95D5A26BB68D}"/>
                    </a:ext>
                  </a:extLst>
                </p:cNvPr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4" name="Google Shape;5448;p47">
                  <a:extLst>
                    <a:ext uri="{FF2B5EF4-FFF2-40B4-BE49-F238E27FC236}">
                      <a16:creationId xmlns:a16="http://schemas.microsoft.com/office/drawing/2014/main" id="{2A212257-D3D9-9243-FFAB-5BF5054AD7C4}"/>
                    </a:ext>
                  </a:extLst>
                </p:cNvPr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5" name="Google Shape;5449;p47">
                  <a:extLst>
                    <a:ext uri="{FF2B5EF4-FFF2-40B4-BE49-F238E27FC236}">
                      <a16:creationId xmlns:a16="http://schemas.microsoft.com/office/drawing/2014/main" id="{19834E88-6378-BE58-C859-6435D08B7B55}"/>
                    </a:ext>
                  </a:extLst>
                </p:cNvPr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6" name="Google Shape;5450;p47">
                  <a:extLst>
                    <a:ext uri="{FF2B5EF4-FFF2-40B4-BE49-F238E27FC236}">
                      <a16:creationId xmlns:a16="http://schemas.microsoft.com/office/drawing/2014/main" id="{5B19A70F-DF9D-B6A5-26B5-ACBEEADC3099}"/>
                    </a:ext>
                  </a:extLst>
                </p:cNvPr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7" name="Google Shape;5451;p47">
                  <a:extLst>
                    <a:ext uri="{FF2B5EF4-FFF2-40B4-BE49-F238E27FC236}">
                      <a16:creationId xmlns:a16="http://schemas.microsoft.com/office/drawing/2014/main" id="{29672D16-8BE9-CA85-FA94-A935B86C5CE2}"/>
                    </a:ext>
                  </a:extLst>
                </p:cNvPr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8" name="Google Shape;5452;p47">
                  <a:extLst>
                    <a:ext uri="{FF2B5EF4-FFF2-40B4-BE49-F238E27FC236}">
                      <a16:creationId xmlns:a16="http://schemas.microsoft.com/office/drawing/2014/main" id="{EA2637CC-3E7D-7612-F2C4-DFF410B919B0}"/>
                    </a:ext>
                  </a:extLst>
                </p:cNvPr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099" name="Google Shape;5453;p47">
                  <a:extLst>
                    <a:ext uri="{FF2B5EF4-FFF2-40B4-BE49-F238E27FC236}">
                      <a16:creationId xmlns:a16="http://schemas.microsoft.com/office/drawing/2014/main" id="{F173C250-B67F-2E07-767D-BAAAF02FDFEC}"/>
                    </a:ext>
                  </a:extLst>
                </p:cNvPr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0" name="Google Shape;5454;p47">
                  <a:extLst>
                    <a:ext uri="{FF2B5EF4-FFF2-40B4-BE49-F238E27FC236}">
                      <a16:creationId xmlns:a16="http://schemas.microsoft.com/office/drawing/2014/main" id="{795B24DA-B06E-1816-E7E7-EDF3FA4C04C3}"/>
                    </a:ext>
                  </a:extLst>
                </p:cNvPr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1" name="Google Shape;5455;p47">
                  <a:extLst>
                    <a:ext uri="{FF2B5EF4-FFF2-40B4-BE49-F238E27FC236}">
                      <a16:creationId xmlns:a16="http://schemas.microsoft.com/office/drawing/2014/main" id="{1986BD2C-ECAF-9AEC-1051-B88ADCCF1DBD}"/>
                    </a:ext>
                  </a:extLst>
                </p:cNvPr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2" name="Google Shape;5456;p47">
                  <a:extLst>
                    <a:ext uri="{FF2B5EF4-FFF2-40B4-BE49-F238E27FC236}">
                      <a16:creationId xmlns:a16="http://schemas.microsoft.com/office/drawing/2014/main" id="{FD42D0FE-47C3-DCF4-6115-6677A0D2C03E}"/>
                    </a:ext>
                  </a:extLst>
                </p:cNvPr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3" name="Google Shape;5457;p47">
                  <a:extLst>
                    <a:ext uri="{FF2B5EF4-FFF2-40B4-BE49-F238E27FC236}">
                      <a16:creationId xmlns:a16="http://schemas.microsoft.com/office/drawing/2014/main" id="{91E4B436-E7CC-A6FA-02E6-CA5B7B9EA40F}"/>
                    </a:ext>
                  </a:extLst>
                </p:cNvPr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4" name="Google Shape;5458;p47">
                  <a:extLst>
                    <a:ext uri="{FF2B5EF4-FFF2-40B4-BE49-F238E27FC236}">
                      <a16:creationId xmlns:a16="http://schemas.microsoft.com/office/drawing/2014/main" id="{EB863140-563E-BC37-69A5-1AFB9ACA6E86}"/>
                    </a:ext>
                  </a:extLst>
                </p:cNvPr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5" name="Google Shape;5459;p47">
                  <a:extLst>
                    <a:ext uri="{FF2B5EF4-FFF2-40B4-BE49-F238E27FC236}">
                      <a16:creationId xmlns:a16="http://schemas.microsoft.com/office/drawing/2014/main" id="{B70A5E0C-5CD0-6699-6894-8D6DF8C34975}"/>
                    </a:ext>
                  </a:extLst>
                </p:cNvPr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6" name="Google Shape;5460;p47">
                  <a:extLst>
                    <a:ext uri="{FF2B5EF4-FFF2-40B4-BE49-F238E27FC236}">
                      <a16:creationId xmlns:a16="http://schemas.microsoft.com/office/drawing/2014/main" id="{A8485BE8-C5E8-D9D7-1DC8-288856B8571C}"/>
                    </a:ext>
                  </a:extLst>
                </p:cNvPr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7" name="Google Shape;5461;p47">
                  <a:extLst>
                    <a:ext uri="{FF2B5EF4-FFF2-40B4-BE49-F238E27FC236}">
                      <a16:creationId xmlns:a16="http://schemas.microsoft.com/office/drawing/2014/main" id="{B18BFC14-1964-CDB7-C398-928BAB4FD042}"/>
                    </a:ext>
                  </a:extLst>
                </p:cNvPr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8" name="Google Shape;5462;p47">
                  <a:extLst>
                    <a:ext uri="{FF2B5EF4-FFF2-40B4-BE49-F238E27FC236}">
                      <a16:creationId xmlns:a16="http://schemas.microsoft.com/office/drawing/2014/main" id="{F451961D-519B-2CE6-BC11-E102352B0DC2}"/>
                    </a:ext>
                  </a:extLst>
                </p:cNvPr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09" name="Google Shape;5463;p47">
                  <a:extLst>
                    <a:ext uri="{FF2B5EF4-FFF2-40B4-BE49-F238E27FC236}">
                      <a16:creationId xmlns:a16="http://schemas.microsoft.com/office/drawing/2014/main" id="{A9312CED-9078-11FC-93C9-1CE08DF90D84}"/>
                    </a:ext>
                  </a:extLst>
                </p:cNvPr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0" name="Google Shape;5464;p47">
                  <a:extLst>
                    <a:ext uri="{FF2B5EF4-FFF2-40B4-BE49-F238E27FC236}">
                      <a16:creationId xmlns:a16="http://schemas.microsoft.com/office/drawing/2014/main" id="{F0EFE513-AD3D-27B1-41ED-7FCC02C4FE4E}"/>
                    </a:ext>
                  </a:extLst>
                </p:cNvPr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1" name="Google Shape;5465;p47">
                  <a:extLst>
                    <a:ext uri="{FF2B5EF4-FFF2-40B4-BE49-F238E27FC236}">
                      <a16:creationId xmlns:a16="http://schemas.microsoft.com/office/drawing/2014/main" id="{A241522E-19EA-724D-1D4D-C0235F707656}"/>
                    </a:ext>
                  </a:extLst>
                </p:cNvPr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2" name="Google Shape;5466;p47">
                  <a:extLst>
                    <a:ext uri="{FF2B5EF4-FFF2-40B4-BE49-F238E27FC236}">
                      <a16:creationId xmlns:a16="http://schemas.microsoft.com/office/drawing/2014/main" id="{F85AD8E1-DB7C-4338-3DBA-8EBEC4C11265}"/>
                    </a:ext>
                  </a:extLst>
                </p:cNvPr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3" name="Google Shape;5467;p47">
                  <a:extLst>
                    <a:ext uri="{FF2B5EF4-FFF2-40B4-BE49-F238E27FC236}">
                      <a16:creationId xmlns:a16="http://schemas.microsoft.com/office/drawing/2014/main" id="{34D92036-80B0-2164-9D28-6A83C3E9D819}"/>
                    </a:ext>
                  </a:extLst>
                </p:cNvPr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4" name="Google Shape;5468;p47">
                  <a:extLst>
                    <a:ext uri="{FF2B5EF4-FFF2-40B4-BE49-F238E27FC236}">
                      <a16:creationId xmlns:a16="http://schemas.microsoft.com/office/drawing/2014/main" id="{6354EB73-D545-528B-0505-2B7D06C5C129}"/>
                    </a:ext>
                  </a:extLst>
                </p:cNvPr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5" name="Google Shape;5469;p47">
                  <a:extLst>
                    <a:ext uri="{FF2B5EF4-FFF2-40B4-BE49-F238E27FC236}">
                      <a16:creationId xmlns:a16="http://schemas.microsoft.com/office/drawing/2014/main" id="{176C3866-443C-CE80-1D59-D312165569CC}"/>
                    </a:ext>
                  </a:extLst>
                </p:cNvPr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6" name="Google Shape;5470;p47">
                  <a:extLst>
                    <a:ext uri="{FF2B5EF4-FFF2-40B4-BE49-F238E27FC236}">
                      <a16:creationId xmlns:a16="http://schemas.microsoft.com/office/drawing/2014/main" id="{3176C2DC-2CCC-258E-A239-2B5896F19BC2}"/>
                    </a:ext>
                  </a:extLst>
                </p:cNvPr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7" name="Google Shape;5471;p47">
                  <a:extLst>
                    <a:ext uri="{FF2B5EF4-FFF2-40B4-BE49-F238E27FC236}">
                      <a16:creationId xmlns:a16="http://schemas.microsoft.com/office/drawing/2014/main" id="{D8C20E43-ABB3-1219-DB41-E4DD1C77A1DF}"/>
                    </a:ext>
                  </a:extLst>
                </p:cNvPr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8" name="Google Shape;5472;p47">
                  <a:extLst>
                    <a:ext uri="{FF2B5EF4-FFF2-40B4-BE49-F238E27FC236}">
                      <a16:creationId xmlns:a16="http://schemas.microsoft.com/office/drawing/2014/main" id="{49D635D0-954B-E2CF-C8E3-F8C36591B1DC}"/>
                    </a:ext>
                  </a:extLst>
                </p:cNvPr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19" name="Google Shape;5473;p47">
                  <a:extLst>
                    <a:ext uri="{FF2B5EF4-FFF2-40B4-BE49-F238E27FC236}">
                      <a16:creationId xmlns:a16="http://schemas.microsoft.com/office/drawing/2014/main" id="{D856A12E-22C9-6E1A-BAD2-9463E598D916}"/>
                    </a:ext>
                  </a:extLst>
                </p:cNvPr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0" name="Google Shape;5474;p47">
                  <a:extLst>
                    <a:ext uri="{FF2B5EF4-FFF2-40B4-BE49-F238E27FC236}">
                      <a16:creationId xmlns:a16="http://schemas.microsoft.com/office/drawing/2014/main" id="{69F1258D-1C8E-531C-5314-84D4E6F19E27}"/>
                    </a:ext>
                  </a:extLst>
                </p:cNvPr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1" name="Google Shape;5475;p47">
                  <a:extLst>
                    <a:ext uri="{FF2B5EF4-FFF2-40B4-BE49-F238E27FC236}">
                      <a16:creationId xmlns:a16="http://schemas.microsoft.com/office/drawing/2014/main" id="{49DA3578-E4E6-22BC-D239-20F80D050A9A}"/>
                    </a:ext>
                  </a:extLst>
                </p:cNvPr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2" name="Google Shape;5476;p47">
                  <a:extLst>
                    <a:ext uri="{FF2B5EF4-FFF2-40B4-BE49-F238E27FC236}">
                      <a16:creationId xmlns:a16="http://schemas.microsoft.com/office/drawing/2014/main" id="{9B551CD4-ECCA-5F0A-4F44-5EE44F463DED}"/>
                    </a:ext>
                  </a:extLst>
                </p:cNvPr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3" name="Google Shape;5477;p47">
                  <a:extLst>
                    <a:ext uri="{FF2B5EF4-FFF2-40B4-BE49-F238E27FC236}">
                      <a16:creationId xmlns:a16="http://schemas.microsoft.com/office/drawing/2014/main" id="{D43DDB61-A875-E1B7-6814-74340643D559}"/>
                    </a:ext>
                  </a:extLst>
                </p:cNvPr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4" name="Google Shape;5478;p47">
                  <a:extLst>
                    <a:ext uri="{FF2B5EF4-FFF2-40B4-BE49-F238E27FC236}">
                      <a16:creationId xmlns:a16="http://schemas.microsoft.com/office/drawing/2014/main" id="{CA2567AC-2544-2840-1154-51ECB1F794B2}"/>
                    </a:ext>
                  </a:extLst>
                </p:cNvPr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5" name="Google Shape;5479;p47">
                  <a:extLst>
                    <a:ext uri="{FF2B5EF4-FFF2-40B4-BE49-F238E27FC236}">
                      <a16:creationId xmlns:a16="http://schemas.microsoft.com/office/drawing/2014/main" id="{D945DAA1-7690-F24B-5E29-C2A1D4D4C616}"/>
                    </a:ext>
                  </a:extLst>
                </p:cNvPr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6" name="Google Shape;5480;p47">
                  <a:extLst>
                    <a:ext uri="{FF2B5EF4-FFF2-40B4-BE49-F238E27FC236}">
                      <a16:creationId xmlns:a16="http://schemas.microsoft.com/office/drawing/2014/main" id="{89EEE5F5-A637-E3FD-1A98-B7D579643E00}"/>
                    </a:ext>
                  </a:extLst>
                </p:cNvPr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7" name="Google Shape;5481;p47">
                  <a:extLst>
                    <a:ext uri="{FF2B5EF4-FFF2-40B4-BE49-F238E27FC236}">
                      <a16:creationId xmlns:a16="http://schemas.microsoft.com/office/drawing/2014/main" id="{AF231C45-68B6-327E-8369-9AD57E6895FC}"/>
                    </a:ext>
                  </a:extLst>
                </p:cNvPr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8" name="Google Shape;5482;p47">
                  <a:extLst>
                    <a:ext uri="{FF2B5EF4-FFF2-40B4-BE49-F238E27FC236}">
                      <a16:creationId xmlns:a16="http://schemas.microsoft.com/office/drawing/2014/main" id="{A5A61A07-69AA-5961-5FE5-FD14C5AF6FD2}"/>
                    </a:ext>
                  </a:extLst>
                </p:cNvPr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29" name="Google Shape;5483;p47">
                  <a:extLst>
                    <a:ext uri="{FF2B5EF4-FFF2-40B4-BE49-F238E27FC236}">
                      <a16:creationId xmlns:a16="http://schemas.microsoft.com/office/drawing/2014/main" id="{6874D10B-28F5-E323-25F2-D45ACAD4BD46}"/>
                    </a:ext>
                  </a:extLst>
                </p:cNvPr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0" name="Google Shape;5484;p47">
                  <a:extLst>
                    <a:ext uri="{FF2B5EF4-FFF2-40B4-BE49-F238E27FC236}">
                      <a16:creationId xmlns:a16="http://schemas.microsoft.com/office/drawing/2014/main" id="{A852400C-C5CD-D2D1-30ED-3FA8A8E7A9E8}"/>
                    </a:ext>
                  </a:extLst>
                </p:cNvPr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31" name="Google Shape;5485;p47">
                  <a:extLst>
                    <a:ext uri="{FF2B5EF4-FFF2-40B4-BE49-F238E27FC236}">
                      <a16:creationId xmlns:a16="http://schemas.microsoft.com/office/drawing/2014/main" id="{AFBEE975-8EE0-4E74-69E9-B5B29E682793}"/>
                    </a:ext>
                  </a:extLst>
                </p:cNvPr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295" name="Google Shape;5486;p47">
              <a:extLst>
                <a:ext uri="{FF2B5EF4-FFF2-40B4-BE49-F238E27FC236}">
                  <a16:creationId xmlns:a16="http://schemas.microsoft.com/office/drawing/2014/main" id="{E06D1E35-DB08-9735-D6AD-852F442DD787}"/>
                </a:ext>
              </a:extLst>
            </p:cNvPr>
            <p:cNvGrpSpPr/>
            <p:nvPr/>
          </p:nvGrpSpPr>
          <p:grpSpPr>
            <a:xfrm>
              <a:off x="7811021" y="3410212"/>
              <a:ext cx="491637" cy="986062"/>
              <a:chOff x="4225370" y="-782119"/>
              <a:chExt cx="299250" cy="600196"/>
            </a:xfrm>
          </p:grpSpPr>
          <p:sp>
            <p:nvSpPr>
              <p:cNvPr id="1834" name="Google Shape;5487;p47">
                <a:extLst>
                  <a:ext uri="{FF2B5EF4-FFF2-40B4-BE49-F238E27FC236}">
                    <a16:creationId xmlns:a16="http://schemas.microsoft.com/office/drawing/2014/main" id="{B2271E59-5175-E737-C963-669B4F1C7B5A}"/>
                  </a:ext>
                </a:extLst>
              </p:cNvPr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5" name="Google Shape;5488;p47">
                <a:extLst>
                  <a:ext uri="{FF2B5EF4-FFF2-40B4-BE49-F238E27FC236}">
                    <a16:creationId xmlns:a16="http://schemas.microsoft.com/office/drawing/2014/main" id="{74CAD343-64A0-008B-B32B-40EC8202267D}"/>
                  </a:ext>
                </a:extLst>
              </p:cNvPr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6" name="Google Shape;5489;p47">
                <a:extLst>
                  <a:ext uri="{FF2B5EF4-FFF2-40B4-BE49-F238E27FC236}">
                    <a16:creationId xmlns:a16="http://schemas.microsoft.com/office/drawing/2014/main" id="{F7CA6968-3F65-C770-5F23-8801A124A4F7}"/>
                  </a:ext>
                </a:extLst>
              </p:cNvPr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7" name="Google Shape;5490;p47">
                <a:extLst>
                  <a:ext uri="{FF2B5EF4-FFF2-40B4-BE49-F238E27FC236}">
                    <a16:creationId xmlns:a16="http://schemas.microsoft.com/office/drawing/2014/main" id="{EAD8F18B-CABC-F4DC-B022-EFC611973FB3}"/>
                  </a:ext>
                </a:extLst>
              </p:cNvPr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8" name="Google Shape;5491;p47">
                <a:extLst>
                  <a:ext uri="{FF2B5EF4-FFF2-40B4-BE49-F238E27FC236}">
                    <a16:creationId xmlns:a16="http://schemas.microsoft.com/office/drawing/2014/main" id="{90BE6D8A-AF16-EE58-75E4-64757D35C4E6}"/>
                  </a:ext>
                </a:extLst>
              </p:cNvPr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9" name="Google Shape;5492;p47">
                <a:extLst>
                  <a:ext uri="{FF2B5EF4-FFF2-40B4-BE49-F238E27FC236}">
                    <a16:creationId xmlns:a16="http://schemas.microsoft.com/office/drawing/2014/main" id="{D3A9DCB2-2954-213A-C199-4B8560C3A54B}"/>
                  </a:ext>
                </a:extLst>
              </p:cNvPr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0" name="Google Shape;5493;p47">
                <a:extLst>
                  <a:ext uri="{FF2B5EF4-FFF2-40B4-BE49-F238E27FC236}">
                    <a16:creationId xmlns:a16="http://schemas.microsoft.com/office/drawing/2014/main" id="{C25DD8F2-97B6-0EF3-F0D1-040A423847CC}"/>
                  </a:ext>
                </a:extLst>
              </p:cNvPr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1" name="Google Shape;5494;p47">
                <a:extLst>
                  <a:ext uri="{FF2B5EF4-FFF2-40B4-BE49-F238E27FC236}">
                    <a16:creationId xmlns:a16="http://schemas.microsoft.com/office/drawing/2014/main" id="{84546F5F-B8D1-CED5-A3BE-3171C7CDDC23}"/>
                  </a:ext>
                </a:extLst>
              </p:cNvPr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FFBB33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2" name="Google Shape;5495;p47">
                <a:extLst>
                  <a:ext uri="{FF2B5EF4-FFF2-40B4-BE49-F238E27FC236}">
                    <a16:creationId xmlns:a16="http://schemas.microsoft.com/office/drawing/2014/main" id="{DEFC6EC3-C611-2B7B-9A40-7EEBD53ACA1A}"/>
                  </a:ext>
                </a:extLst>
              </p:cNvPr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3" name="Google Shape;5496;p47">
                <a:extLst>
                  <a:ext uri="{FF2B5EF4-FFF2-40B4-BE49-F238E27FC236}">
                    <a16:creationId xmlns:a16="http://schemas.microsoft.com/office/drawing/2014/main" id="{3D545FAC-0024-A933-E9FA-BAA4F493E61D}"/>
                  </a:ext>
                </a:extLst>
              </p:cNvPr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4" name="Google Shape;5497;p47">
                <a:extLst>
                  <a:ext uri="{FF2B5EF4-FFF2-40B4-BE49-F238E27FC236}">
                    <a16:creationId xmlns:a16="http://schemas.microsoft.com/office/drawing/2014/main" id="{AD79FC14-8BAA-4A40-E3DF-4E4760BC840E}"/>
                  </a:ext>
                </a:extLst>
              </p:cNvPr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5" name="Google Shape;5498;p47">
                <a:extLst>
                  <a:ext uri="{FF2B5EF4-FFF2-40B4-BE49-F238E27FC236}">
                    <a16:creationId xmlns:a16="http://schemas.microsoft.com/office/drawing/2014/main" id="{4FE5362F-390E-9AC3-01BC-F32D0892A68F}"/>
                  </a:ext>
                </a:extLst>
              </p:cNvPr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6" name="Google Shape;5499;p47">
              <a:extLst>
                <a:ext uri="{FF2B5EF4-FFF2-40B4-BE49-F238E27FC236}">
                  <a16:creationId xmlns:a16="http://schemas.microsoft.com/office/drawing/2014/main" id="{5E1410EB-FADD-8B02-58FE-FCC6018684F0}"/>
                </a:ext>
              </a:extLst>
            </p:cNvPr>
            <p:cNvGrpSpPr/>
            <p:nvPr/>
          </p:nvGrpSpPr>
          <p:grpSpPr>
            <a:xfrm>
              <a:off x="6459400" y="1053677"/>
              <a:ext cx="364101" cy="822618"/>
              <a:chOff x="-4142100" y="577427"/>
              <a:chExt cx="364101" cy="822618"/>
            </a:xfrm>
          </p:grpSpPr>
          <p:sp>
            <p:nvSpPr>
              <p:cNvPr id="1789" name="Google Shape;5500;p47">
                <a:extLst>
                  <a:ext uri="{FF2B5EF4-FFF2-40B4-BE49-F238E27FC236}">
                    <a16:creationId xmlns:a16="http://schemas.microsoft.com/office/drawing/2014/main" id="{449CC8AB-B155-B607-C0F4-CDC29A5AEE42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0" name="Google Shape;5501;p47">
                <a:extLst>
                  <a:ext uri="{FF2B5EF4-FFF2-40B4-BE49-F238E27FC236}">
                    <a16:creationId xmlns:a16="http://schemas.microsoft.com/office/drawing/2014/main" id="{78F0EF14-FD38-5AC0-5CE0-89D8DDB7FF7E}"/>
                  </a:ext>
                </a:extLst>
              </p:cNvPr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1" name="Google Shape;5502;p47">
                <a:extLst>
                  <a:ext uri="{FF2B5EF4-FFF2-40B4-BE49-F238E27FC236}">
                    <a16:creationId xmlns:a16="http://schemas.microsoft.com/office/drawing/2014/main" id="{4254C525-063A-D24E-9210-8CB1234DD3C4}"/>
                  </a:ext>
                </a:extLst>
              </p:cNvPr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2" name="Google Shape;5503;p47">
                <a:extLst>
                  <a:ext uri="{FF2B5EF4-FFF2-40B4-BE49-F238E27FC236}">
                    <a16:creationId xmlns:a16="http://schemas.microsoft.com/office/drawing/2014/main" id="{C09A4908-AB88-7A01-42E9-7B44E057AAEE}"/>
                  </a:ext>
                </a:extLst>
              </p:cNvPr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3" name="Google Shape;5504;p47">
                <a:extLst>
                  <a:ext uri="{FF2B5EF4-FFF2-40B4-BE49-F238E27FC236}">
                    <a16:creationId xmlns:a16="http://schemas.microsoft.com/office/drawing/2014/main" id="{8C929911-C2E4-A841-B61B-ABCFE977CABB}"/>
                  </a:ext>
                </a:extLst>
              </p:cNvPr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4" name="Google Shape;5505;p47">
                <a:extLst>
                  <a:ext uri="{FF2B5EF4-FFF2-40B4-BE49-F238E27FC236}">
                    <a16:creationId xmlns:a16="http://schemas.microsoft.com/office/drawing/2014/main" id="{DB3900CA-2E09-2CEA-8AFB-322FFD55D52B}"/>
                  </a:ext>
                </a:extLst>
              </p:cNvPr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5" name="Google Shape;5506;p47">
                <a:extLst>
                  <a:ext uri="{FF2B5EF4-FFF2-40B4-BE49-F238E27FC236}">
                    <a16:creationId xmlns:a16="http://schemas.microsoft.com/office/drawing/2014/main" id="{AD8F3B58-C93F-2AA5-E462-5ADC4B671279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6" name="Google Shape;5507;p47">
                <a:extLst>
                  <a:ext uri="{FF2B5EF4-FFF2-40B4-BE49-F238E27FC236}">
                    <a16:creationId xmlns:a16="http://schemas.microsoft.com/office/drawing/2014/main" id="{5187C6F0-27F0-875D-22B7-0A311342455A}"/>
                  </a:ext>
                </a:extLst>
              </p:cNvPr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7" name="Google Shape;5508;p47">
                <a:extLst>
                  <a:ext uri="{FF2B5EF4-FFF2-40B4-BE49-F238E27FC236}">
                    <a16:creationId xmlns:a16="http://schemas.microsoft.com/office/drawing/2014/main" id="{10EE1531-251C-AD0F-0A6E-14B13E4DA21D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8" name="Google Shape;5509;p47">
                <a:extLst>
                  <a:ext uri="{FF2B5EF4-FFF2-40B4-BE49-F238E27FC236}">
                    <a16:creationId xmlns:a16="http://schemas.microsoft.com/office/drawing/2014/main" id="{E26DB78C-0192-CCFA-4D6A-BC1BD6D2B3BB}"/>
                  </a:ext>
                </a:extLst>
              </p:cNvPr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9" name="Google Shape;5510;p47">
                <a:extLst>
                  <a:ext uri="{FF2B5EF4-FFF2-40B4-BE49-F238E27FC236}">
                    <a16:creationId xmlns:a16="http://schemas.microsoft.com/office/drawing/2014/main" id="{C4FEBBE2-E3C4-459A-2D2F-C0606078678D}"/>
                  </a:ext>
                </a:extLst>
              </p:cNvPr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0" name="Google Shape;5511;p47">
                <a:extLst>
                  <a:ext uri="{FF2B5EF4-FFF2-40B4-BE49-F238E27FC236}">
                    <a16:creationId xmlns:a16="http://schemas.microsoft.com/office/drawing/2014/main" id="{1986F420-7C25-2964-31C2-92E59261B4F7}"/>
                  </a:ext>
                </a:extLst>
              </p:cNvPr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1" name="Google Shape;5512;p47">
                <a:extLst>
                  <a:ext uri="{FF2B5EF4-FFF2-40B4-BE49-F238E27FC236}">
                    <a16:creationId xmlns:a16="http://schemas.microsoft.com/office/drawing/2014/main" id="{4B01385F-06D4-2EB7-64F4-B6289492B9CB}"/>
                  </a:ext>
                </a:extLst>
              </p:cNvPr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2" name="Google Shape;5513;p47">
                <a:extLst>
                  <a:ext uri="{FF2B5EF4-FFF2-40B4-BE49-F238E27FC236}">
                    <a16:creationId xmlns:a16="http://schemas.microsoft.com/office/drawing/2014/main" id="{0680C18B-BDF8-C769-8A37-41839D4114D0}"/>
                  </a:ext>
                </a:extLst>
              </p:cNvPr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3" name="Google Shape;5514;p47">
                <a:extLst>
                  <a:ext uri="{FF2B5EF4-FFF2-40B4-BE49-F238E27FC236}">
                    <a16:creationId xmlns:a16="http://schemas.microsoft.com/office/drawing/2014/main" id="{E6DD879D-8B5E-D58D-8D24-0442C8ED874B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4" name="Google Shape;5515;p47">
                <a:extLst>
                  <a:ext uri="{FF2B5EF4-FFF2-40B4-BE49-F238E27FC236}">
                    <a16:creationId xmlns:a16="http://schemas.microsoft.com/office/drawing/2014/main" id="{64B7299C-0D85-BE86-1B38-79868F0B291C}"/>
                  </a:ext>
                </a:extLst>
              </p:cNvPr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5" name="Google Shape;5516;p47">
                <a:extLst>
                  <a:ext uri="{FF2B5EF4-FFF2-40B4-BE49-F238E27FC236}">
                    <a16:creationId xmlns:a16="http://schemas.microsoft.com/office/drawing/2014/main" id="{D97ADE36-B9D6-0F54-313D-B1FC9D1D673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6" name="Google Shape;5517;p47">
                <a:extLst>
                  <a:ext uri="{FF2B5EF4-FFF2-40B4-BE49-F238E27FC236}">
                    <a16:creationId xmlns:a16="http://schemas.microsoft.com/office/drawing/2014/main" id="{838ACDFB-C8D9-BEE8-FE4F-8EACBF7F5DC6}"/>
                  </a:ext>
                </a:extLst>
              </p:cNvPr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7" name="Google Shape;5518;p47">
                <a:extLst>
                  <a:ext uri="{FF2B5EF4-FFF2-40B4-BE49-F238E27FC236}">
                    <a16:creationId xmlns:a16="http://schemas.microsoft.com/office/drawing/2014/main" id="{55CC4D96-EC07-5820-C4AB-29921CFFF50D}"/>
                  </a:ext>
                </a:extLst>
              </p:cNvPr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8" name="Google Shape;5519;p47">
                <a:extLst>
                  <a:ext uri="{FF2B5EF4-FFF2-40B4-BE49-F238E27FC236}">
                    <a16:creationId xmlns:a16="http://schemas.microsoft.com/office/drawing/2014/main" id="{EE994688-CB04-5506-9899-EB1A17F54934}"/>
                  </a:ext>
                </a:extLst>
              </p:cNvPr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9" name="Google Shape;5520;p47">
                <a:extLst>
                  <a:ext uri="{FF2B5EF4-FFF2-40B4-BE49-F238E27FC236}">
                    <a16:creationId xmlns:a16="http://schemas.microsoft.com/office/drawing/2014/main" id="{85862700-D84B-0295-4BBD-46146CB10B67}"/>
                  </a:ext>
                </a:extLst>
              </p:cNvPr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0" name="Google Shape;5521;p47">
                <a:extLst>
                  <a:ext uri="{FF2B5EF4-FFF2-40B4-BE49-F238E27FC236}">
                    <a16:creationId xmlns:a16="http://schemas.microsoft.com/office/drawing/2014/main" id="{EEC6000E-A88D-68FA-6851-D45D4DAEBA4A}"/>
                  </a:ext>
                </a:extLst>
              </p:cNvPr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1" name="Google Shape;5522;p47">
                <a:extLst>
                  <a:ext uri="{FF2B5EF4-FFF2-40B4-BE49-F238E27FC236}">
                    <a16:creationId xmlns:a16="http://schemas.microsoft.com/office/drawing/2014/main" id="{B0998540-E77A-334A-56B4-86B21E9B2F82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2" name="Google Shape;5523;p47">
                <a:extLst>
                  <a:ext uri="{FF2B5EF4-FFF2-40B4-BE49-F238E27FC236}">
                    <a16:creationId xmlns:a16="http://schemas.microsoft.com/office/drawing/2014/main" id="{AEBC0C9C-F5B0-1D0F-618F-3FD1D958A16B}"/>
                  </a:ext>
                </a:extLst>
              </p:cNvPr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3" name="Google Shape;5524;p47">
                <a:extLst>
                  <a:ext uri="{FF2B5EF4-FFF2-40B4-BE49-F238E27FC236}">
                    <a16:creationId xmlns:a16="http://schemas.microsoft.com/office/drawing/2014/main" id="{39FFE2DC-6C49-5F09-8C03-286E813EDF4B}"/>
                  </a:ext>
                </a:extLst>
              </p:cNvPr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4" name="Google Shape;5525;p47">
                <a:extLst>
                  <a:ext uri="{FF2B5EF4-FFF2-40B4-BE49-F238E27FC236}">
                    <a16:creationId xmlns:a16="http://schemas.microsoft.com/office/drawing/2014/main" id="{0F481EEF-FBE5-12FC-F502-5572B9317468}"/>
                  </a:ext>
                </a:extLst>
              </p:cNvPr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5" name="Google Shape;5526;p47">
                <a:extLst>
                  <a:ext uri="{FF2B5EF4-FFF2-40B4-BE49-F238E27FC236}">
                    <a16:creationId xmlns:a16="http://schemas.microsoft.com/office/drawing/2014/main" id="{918CE0DF-3C6F-B81E-395B-FD1304A18B75}"/>
                  </a:ext>
                </a:extLst>
              </p:cNvPr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6" name="Google Shape;5527;p47">
                <a:extLst>
                  <a:ext uri="{FF2B5EF4-FFF2-40B4-BE49-F238E27FC236}">
                    <a16:creationId xmlns:a16="http://schemas.microsoft.com/office/drawing/2014/main" id="{315442BB-93C2-9F45-3352-D62F59E7A745}"/>
                  </a:ext>
                </a:extLst>
              </p:cNvPr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7" name="Google Shape;5528;p47">
                <a:extLst>
                  <a:ext uri="{FF2B5EF4-FFF2-40B4-BE49-F238E27FC236}">
                    <a16:creationId xmlns:a16="http://schemas.microsoft.com/office/drawing/2014/main" id="{5AA82480-2E7C-3E30-F60E-540771ADB05B}"/>
                  </a:ext>
                </a:extLst>
              </p:cNvPr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8" name="Google Shape;5529;p47">
                <a:extLst>
                  <a:ext uri="{FF2B5EF4-FFF2-40B4-BE49-F238E27FC236}">
                    <a16:creationId xmlns:a16="http://schemas.microsoft.com/office/drawing/2014/main" id="{4E1C7123-7E78-FDEA-DC4D-6A53FBEB558F}"/>
                  </a:ext>
                </a:extLst>
              </p:cNvPr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9" name="Google Shape;5530;p47">
                <a:extLst>
                  <a:ext uri="{FF2B5EF4-FFF2-40B4-BE49-F238E27FC236}">
                    <a16:creationId xmlns:a16="http://schemas.microsoft.com/office/drawing/2014/main" id="{D7D9E314-6C9E-86E6-835E-A91441F02793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0" name="Google Shape;5531;p47">
                <a:extLst>
                  <a:ext uri="{FF2B5EF4-FFF2-40B4-BE49-F238E27FC236}">
                    <a16:creationId xmlns:a16="http://schemas.microsoft.com/office/drawing/2014/main" id="{DEDB66A6-AC49-C07C-47F9-562D02A65511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1" name="Google Shape;5532;p47">
                <a:extLst>
                  <a:ext uri="{FF2B5EF4-FFF2-40B4-BE49-F238E27FC236}">
                    <a16:creationId xmlns:a16="http://schemas.microsoft.com/office/drawing/2014/main" id="{4F902206-43F0-9B66-0053-52D96AE64B92}"/>
                  </a:ext>
                </a:extLst>
              </p:cNvPr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2" name="Google Shape;5533;p47">
                <a:extLst>
                  <a:ext uri="{FF2B5EF4-FFF2-40B4-BE49-F238E27FC236}">
                    <a16:creationId xmlns:a16="http://schemas.microsoft.com/office/drawing/2014/main" id="{96B92501-7E82-4D36-84C6-C960F21ADA89}"/>
                  </a:ext>
                </a:extLst>
              </p:cNvPr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3" name="Google Shape;5534;p47">
                <a:extLst>
                  <a:ext uri="{FF2B5EF4-FFF2-40B4-BE49-F238E27FC236}">
                    <a16:creationId xmlns:a16="http://schemas.microsoft.com/office/drawing/2014/main" id="{148C0205-5AD5-36AB-75CC-B9A7468321BA}"/>
                  </a:ext>
                </a:extLst>
              </p:cNvPr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4" name="Google Shape;5535;p47">
                <a:extLst>
                  <a:ext uri="{FF2B5EF4-FFF2-40B4-BE49-F238E27FC236}">
                    <a16:creationId xmlns:a16="http://schemas.microsoft.com/office/drawing/2014/main" id="{2A4DD80A-E775-5963-1C68-34E4AB98A79E}"/>
                  </a:ext>
                </a:extLst>
              </p:cNvPr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5" name="Google Shape;5536;p47">
                <a:extLst>
                  <a:ext uri="{FF2B5EF4-FFF2-40B4-BE49-F238E27FC236}">
                    <a16:creationId xmlns:a16="http://schemas.microsoft.com/office/drawing/2014/main" id="{56BC0658-E865-594A-B187-EDC0AE857737}"/>
                  </a:ext>
                </a:extLst>
              </p:cNvPr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6" name="Google Shape;5537;p47">
                <a:extLst>
                  <a:ext uri="{FF2B5EF4-FFF2-40B4-BE49-F238E27FC236}">
                    <a16:creationId xmlns:a16="http://schemas.microsoft.com/office/drawing/2014/main" id="{CFBBC198-0B21-25BB-618C-18C647FF684E}"/>
                  </a:ext>
                </a:extLst>
              </p:cNvPr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7" name="Google Shape;5538;p47">
                <a:extLst>
                  <a:ext uri="{FF2B5EF4-FFF2-40B4-BE49-F238E27FC236}">
                    <a16:creationId xmlns:a16="http://schemas.microsoft.com/office/drawing/2014/main" id="{6A0CC9F5-D888-B28A-AD18-7275CE251B26}"/>
                  </a:ext>
                </a:extLst>
              </p:cNvPr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8" name="Google Shape;5539;p47">
                <a:extLst>
                  <a:ext uri="{FF2B5EF4-FFF2-40B4-BE49-F238E27FC236}">
                    <a16:creationId xmlns:a16="http://schemas.microsoft.com/office/drawing/2014/main" id="{3FB7DC9E-5255-5A24-5F04-1EAEBBE465E1}"/>
                  </a:ext>
                </a:extLst>
              </p:cNvPr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9" name="Google Shape;5540;p47">
                <a:extLst>
                  <a:ext uri="{FF2B5EF4-FFF2-40B4-BE49-F238E27FC236}">
                    <a16:creationId xmlns:a16="http://schemas.microsoft.com/office/drawing/2014/main" id="{9FF92B51-373B-80C6-CAB9-A4DB96CBBD50}"/>
                  </a:ext>
                </a:extLst>
              </p:cNvPr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0" name="Google Shape;5541;p47">
                <a:extLst>
                  <a:ext uri="{FF2B5EF4-FFF2-40B4-BE49-F238E27FC236}">
                    <a16:creationId xmlns:a16="http://schemas.microsoft.com/office/drawing/2014/main" id="{E854A965-58E9-9A52-CF4E-0888D62D7950}"/>
                  </a:ext>
                </a:extLst>
              </p:cNvPr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1" name="Google Shape;5542;p47">
                <a:extLst>
                  <a:ext uri="{FF2B5EF4-FFF2-40B4-BE49-F238E27FC236}">
                    <a16:creationId xmlns:a16="http://schemas.microsoft.com/office/drawing/2014/main" id="{E242DA3A-B1A3-8838-0459-97C25EDBAF37}"/>
                  </a:ext>
                </a:extLst>
              </p:cNvPr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2" name="Google Shape;5543;p47">
                <a:extLst>
                  <a:ext uri="{FF2B5EF4-FFF2-40B4-BE49-F238E27FC236}">
                    <a16:creationId xmlns:a16="http://schemas.microsoft.com/office/drawing/2014/main" id="{76C367BE-20EB-1DD9-B7E0-49E2304827DE}"/>
                  </a:ext>
                </a:extLst>
              </p:cNvPr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3" name="Google Shape;5544;p47">
                <a:extLst>
                  <a:ext uri="{FF2B5EF4-FFF2-40B4-BE49-F238E27FC236}">
                    <a16:creationId xmlns:a16="http://schemas.microsoft.com/office/drawing/2014/main" id="{666F8A0B-2B66-E52D-B530-1D5938317510}"/>
                  </a:ext>
                </a:extLst>
              </p:cNvPr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7" name="Google Shape;5545;p47">
              <a:extLst>
                <a:ext uri="{FF2B5EF4-FFF2-40B4-BE49-F238E27FC236}">
                  <a16:creationId xmlns:a16="http://schemas.microsoft.com/office/drawing/2014/main" id="{AC131702-8488-D31D-7CD3-C86EECC88D41}"/>
                </a:ext>
              </a:extLst>
            </p:cNvPr>
            <p:cNvGrpSpPr/>
            <p:nvPr/>
          </p:nvGrpSpPr>
          <p:grpSpPr>
            <a:xfrm>
              <a:off x="6049017" y="3621184"/>
              <a:ext cx="304008" cy="564114"/>
              <a:chOff x="6058230" y="-2567239"/>
              <a:chExt cx="663194" cy="1230616"/>
            </a:xfrm>
          </p:grpSpPr>
          <p:sp>
            <p:nvSpPr>
              <p:cNvPr id="1755" name="Google Shape;5546;p47">
                <a:extLst>
                  <a:ext uri="{FF2B5EF4-FFF2-40B4-BE49-F238E27FC236}">
                    <a16:creationId xmlns:a16="http://schemas.microsoft.com/office/drawing/2014/main" id="{2946EB30-AE38-6F83-AE99-0098EA034270}"/>
                  </a:ext>
                </a:extLst>
              </p:cNvPr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6" name="Google Shape;5547;p47">
                <a:extLst>
                  <a:ext uri="{FF2B5EF4-FFF2-40B4-BE49-F238E27FC236}">
                    <a16:creationId xmlns:a16="http://schemas.microsoft.com/office/drawing/2014/main" id="{5FA7553D-4A5B-B9E0-BC4A-2A481CA28235}"/>
                  </a:ext>
                </a:extLst>
              </p:cNvPr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7" name="Google Shape;5548;p47">
                <a:extLst>
                  <a:ext uri="{FF2B5EF4-FFF2-40B4-BE49-F238E27FC236}">
                    <a16:creationId xmlns:a16="http://schemas.microsoft.com/office/drawing/2014/main" id="{50438FB3-3059-E4AA-71C9-A46A041E6109}"/>
                  </a:ext>
                </a:extLst>
              </p:cNvPr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8" name="Google Shape;5549;p47">
                <a:extLst>
                  <a:ext uri="{FF2B5EF4-FFF2-40B4-BE49-F238E27FC236}">
                    <a16:creationId xmlns:a16="http://schemas.microsoft.com/office/drawing/2014/main" id="{E18017DC-907F-50AE-9C75-B05D0DC81144}"/>
                  </a:ext>
                </a:extLst>
              </p:cNvPr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59" name="Google Shape;5550;p47">
                <a:extLst>
                  <a:ext uri="{FF2B5EF4-FFF2-40B4-BE49-F238E27FC236}">
                    <a16:creationId xmlns:a16="http://schemas.microsoft.com/office/drawing/2014/main" id="{F5C85D2E-574E-BDB5-B6E5-C3B08F7E1240}"/>
                  </a:ext>
                </a:extLst>
              </p:cNvPr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0" name="Google Shape;5551;p47">
                <a:extLst>
                  <a:ext uri="{FF2B5EF4-FFF2-40B4-BE49-F238E27FC236}">
                    <a16:creationId xmlns:a16="http://schemas.microsoft.com/office/drawing/2014/main" id="{89823353-3CCF-8084-7AFB-812074D3CF09}"/>
                  </a:ext>
                </a:extLst>
              </p:cNvPr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1" name="Google Shape;5552;p47">
                <a:extLst>
                  <a:ext uri="{FF2B5EF4-FFF2-40B4-BE49-F238E27FC236}">
                    <a16:creationId xmlns:a16="http://schemas.microsoft.com/office/drawing/2014/main" id="{F4105699-92DE-3D45-30A5-5369F8BE30DB}"/>
                  </a:ext>
                </a:extLst>
              </p:cNvPr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2" name="Google Shape;5553;p47">
                <a:extLst>
                  <a:ext uri="{FF2B5EF4-FFF2-40B4-BE49-F238E27FC236}">
                    <a16:creationId xmlns:a16="http://schemas.microsoft.com/office/drawing/2014/main" id="{D69BB3F6-ED52-69D0-A78E-14A0D69AA688}"/>
                  </a:ext>
                </a:extLst>
              </p:cNvPr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3" name="Google Shape;5554;p47">
                <a:extLst>
                  <a:ext uri="{FF2B5EF4-FFF2-40B4-BE49-F238E27FC236}">
                    <a16:creationId xmlns:a16="http://schemas.microsoft.com/office/drawing/2014/main" id="{6F903992-66A5-251C-303C-47A3C7744A8C}"/>
                  </a:ext>
                </a:extLst>
              </p:cNvPr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4" name="Google Shape;5555;p47">
                <a:extLst>
                  <a:ext uri="{FF2B5EF4-FFF2-40B4-BE49-F238E27FC236}">
                    <a16:creationId xmlns:a16="http://schemas.microsoft.com/office/drawing/2014/main" id="{3391CF07-5A56-CE27-E20A-E9F612E3B760}"/>
                  </a:ext>
                </a:extLst>
              </p:cNvPr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5" name="Google Shape;5556;p47">
                <a:extLst>
                  <a:ext uri="{FF2B5EF4-FFF2-40B4-BE49-F238E27FC236}">
                    <a16:creationId xmlns:a16="http://schemas.microsoft.com/office/drawing/2014/main" id="{5FE98A4F-4C22-5FB2-5318-1370409152D0}"/>
                  </a:ext>
                </a:extLst>
              </p:cNvPr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6" name="Google Shape;5557;p47">
                <a:extLst>
                  <a:ext uri="{FF2B5EF4-FFF2-40B4-BE49-F238E27FC236}">
                    <a16:creationId xmlns:a16="http://schemas.microsoft.com/office/drawing/2014/main" id="{0CB88DA9-7DDA-763A-4FE9-7E7E7995F93B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7" name="Google Shape;5558;p47">
                <a:extLst>
                  <a:ext uri="{FF2B5EF4-FFF2-40B4-BE49-F238E27FC236}">
                    <a16:creationId xmlns:a16="http://schemas.microsoft.com/office/drawing/2014/main" id="{A9E7666C-53DC-C598-55C2-F0305088B866}"/>
                  </a:ext>
                </a:extLst>
              </p:cNvPr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8" name="Google Shape;5559;p47">
                <a:extLst>
                  <a:ext uri="{FF2B5EF4-FFF2-40B4-BE49-F238E27FC236}">
                    <a16:creationId xmlns:a16="http://schemas.microsoft.com/office/drawing/2014/main" id="{738772DF-3BAB-38D3-AF16-C2AC893ACB4A}"/>
                  </a:ext>
                </a:extLst>
              </p:cNvPr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9" name="Google Shape;5560;p47">
                <a:extLst>
                  <a:ext uri="{FF2B5EF4-FFF2-40B4-BE49-F238E27FC236}">
                    <a16:creationId xmlns:a16="http://schemas.microsoft.com/office/drawing/2014/main" id="{365F8199-5A7F-14C8-42DF-902C2F08BED0}"/>
                  </a:ext>
                </a:extLst>
              </p:cNvPr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0" name="Google Shape;5561;p47">
                <a:extLst>
                  <a:ext uri="{FF2B5EF4-FFF2-40B4-BE49-F238E27FC236}">
                    <a16:creationId xmlns:a16="http://schemas.microsoft.com/office/drawing/2014/main" id="{E5E0895E-1948-F868-3756-BEB0FAB4A04C}"/>
                  </a:ext>
                </a:extLst>
              </p:cNvPr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1" name="Google Shape;5562;p47">
                <a:extLst>
                  <a:ext uri="{FF2B5EF4-FFF2-40B4-BE49-F238E27FC236}">
                    <a16:creationId xmlns:a16="http://schemas.microsoft.com/office/drawing/2014/main" id="{9EE27B2B-A535-19BE-F164-604354C89667}"/>
                  </a:ext>
                </a:extLst>
              </p:cNvPr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2" name="Google Shape;5563;p47">
                <a:extLst>
                  <a:ext uri="{FF2B5EF4-FFF2-40B4-BE49-F238E27FC236}">
                    <a16:creationId xmlns:a16="http://schemas.microsoft.com/office/drawing/2014/main" id="{05AE9DE4-2743-00D8-986D-13041426BDB1}"/>
                  </a:ext>
                </a:extLst>
              </p:cNvPr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3" name="Google Shape;5564;p47">
                <a:extLst>
                  <a:ext uri="{FF2B5EF4-FFF2-40B4-BE49-F238E27FC236}">
                    <a16:creationId xmlns:a16="http://schemas.microsoft.com/office/drawing/2014/main" id="{EF1E42F6-5973-9280-E4AB-21F3CD408F00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4" name="Google Shape;5565;p47">
                <a:extLst>
                  <a:ext uri="{FF2B5EF4-FFF2-40B4-BE49-F238E27FC236}">
                    <a16:creationId xmlns:a16="http://schemas.microsoft.com/office/drawing/2014/main" id="{0E9EE977-4DE5-BEDA-4D1D-C558481B85AC}"/>
                  </a:ext>
                </a:extLst>
              </p:cNvPr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5" name="Google Shape;5566;p47">
                <a:extLst>
                  <a:ext uri="{FF2B5EF4-FFF2-40B4-BE49-F238E27FC236}">
                    <a16:creationId xmlns:a16="http://schemas.microsoft.com/office/drawing/2014/main" id="{9A4DE0C2-D865-5A21-7563-01BD431A0E91}"/>
                  </a:ext>
                </a:extLst>
              </p:cNvPr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6" name="Google Shape;5567;p47">
                <a:extLst>
                  <a:ext uri="{FF2B5EF4-FFF2-40B4-BE49-F238E27FC236}">
                    <a16:creationId xmlns:a16="http://schemas.microsoft.com/office/drawing/2014/main" id="{633285B9-E684-1C31-5C0B-309B86A44E9B}"/>
                  </a:ext>
                </a:extLst>
              </p:cNvPr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7" name="Google Shape;5568;p47">
                <a:extLst>
                  <a:ext uri="{FF2B5EF4-FFF2-40B4-BE49-F238E27FC236}">
                    <a16:creationId xmlns:a16="http://schemas.microsoft.com/office/drawing/2014/main" id="{3E08118D-E283-47A5-752D-A63C2A108EEE}"/>
                  </a:ext>
                </a:extLst>
              </p:cNvPr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181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8" name="Google Shape;5569;p47">
                <a:extLst>
                  <a:ext uri="{FF2B5EF4-FFF2-40B4-BE49-F238E27FC236}">
                    <a16:creationId xmlns:a16="http://schemas.microsoft.com/office/drawing/2014/main" id="{C279831E-DF2F-556A-0F73-C94FD2424AEE}"/>
                  </a:ext>
                </a:extLst>
              </p:cNvPr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9" name="Google Shape;5570;p47">
                <a:extLst>
                  <a:ext uri="{FF2B5EF4-FFF2-40B4-BE49-F238E27FC236}">
                    <a16:creationId xmlns:a16="http://schemas.microsoft.com/office/drawing/2014/main" id="{64007973-15ED-1803-4056-440CFDAFBEC7}"/>
                  </a:ext>
                </a:extLst>
              </p:cNvPr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0" name="Google Shape;5571;p47">
                <a:extLst>
                  <a:ext uri="{FF2B5EF4-FFF2-40B4-BE49-F238E27FC236}">
                    <a16:creationId xmlns:a16="http://schemas.microsoft.com/office/drawing/2014/main" id="{31DE9849-08B7-8AA5-F9C1-F2D28C549066}"/>
                  </a:ext>
                </a:extLst>
              </p:cNvPr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1" name="Google Shape;5572;p47">
                <a:extLst>
                  <a:ext uri="{FF2B5EF4-FFF2-40B4-BE49-F238E27FC236}">
                    <a16:creationId xmlns:a16="http://schemas.microsoft.com/office/drawing/2014/main" id="{648AE4CC-A9E6-6112-82F5-4E8AF3EED867}"/>
                  </a:ext>
                </a:extLst>
              </p:cNvPr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2" name="Google Shape;5573;p47">
                <a:extLst>
                  <a:ext uri="{FF2B5EF4-FFF2-40B4-BE49-F238E27FC236}">
                    <a16:creationId xmlns:a16="http://schemas.microsoft.com/office/drawing/2014/main" id="{6F70E978-893B-A9F9-AAED-9F9F4629802A}"/>
                  </a:ext>
                </a:extLst>
              </p:cNvPr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3" name="Google Shape;5574;p47">
                <a:extLst>
                  <a:ext uri="{FF2B5EF4-FFF2-40B4-BE49-F238E27FC236}">
                    <a16:creationId xmlns:a16="http://schemas.microsoft.com/office/drawing/2014/main" id="{1D095512-5C2E-A5DA-A658-A9695A36D346}"/>
                  </a:ext>
                </a:extLst>
              </p:cNvPr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4" name="Google Shape;5575;p47">
                <a:extLst>
                  <a:ext uri="{FF2B5EF4-FFF2-40B4-BE49-F238E27FC236}">
                    <a16:creationId xmlns:a16="http://schemas.microsoft.com/office/drawing/2014/main" id="{4E402D02-436D-2D86-E866-8D397B8971E4}"/>
                  </a:ext>
                </a:extLst>
              </p:cNvPr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5" name="Google Shape;5576;p47">
                <a:extLst>
                  <a:ext uri="{FF2B5EF4-FFF2-40B4-BE49-F238E27FC236}">
                    <a16:creationId xmlns:a16="http://schemas.microsoft.com/office/drawing/2014/main" id="{2FBC5EC7-3069-C92F-445D-653400685539}"/>
                  </a:ext>
                </a:extLst>
              </p:cNvPr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6" name="Google Shape;5577;p47">
                <a:extLst>
                  <a:ext uri="{FF2B5EF4-FFF2-40B4-BE49-F238E27FC236}">
                    <a16:creationId xmlns:a16="http://schemas.microsoft.com/office/drawing/2014/main" id="{68AFEC98-993E-4E08-EDBA-DA6FC7763B75}"/>
                  </a:ext>
                </a:extLst>
              </p:cNvPr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7" name="Google Shape;5578;p47">
                <a:extLst>
                  <a:ext uri="{FF2B5EF4-FFF2-40B4-BE49-F238E27FC236}">
                    <a16:creationId xmlns:a16="http://schemas.microsoft.com/office/drawing/2014/main" id="{ACADAE70-71E3-07AD-F889-FC9834923A82}"/>
                  </a:ext>
                </a:extLst>
              </p:cNvPr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8" name="Google Shape;5579;p47">
                <a:extLst>
                  <a:ext uri="{FF2B5EF4-FFF2-40B4-BE49-F238E27FC236}">
                    <a16:creationId xmlns:a16="http://schemas.microsoft.com/office/drawing/2014/main" id="{82BCB2A4-1A52-21FE-0349-C60909CC9CA6}"/>
                  </a:ext>
                </a:extLst>
              </p:cNvPr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8" name="Google Shape;5580;p47">
              <a:extLst>
                <a:ext uri="{FF2B5EF4-FFF2-40B4-BE49-F238E27FC236}">
                  <a16:creationId xmlns:a16="http://schemas.microsoft.com/office/drawing/2014/main" id="{DE0F1AD6-265E-695E-EDDC-5A19A5C7A60C}"/>
                </a:ext>
              </a:extLst>
            </p:cNvPr>
            <p:cNvGrpSpPr/>
            <p:nvPr/>
          </p:nvGrpSpPr>
          <p:grpSpPr>
            <a:xfrm>
              <a:off x="7798664" y="783526"/>
              <a:ext cx="516340" cy="1362905"/>
              <a:chOff x="9791151" y="-1806999"/>
              <a:chExt cx="516340" cy="1362905"/>
            </a:xfrm>
          </p:grpSpPr>
          <p:sp>
            <p:nvSpPr>
              <p:cNvPr id="1712" name="Google Shape;5581;p47">
                <a:extLst>
                  <a:ext uri="{FF2B5EF4-FFF2-40B4-BE49-F238E27FC236}">
                    <a16:creationId xmlns:a16="http://schemas.microsoft.com/office/drawing/2014/main" id="{477E673C-E29B-53F4-D490-C10AC3A03A87}"/>
                  </a:ext>
                </a:extLst>
              </p:cNvPr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3" name="Google Shape;5582;p47">
                <a:extLst>
                  <a:ext uri="{FF2B5EF4-FFF2-40B4-BE49-F238E27FC236}">
                    <a16:creationId xmlns:a16="http://schemas.microsoft.com/office/drawing/2014/main" id="{6BF7D06F-8C5E-37E0-E0BB-AA6B024BDEBB}"/>
                  </a:ext>
                </a:extLst>
              </p:cNvPr>
              <p:cNvSpPr/>
              <p:nvPr/>
            </p:nvSpPr>
            <p:spPr>
              <a:xfrm>
                <a:off x="9989978" y="-884287"/>
                <a:ext cx="15520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4" name="Google Shape;5583;p47">
                <a:extLst>
                  <a:ext uri="{FF2B5EF4-FFF2-40B4-BE49-F238E27FC236}">
                    <a16:creationId xmlns:a16="http://schemas.microsoft.com/office/drawing/2014/main" id="{A71D711D-7EB2-4306-D711-3AE8FBA0C4A8}"/>
                  </a:ext>
                </a:extLst>
              </p:cNvPr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E746B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5" name="Google Shape;5584;p47">
                <a:extLst>
                  <a:ext uri="{FF2B5EF4-FFF2-40B4-BE49-F238E27FC236}">
                    <a16:creationId xmlns:a16="http://schemas.microsoft.com/office/drawing/2014/main" id="{05F37F18-ED3B-0A8B-2A2B-6DDF2F346342}"/>
                  </a:ext>
                </a:extLst>
              </p:cNvPr>
              <p:cNvSpPr/>
              <p:nvPr/>
            </p:nvSpPr>
            <p:spPr>
              <a:xfrm>
                <a:off x="9986057" y="-876608"/>
                <a:ext cx="19441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6" name="Google Shape;5585;p47">
                <a:extLst>
                  <a:ext uri="{FF2B5EF4-FFF2-40B4-BE49-F238E27FC236}">
                    <a16:creationId xmlns:a16="http://schemas.microsoft.com/office/drawing/2014/main" id="{F187A255-F628-2542-345E-FD048433E72E}"/>
                  </a:ext>
                </a:extLst>
              </p:cNvPr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7" name="Google Shape;5586;p47">
                <a:extLst>
                  <a:ext uri="{FF2B5EF4-FFF2-40B4-BE49-F238E27FC236}">
                    <a16:creationId xmlns:a16="http://schemas.microsoft.com/office/drawing/2014/main" id="{8D6F33CC-6617-008A-0C68-524F38F8C2E6}"/>
                  </a:ext>
                </a:extLst>
              </p:cNvPr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8" name="Google Shape;5587;p47">
                <a:extLst>
                  <a:ext uri="{FF2B5EF4-FFF2-40B4-BE49-F238E27FC236}">
                    <a16:creationId xmlns:a16="http://schemas.microsoft.com/office/drawing/2014/main" id="{9AB84269-7138-6296-2849-242B98E169E8}"/>
                  </a:ext>
                </a:extLst>
              </p:cNvPr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9" name="Google Shape;5588;p47">
                <a:extLst>
                  <a:ext uri="{FF2B5EF4-FFF2-40B4-BE49-F238E27FC236}">
                    <a16:creationId xmlns:a16="http://schemas.microsoft.com/office/drawing/2014/main" id="{DB64690A-DC50-1BA5-DA50-3DB23F2CB011}"/>
                  </a:ext>
                </a:extLst>
              </p:cNvPr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0" name="Google Shape;5589;p47">
                <a:extLst>
                  <a:ext uri="{FF2B5EF4-FFF2-40B4-BE49-F238E27FC236}">
                    <a16:creationId xmlns:a16="http://schemas.microsoft.com/office/drawing/2014/main" id="{12CB47D7-C458-FC96-A4E0-797A16287E55}"/>
                  </a:ext>
                </a:extLst>
              </p:cNvPr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1" name="Google Shape;5590;p47">
                <a:extLst>
                  <a:ext uri="{FF2B5EF4-FFF2-40B4-BE49-F238E27FC236}">
                    <a16:creationId xmlns:a16="http://schemas.microsoft.com/office/drawing/2014/main" id="{C3661BC0-6A3D-99A0-0AAD-758A67116F71}"/>
                  </a:ext>
                </a:extLst>
              </p:cNvPr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2" name="Google Shape;5591;p47">
                <a:extLst>
                  <a:ext uri="{FF2B5EF4-FFF2-40B4-BE49-F238E27FC236}">
                    <a16:creationId xmlns:a16="http://schemas.microsoft.com/office/drawing/2014/main" id="{E9838FD0-3892-B816-36CB-81D5A6B9CE7C}"/>
                  </a:ext>
                </a:extLst>
              </p:cNvPr>
              <p:cNvSpPr/>
              <p:nvPr/>
            </p:nvSpPr>
            <p:spPr>
              <a:xfrm>
                <a:off x="10111529" y="-953732"/>
                <a:ext cx="11763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3" name="Google Shape;5592;p47">
                <a:extLst>
                  <a:ext uri="{FF2B5EF4-FFF2-40B4-BE49-F238E27FC236}">
                    <a16:creationId xmlns:a16="http://schemas.microsoft.com/office/drawing/2014/main" id="{27492D97-40B7-6564-997A-8B53446AB997}"/>
                  </a:ext>
                </a:extLst>
              </p:cNvPr>
              <p:cNvSpPr/>
              <p:nvPr/>
            </p:nvSpPr>
            <p:spPr>
              <a:xfrm>
                <a:off x="10123128" y="-955692"/>
                <a:ext cx="21402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4" name="Google Shape;5593;p47">
                <a:extLst>
                  <a:ext uri="{FF2B5EF4-FFF2-40B4-BE49-F238E27FC236}">
                    <a16:creationId xmlns:a16="http://schemas.microsoft.com/office/drawing/2014/main" id="{A7357154-448C-F6CD-6522-15F6C03D639D}"/>
                  </a:ext>
                </a:extLst>
              </p:cNvPr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5" name="Google Shape;5594;p47">
                <a:extLst>
                  <a:ext uri="{FF2B5EF4-FFF2-40B4-BE49-F238E27FC236}">
                    <a16:creationId xmlns:a16="http://schemas.microsoft.com/office/drawing/2014/main" id="{82083388-2F07-E163-061A-AB22DB2475E3}"/>
                  </a:ext>
                </a:extLst>
              </p:cNvPr>
              <p:cNvSpPr/>
              <p:nvPr/>
            </p:nvSpPr>
            <p:spPr>
              <a:xfrm>
                <a:off x="10090290" y="-1179549"/>
                <a:ext cx="71557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6" name="Google Shape;5595;p47">
                <a:extLst>
                  <a:ext uri="{FF2B5EF4-FFF2-40B4-BE49-F238E27FC236}">
                    <a16:creationId xmlns:a16="http://schemas.microsoft.com/office/drawing/2014/main" id="{0F6F4891-1AE8-51B9-F718-C9B269A19075}"/>
                  </a:ext>
                </a:extLst>
              </p:cNvPr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7" name="Google Shape;5596;p47">
                <a:extLst>
                  <a:ext uri="{FF2B5EF4-FFF2-40B4-BE49-F238E27FC236}">
                    <a16:creationId xmlns:a16="http://schemas.microsoft.com/office/drawing/2014/main" id="{E9962907-0C53-F158-699C-DB23CAFC15FD}"/>
                  </a:ext>
                </a:extLst>
              </p:cNvPr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8" name="Google Shape;5597;p47">
                <a:extLst>
                  <a:ext uri="{FF2B5EF4-FFF2-40B4-BE49-F238E27FC236}">
                    <a16:creationId xmlns:a16="http://schemas.microsoft.com/office/drawing/2014/main" id="{15BD5CBD-DA98-5F73-B216-CF7F20735FD9}"/>
                  </a:ext>
                </a:extLst>
              </p:cNvPr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29" name="Google Shape;5598;p47">
                <a:extLst>
                  <a:ext uri="{FF2B5EF4-FFF2-40B4-BE49-F238E27FC236}">
                    <a16:creationId xmlns:a16="http://schemas.microsoft.com/office/drawing/2014/main" id="{359CAF1D-5076-9363-0512-0407381DD0B0}"/>
                  </a:ext>
                </a:extLst>
              </p:cNvPr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0" name="Google Shape;5599;p47">
                <a:extLst>
                  <a:ext uri="{FF2B5EF4-FFF2-40B4-BE49-F238E27FC236}">
                    <a16:creationId xmlns:a16="http://schemas.microsoft.com/office/drawing/2014/main" id="{419B4E4B-D2EC-C592-5F58-D0BC40A6D12C}"/>
                  </a:ext>
                </a:extLst>
              </p:cNvPr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1" name="Google Shape;5600;p47">
                <a:extLst>
                  <a:ext uri="{FF2B5EF4-FFF2-40B4-BE49-F238E27FC236}">
                    <a16:creationId xmlns:a16="http://schemas.microsoft.com/office/drawing/2014/main" id="{A263334C-7038-BD65-F6B3-27608725E974}"/>
                  </a:ext>
                </a:extLst>
              </p:cNvPr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2" name="Google Shape;5601;p47">
                <a:extLst>
                  <a:ext uri="{FF2B5EF4-FFF2-40B4-BE49-F238E27FC236}">
                    <a16:creationId xmlns:a16="http://schemas.microsoft.com/office/drawing/2014/main" id="{44ABA258-F3AF-E970-59D8-474CFF203B77}"/>
                  </a:ext>
                </a:extLst>
              </p:cNvPr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3" name="Google Shape;5602;p47">
                <a:extLst>
                  <a:ext uri="{FF2B5EF4-FFF2-40B4-BE49-F238E27FC236}">
                    <a16:creationId xmlns:a16="http://schemas.microsoft.com/office/drawing/2014/main" id="{540707AE-FE43-ADF1-67AB-18BBD5C865C9}"/>
                  </a:ext>
                </a:extLst>
              </p:cNvPr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4" name="Google Shape;5603;p47">
                <a:extLst>
                  <a:ext uri="{FF2B5EF4-FFF2-40B4-BE49-F238E27FC236}">
                    <a16:creationId xmlns:a16="http://schemas.microsoft.com/office/drawing/2014/main" id="{91243895-5510-2345-03C6-FB9AF69746CE}"/>
                  </a:ext>
                </a:extLst>
              </p:cNvPr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5" name="Google Shape;5604;p47">
                <a:extLst>
                  <a:ext uri="{FF2B5EF4-FFF2-40B4-BE49-F238E27FC236}">
                    <a16:creationId xmlns:a16="http://schemas.microsoft.com/office/drawing/2014/main" id="{021D71DD-C3D7-1F79-3381-63FB38AA39BC}"/>
                  </a:ext>
                </a:extLst>
              </p:cNvPr>
              <p:cNvSpPr/>
              <p:nvPr/>
            </p:nvSpPr>
            <p:spPr>
              <a:xfrm>
                <a:off x="10223440" y="-1243274"/>
                <a:ext cx="61918" cy="26258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6" name="Google Shape;5605;p47">
                <a:extLst>
                  <a:ext uri="{FF2B5EF4-FFF2-40B4-BE49-F238E27FC236}">
                    <a16:creationId xmlns:a16="http://schemas.microsoft.com/office/drawing/2014/main" id="{5BC4BBCA-A734-DEDD-CE92-B862A569A665}"/>
                  </a:ext>
                </a:extLst>
              </p:cNvPr>
              <p:cNvSpPr/>
              <p:nvPr/>
            </p:nvSpPr>
            <p:spPr>
              <a:xfrm>
                <a:off x="9980176" y="-1625463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7" name="Google Shape;5606;p47">
                <a:extLst>
                  <a:ext uri="{FF2B5EF4-FFF2-40B4-BE49-F238E27FC236}">
                    <a16:creationId xmlns:a16="http://schemas.microsoft.com/office/drawing/2014/main" id="{5137ED16-1CCD-E0CC-3143-AEBFF85460E6}"/>
                  </a:ext>
                </a:extLst>
              </p:cNvPr>
              <p:cNvSpPr/>
              <p:nvPr/>
            </p:nvSpPr>
            <p:spPr>
              <a:xfrm>
                <a:off x="9920380" y="-1418928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8" name="Google Shape;5607;p47">
                <a:extLst>
                  <a:ext uri="{FF2B5EF4-FFF2-40B4-BE49-F238E27FC236}">
                    <a16:creationId xmlns:a16="http://schemas.microsoft.com/office/drawing/2014/main" id="{8F5F90C0-5A5D-6F4B-ABE8-7E01197F17D2}"/>
                  </a:ext>
                </a:extLst>
              </p:cNvPr>
              <p:cNvSpPr/>
              <p:nvPr/>
            </p:nvSpPr>
            <p:spPr>
              <a:xfrm>
                <a:off x="9791151" y="-1588862"/>
                <a:ext cx="139030" cy="66421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39" name="Google Shape;5608;p47">
                <a:extLst>
                  <a:ext uri="{FF2B5EF4-FFF2-40B4-BE49-F238E27FC236}">
                    <a16:creationId xmlns:a16="http://schemas.microsoft.com/office/drawing/2014/main" id="{52256DBC-1C8B-98EE-A559-D66A1D41C4EE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740" name="Google Shape;5609;p47">
                <a:extLst>
                  <a:ext uri="{FF2B5EF4-FFF2-40B4-BE49-F238E27FC236}">
                    <a16:creationId xmlns:a16="http://schemas.microsoft.com/office/drawing/2014/main" id="{180EF669-139E-DC25-F510-F1726E735BDA}"/>
                  </a:ext>
                </a:extLst>
              </p:cNvPr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1749" name="Google Shape;5610;p47">
                  <a:extLst>
                    <a:ext uri="{FF2B5EF4-FFF2-40B4-BE49-F238E27FC236}">
                      <a16:creationId xmlns:a16="http://schemas.microsoft.com/office/drawing/2014/main" id="{3B5B9B29-EEDA-D2B2-79CE-3E492B0BF216}"/>
                    </a:ext>
                  </a:extLst>
                </p:cNvPr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0" name="Google Shape;5611;p47">
                  <a:extLst>
                    <a:ext uri="{FF2B5EF4-FFF2-40B4-BE49-F238E27FC236}">
                      <a16:creationId xmlns:a16="http://schemas.microsoft.com/office/drawing/2014/main" id="{B491FDD4-D278-B846-97C4-B241F0DD2EBB}"/>
                    </a:ext>
                  </a:extLst>
                </p:cNvPr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1" name="Google Shape;5612;p47">
                  <a:extLst>
                    <a:ext uri="{FF2B5EF4-FFF2-40B4-BE49-F238E27FC236}">
                      <a16:creationId xmlns:a16="http://schemas.microsoft.com/office/drawing/2014/main" id="{4907541A-036F-7F4F-F223-839EDC4A27DA}"/>
                    </a:ext>
                  </a:extLst>
                </p:cNvPr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2" name="Google Shape;5613;p47">
                  <a:extLst>
                    <a:ext uri="{FF2B5EF4-FFF2-40B4-BE49-F238E27FC236}">
                      <a16:creationId xmlns:a16="http://schemas.microsoft.com/office/drawing/2014/main" id="{F9A9D704-7FAE-8302-2992-BA18DE8B8A47}"/>
                    </a:ext>
                  </a:extLst>
                </p:cNvPr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3" name="Google Shape;5614;p47">
                  <a:extLst>
                    <a:ext uri="{FF2B5EF4-FFF2-40B4-BE49-F238E27FC236}">
                      <a16:creationId xmlns:a16="http://schemas.microsoft.com/office/drawing/2014/main" id="{DC2473EE-95B1-5ED9-C2CB-215B8A7FD583}"/>
                    </a:ext>
                  </a:extLst>
                </p:cNvPr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754" name="Google Shape;5615;p47">
                  <a:extLst>
                    <a:ext uri="{FF2B5EF4-FFF2-40B4-BE49-F238E27FC236}">
                      <a16:creationId xmlns:a16="http://schemas.microsoft.com/office/drawing/2014/main" id="{C4FF4C28-0CCA-D00A-A6A1-603B197636FE}"/>
                    </a:ext>
                  </a:extLst>
                </p:cNvPr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741" name="Google Shape;5616;p47">
                <a:extLst>
                  <a:ext uri="{FF2B5EF4-FFF2-40B4-BE49-F238E27FC236}">
                    <a16:creationId xmlns:a16="http://schemas.microsoft.com/office/drawing/2014/main" id="{A5F60B03-1993-D5D6-861F-1D3179282998}"/>
                  </a:ext>
                </a:extLst>
              </p:cNvPr>
              <p:cNvSpPr/>
              <p:nvPr/>
            </p:nvSpPr>
            <p:spPr>
              <a:xfrm>
                <a:off x="9988009" y="-1632074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2" name="Google Shape;5617;p47">
                <a:extLst>
                  <a:ext uri="{FF2B5EF4-FFF2-40B4-BE49-F238E27FC236}">
                    <a16:creationId xmlns:a16="http://schemas.microsoft.com/office/drawing/2014/main" id="{3AC4584F-79A0-F5A5-3015-E95920A3E6B0}"/>
                  </a:ext>
                </a:extLst>
              </p:cNvPr>
              <p:cNvSpPr/>
              <p:nvPr/>
            </p:nvSpPr>
            <p:spPr>
              <a:xfrm>
                <a:off x="9928213" y="-1425539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3" name="Google Shape;5618;p47">
                <a:extLst>
                  <a:ext uri="{FF2B5EF4-FFF2-40B4-BE49-F238E27FC236}">
                    <a16:creationId xmlns:a16="http://schemas.microsoft.com/office/drawing/2014/main" id="{6DD5E26D-6A27-449F-945E-C70C0168A672}"/>
                  </a:ext>
                </a:extLst>
              </p:cNvPr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4" name="Google Shape;5619;p47">
                <a:extLst>
                  <a:ext uri="{FF2B5EF4-FFF2-40B4-BE49-F238E27FC236}">
                    <a16:creationId xmlns:a16="http://schemas.microsoft.com/office/drawing/2014/main" id="{AE9AB840-4CFE-0BAD-606F-0906C81E77E4}"/>
                  </a:ext>
                </a:extLst>
              </p:cNvPr>
              <p:cNvSpPr/>
              <p:nvPr/>
            </p:nvSpPr>
            <p:spPr>
              <a:xfrm>
                <a:off x="9929120" y="-1725782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5" name="Google Shape;5620;p47">
                <a:extLst>
                  <a:ext uri="{FF2B5EF4-FFF2-40B4-BE49-F238E27FC236}">
                    <a16:creationId xmlns:a16="http://schemas.microsoft.com/office/drawing/2014/main" id="{387732D6-5837-AB67-C2E3-9B079949A2B8}"/>
                  </a:ext>
                </a:extLst>
              </p:cNvPr>
              <p:cNvSpPr/>
              <p:nvPr/>
            </p:nvSpPr>
            <p:spPr>
              <a:xfrm>
                <a:off x="9928222" y="-1725790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0E2A47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6" name="Google Shape;5621;p47">
                <a:extLst>
                  <a:ext uri="{FF2B5EF4-FFF2-40B4-BE49-F238E27FC236}">
                    <a16:creationId xmlns:a16="http://schemas.microsoft.com/office/drawing/2014/main" id="{11EB555D-C563-4726-900D-6E23074219C1}"/>
                  </a:ext>
                </a:extLst>
              </p:cNvPr>
              <p:cNvSpPr/>
              <p:nvPr/>
            </p:nvSpPr>
            <p:spPr>
              <a:xfrm>
                <a:off x="9970536" y="-1183470"/>
                <a:ext cx="90998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7" name="Google Shape;5622;p47">
                <a:extLst>
                  <a:ext uri="{FF2B5EF4-FFF2-40B4-BE49-F238E27FC236}">
                    <a16:creationId xmlns:a16="http://schemas.microsoft.com/office/drawing/2014/main" id="{4B6B43C9-B81C-112F-F89F-FE9106DCD3D3}"/>
                  </a:ext>
                </a:extLst>
              </p:cNvPr>
              <p:cNvSpPr/>
              <p:nvPr/>
            </p:nvSpPr>
            <p:spPr>
              <a:xfrm>
                <a:off x="10096008" y="-1254875"/>
                <a:ext cx="90835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48" name="Google Shape;5623;p47">
                <a:extLst>
                  <a:ext uri="{FF2B5EF4-FFF2-40B4-BE49-F238E27FC236}">
                    <a16:creationId xmlns:a16="http://schemas.microsoft.com/office/drawing/2014/main" id="{0CDB1686-3944-77C6-3061-240ADDB08098}"/>
                  </a:ext>
                </a:extLst>
              </p:cNvPr>
              <p:cNvSpPr/>
              <p:nvPr/>
            </p:nvSpPr>
            <p:spPr>
              <a:xfrm>
                <a:off x="9970536" y="-1167947"/>
                <a:ext cx="218266" cy="187254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EBEAEA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299" name="Google Shape;5624;p47">
              <a:extLst>
                <a:ext uri="{FF2B5EF4-FFF2-40B4-BE49-F238E27FC236}">
                  <a16:creationId xmlns:a16="http://schemas.microsoft.com/office/drawing/2014/main" id="{FBE90A1D-9E97-7C3C-DF21-65404DD541CD}"/>
                </a:ext>
              </a:extLst>
            </p:cNvPr>
            <p:cNvGrpSpPr/>
            <p:nvPr/>
          </p:nvGrpSpPr>
          <p:grpSpPr>
            <a:xfrm>
              <a:off x="5539048" y="1488900"/>
              <a:ext cx="301969" cy="562336"/>
              <a:chOff x="7686885" y="2546950"/>
              <a:chExt cx="301969" cy="562336"/>
            </a:xfrm>
          </p:grpSpPr>
          <p:sp>
            <p:nvSpPr>
              <p:cNvPr id="1703" name="Google Shape;5625;p47">
                <a:extLst>
                  <a:ext uri="{FF2B5EF4-FFF2-40B4-BE49-F238E27FC236}">
                    <a16:creationId xmlns:a16="http://schemas.microsoft.com/office/drawing/2014/main" id="{573E9702-5A4F-0826-D946-142E720ED07D}"/>
                  </a:ext>
                </a:extLst>
              </p:cNvPr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4" name="Google Shape;5626;p47">
                <a:extLst>
                  <a:ext uri="{FF2B5EF4-FFF2-40B4-BE49-F238E27FC236}">
                    <a16:creationId xmlns:a16="http://schemas.microsoft.com/office/drawing/2014/main" id="{72B765E6-8DA1-855C-4BAC-52738CA3C1A5}"/>
                  </a:ext>
                </a:extLst>
              </p:cNvPr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5" name="Google Shape;5627;p47">
                <a:extLst>
                  <a:ext uri="{FF2B5EF4-FFF2-40B4-BE49-F238E27FC236}">
                    <a16:creationId xmlns:a16="http://schemas.microsoft.com/office/drawing/2014/main" id="{AD65713C-8E3D-1E1F-B444-8793AF646DE2}"/>
                  </a:ext>
                </a:extLst>
              </p:cNvPr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6" name="Google Shape;5628;p47">
                <a:extLst>
                  <a:ext uri="{FF2B5EF4-FFF2-40B4-BE49-F238E27FC236}">
                    <a16:creationId xmlns:a16="http://schemas.microsoft.com/office/drawing/2014/main" id="{F9717FFA-ACE8-65A4-A0C1-72801746F5BC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7" name="Google Shape;5629;p47">
                <a:extLst>
                  <a:ext uri="{FF2B5EF4-FFF2-40B4-BE49-F238E27FC236}">
                    <a16:creationId xmlns:a16="http://schemas.microsoft.com/office/drawing/2014/main" id="{2E28239E-E079-6825-D514-AB8CD5BC5CD6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8" name="Google Shape;5630;p47">
                <a:extLst>
                  <a:ext uri="{FF2B5EF4-FFF2-40B4-BE49-F238E27FC236}">
                    <a16:creationId xmlns:a16="http://schemas.microsoft.com/office/drawing/2014/main" id="{9C092A96-D421-AAAC-0628-3DFB1A2780E1}"/>
                  </a:ext>
                </a:extLst>
              </p:cNvPr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09" name="Google Shape;5631;p47">
                <a:extLst>
                  <a:ext uri="{FF2B5EF4-FFF2-40B4-BE49-F238E27FC236}">
                    <a16:creationId xmlns:a16="http://schemas.microsoft.com/office/drawing/2014/main" id="{21F35F01-4B4E-AB3E-88CE-832AAE85E5F7}"/>
                  </a:ext>
                </a:extLst>
              </p:cNvPr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0" name="Google Shape;5632;p47">
                <a:extLst>
                  <a:ext uri="{FF2B5EF4-FFF2-40B4-BE49-F238E27FC236}">
                    <a16:creationId xmlns:a16="http://schemas.microsoft.com/office/drawing/2014/main" id="{8059AA19-0EE6-4671-5BD9-42B86FE2934D}"/>
                  </a:ext>
                </a:extLst>
              </p:cNvPr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11" name="Google Shape;5633;p47">
                <a:extLst>
                  <a:ext uri="{FF2B5EF4-FFF2-40B4-BE49-F238E27FC236}">
                    <a16:creationId xmlns:a16="http://schemas.microsoft.com/office/drawing/2014/main" id="{91C0518B-3AB9-5058-2CDF-1AAC72BDA16E}"/>
                  </a:ext>
                </a:extLst>
              </p:cNvPr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2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300" name="Google Shape;5634;p47">
              <a:extLst>
                <a:ext uri="{FF2B5EF4-FFF2-40B4-BE49-F238E27FC236}">
                  <a16:creationId xmlns:a16="http://schemas.microsoft.com/office/drawing/2014/main" id="{B9FB31BF-4D89-F3A1-E349-1E8FFC149448}"/>
                </a:ext>
              </a:extLst>
            </p:cNvPr>
            <p:cNvGrpSpPr/>
            <p:nvPr/>
          </p:nvGrpSpPr>
          <p:grpSpPr>
            <a:xfrm>
              <a:off x="6049022" y="2051232"/>
              <a:ext cx="2024473" cy="1195059"/>
              <a:chOff x="9812585" y="6334891"/>
              <a:chExt cx="3062279" cy="1807682"/>
            </a:xfrm>
          </p:grpSpPr>
          <p:sp>
            <p:nvSpPr>
              <p:cNvPr id="1301" name="Google Shape;5635;p47">
                <a:extLst>
                  <a:ext uri="{FF2B5EF4-FFF2-40B4-BE49-F238E27FC236}">
                    <a16:creationId xmlns:a16="http://schemas.microsoft.com/office/drawing/2014/main" id="{A8B045A4-326B-A7A3-4782-6D3F586FE483}"/>
                  </a:ext>
                </a:extLst>
              </p:cNvPr>
              <p:cNvSpPr/>
              <p:nvPr/>
            </p:nvSpPr>
            <p:spPr>
              <a:xfrm flipH="1">
                <a:off x="11342560" y="7218955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2" name="Google Shape;5636;p47">
                <a:extLst>
                  <a:ext uri="{FF2B5EF4-FFF2-40B4-BE49-F238E27FC236}">
                    <a16:creationId xmlns:a16="http://schemas.microsoft.com/office/drawing/2014/main" id="{685247DD-2840-864C-EABA-539D54803F06}"/>
                  </a:ext>
                </a:extLst>
              </p:cNvPr>
              <p:cNvSpPr/>
              <p:nvPr/>
            </p:nvSpPr>
            <p:spPr>
              <a:xfrm flipH="1">
                <a:off x="9817984" y="6334891"/>
                <a:ext cx="3056880" cy="1769678"/>
              </a:xfrm>
              <a:custGeom>
                <a:avLst/>
                <a:gdLst/>
                <a:ahLst/>
                <a:cxnLst/>
                <a:rect l="l" t="t" r="r" b="b"/>
                <a:pathLst>
                  <a:path w="23734" h="13740" extrusionOk="0">
                    <a:moveTo>
                      <a:pt x="11826" y="1"/>
                    </a:moveTo>
                    <a:lnTo>
                      <a:pt x="8849" y="1725"/>
                    </a:lnTo>
                    <a:lnTo>
                      <a:pt x="8589" y="1867"/>
                    </a:lnTo>
                    <a:lnTo>
                      <a:pt x="8140" y="2139"/>
                    </a:lnTo>
                    <a:lnTo>
                      <a:pt x="7880" y="2281"/>
                    </a:lnTo>
                    <a:lnTo>
                      <a:pt x="6144" y="3297"/>
                    </a:lnTo>
                    <a:lnTo>
                      <a:pt x="5778" y="3509"/>
                    </a:lnTo>
                    <a:lnTo>
                      <a:pt x="5506" y="3663"/>
                    </a:lnTo>
                    <a:lnTo>
                      <a:pt x="5151" y="3864"/>
                    </a:lnTo>
                    <a:lnTo>
                      <a:pt x="4017" y="4525"/>
                    </a:lnTo>
                    <a:lnTo>
                      <a:pt x="3651" y="4738"/>
                    </a:lnTo>
                    <a:lnTo>
                      <a:pt x="3250" y="4974"/>
                    </a:lnTo>
                    <a:lnTo>
                      <a:pt x="2895" y="5175"/>
                    </a:lnTo>
                    <a:lnTo>
                      <a:pt x="1" y="6864"/>
                    </a:lnTo>
                    <a:lnTo>
                      <a:pt x="792" y="7325"/>
                    </a:lnTo>
                    <a:lnTo>
                      <a:pt x="1052" y="7467"/>
                    </a:lnTo>
                    <a:lnTo>
                      <a:pt x="2387" y="8246"/>
                    </a:lnTo>
                    <a:lnTo>
                      <a:pt x="2659" y="8400"/>
                    </a:lnTo>
                    <a:lnTo>
                      <a:pt x="3545" y="8896"/>
                    </a:lnTo>
                    <a:lnTo>
                      <a:pt x="3793" y="9061"/>
                    </a:lnTo>
                    <a:lnTo>
                      <a:pt x="6345" y="10526"/>
                    </a:lnTo>
                    <a:lnTo>
                      <a:pt x="6616" y="10692"/>
                    </a:lnTo>
                    <a:lnTo>
                      <a:pt x="7089" y="10951"/>
                    </a:lnTo>
                    <a:lnTo>
                      <a:pt x="7337" y="11105"/>
                    </a:lnTo>
                    <a:lnTo>
                      <a:pt x="7526" y="11211"/>
                    </a:lnTo>
                    <a:lnTo>
                      <a:pt x="7798" y="11365"/>
                    </a:lnTo>
                    <a:lnTo>
                      <a:pt x="10538" y="12948"/>
                    </a:lnTo>
                    <a:lnTo>
                      <a:pt x="10810" y="13113"/>
                    </a:lnTo>
                    <a:lnTo>
                      <a:pt x="11897" y="13739"/>
                    </a:lnTo>
                    <a:lnTo>
                      <a:pt x="20284" y="8872"/>
                    </a:lnTo>
                    <a:lnTo>
                      <a:pt x="20757" y="8589"/>
                    </a:lnTo>
                    <a:lnTo>
                      <a:pt x="21017" y="8447"/>
                    </a:lnTo>
                    <a:lnTo>
                      <a:pt x="22576" y="7526"/>
                    </a:lnTo>
                    <a:lnTo>
                      <a:pt x="22848" y="7384"/>
                    </a:lnTo>
                    <a:lnTo>
                      <a:pt x="23084" y="7242"/>
                    </a:lnTo>
                    <a:lnTo>
                      <a:pt x="23344" y="7089"/>
                    </a:lnTo>
                    <a:lnTo>
                      <a:pt x="23734" y="6864"/>
                    </a:lnTo>
                    <a:lnTo>
                      <a:pt x="19977" y="4690"/>
                    </a:lnTo>
                    <a:lnTo>
                      <a:pt x="19717" y="4549"/>
                    </a:lnTo>
                    <a:lnTo>
                      <a:pt x="18949" y="4100"/>
                    </a:lnTo>
                    <a:lnTo>
                      <a:pt x="18689" y="3958"/>
                    </a:lnTo>
                    <a:lnTo>
                      <a:pt x="18146" y="3639"/>
                    </a:lnTo>
                    <a:lnTo>
                      <a:pt x="17898" y="3497"/>
                    </a:lnTo>
                    <a:lnTo>
                      <a:pt x="17095" y="3037"/>
                    </a:lnTo>
                    <a:lnTo>
                      <a:pt x="16847" y="2895"/>
                    </a:lnTo>
                    <a:lnTo>
                      <a:pt x="15665" y="2210"/>
                    </a:lnTo>
                    <a:lnTo>
                      <a:pt x="15405" y="2068"/>
                    </a:lnTo>
                    <a:lnTo>
                      <a:pt x="14933" y="1784"/>
                    </a:lnTo>
                    <a:lnTo>
                      <a:pt x="14673" y="1631"/>
                    </a:lnTo>
                    <a:lnTo>
                      <a:pt x="13043" y="686"/>
                    </a:lnTo>
                    <a:lnTo>
                      <a:pt x="12783" y="544"/>
                    </a:lnTo>
                    <a:lnTo>
                      <a:pt x="11932" y="60"/>
                    </a:lnTo>
                    <a:lnTo>
                      <a:pt x="11826" y="1"/>
                    </a:lnTo>
                    <a:close/>
                  </a:path>
                </a:pathLst>
              </a:custGeom>
              <a:solidFill>
                <a:srgbClr val="2D9DD5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3" name="Google Shape;5637;p47">
                <a:extLst>
                  <a:ext uri="{FF2B5EF4-FFF2-40B4-BE49-F238E27FC236}">
                    <a16:creationId xmlns:a16="http://schemas.microsoft.com/office/drawing/2014/main" id="{4AF7F664-E0E9-CC1D-1566-7493933A7C48}"/>
                  </a:ext>
                </a:extLst>
              </p:cNvPr>
              <p:cNvGrpSpPr/>
              <p:nvPr/>
            </p:nvGrpSpPr>
            <p:grpSpPr>
              <a:xfrm flipH="1">
                <a:off x="9868210" y="6334891"/>
                <a:ext cx="2794954" cy="1689049"/>
                <a:chOff x="6218052" y="-5825649"/>
                <a:chExt cx="6097194" cy="3684662"/>
              </a:xfrm>
            </p:grpSpPr>
            <p:sp>
              <p:nvSpPr>
                <p:cNvPr id="1672" name="Google Shape;5638;p47">
                  <a:extLst>
                    <a:ext uri="{FF2B5EF4-FFF2-40B4-BE49-F238E27FC236}">
                      <a16:creationId xmlns:a16="http://schemas.microsoft.com/office/drawing/2014/main" id="{58F0A29E-3514-8BA7-D55E-C49ACCCEA830}"/>
                    </a:ext>
                  </a:extLst>
                </p:cNvPr>
                <p:cNvSpPr/>
                <p:nvPr/>
              </p:nvSpPr>
              <p:spPr>
                <a:xfrm>
                  <a:off x="6706194" y="-4312884"/>
                  <a:ext cx="1055323" cy="29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9" h="1254" extrusionOk="0">
                      <a:moveTo>
                        <a:pt x="366" y="1"/>
                      </a:moveTo>
                      <a:lnTo>
                        <a:pt x="0" y="202"/>
                      </a:lnTo>
                      <a:lnTo>
                        <a:pt x="2363" y="202"/>
                      </a:lnTo>
                      <a:lnTo>
                        <a:pt x="4158" y="1253"/>
                      </a:lnTo>
                      <a:lnTo>
                        <a:pt x="4418" y="1088"/>
                      </a:lnTo>
                      <a:lnTo>
                        <a:pt x="2504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73" name="Google Shape;5639;p47">
                  <a:extLst>
                    <a:ext uri="{FF2B5EF4-FFF2-40B4-BE49-F238E27FC236}">
                      <a16:creationId xmlns:a16="http://schemas.microsoft.com/office/drawing/2014/main" id="{D93D7058-F2F1-8B23-DB73-0878B7F7A9C3}"/>
                    </a:ext>
                  </a:extLst>
                </p:cNvPr>
                <p:cNvSpPr/>
                <p:nvPr/>
              </p:nvSpPr>
              <p:spPr>
                <a:xfrm>
                  <a:off x="6218052" y="-4098426"/>
                  <a:ext cx="1252823" cy="38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6" h="1596" extrusionOk="0">
                      <a:moveTo>
                        <a:pt x="2505" y="1"/>
                      </a:moveTo>
                      <a:lnTo>
                        <a:pt x="0" y="1454"/>
                      </a:lnTo>
                      <a:lnTo>
                        <a:pt x="260" y="1596"/>
                      </a:lnTo>
                      <a:lnTo>
                        <a:pt x="2647" y="225"/>
                      </a:lnTo>
                      <a:lnTo>
                        <a:pt x="3757" y="225"/>
                      </a:lnTo>
                      <a:lnTo>
                        <a:pt x="4927" y="887"/>
                      </a:lnTo>
                      <a:lnTo>
                        <a:pt x="4997" y="934"/>
                      </a:lnTo>
                      <a:lnTo>
                        <a:pt x="5245" y="780"/>
                      </a:lnTo>
                      <a:lnTo>
                        <a:pt x="5175" y="745"/>
                      </a:lnTo>
                      <a:lnTo>
                        <a:pt x="3899" y="1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674" name="Google Shape;5640;p47">
                  <a:extLst>
                    <a:ext uri="{FF2B5EF4-FFF2-40B4-BE49-F238E27FC236}">
                      <a16:creationId xmlns:a16="http://schemas.microsoft.com/office/drawing/2014/main" id="{D5D79AF9-9C62-6AD0-DCA8-9E30943EB86D}"/>
                    </a:ext>
                  </a:extLst>
                </p:cNvPr>
                <p:cNvGrpSpPr/>
                <p:nvPr/>
              </p:nvGrpSpPr>
              <p:grpSpPr>
                <a:xfrm>
                  <a:off x="6751994" y="-5825649"/>
                  <a:ext cx="5563252" cy="3684662"/>
                  <a:chOff x="6751994" y="-5825649"/>
                  <a:chExt cx="5563252" cy="3684662"/>
                </a:xfrm>
              </p:grpSpPr>
              <p:sp>
                <p:nvSpPr>
                  <p:cNvPr id="1676" name="Google Shape;5641;p47">
                    <a:extLst>
                      <a:ext uri="{FF2B5EF4-FFF2-40B4-BE49-F238E27FC236}">
                        <a16:creationId xmlns:a16="http://schemas.microsoft.com/office/drawing/2014/main" id="{C351D4B7-F724-34AA-EE05-93313F48E09A}"/>
                      </a:ext>
                    </a:extLst>
                  </p:cNvPr>
                  <p:cNvSpPr/>
                  <p:nvPr/>
                </p:nvSpPr>
                <p:spPr>
                  <a:xfrm>
                    <a:off x="7329673" y="-4912773"/>
                    <a:ext cx="3528453" cy="2031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8" h="7230" extrusionOk="0">
                        <a:moveTo>
                          <a:pt x="6226" y="390"/>
                        </a:moveTo>
                        <a:lnTo>
                          <a:pt x="11814" y="3615"/>
                        </a:lnTo>
                        <a:lnTo>
                          <a:pt x="6226" y="6852"/>
                        </a:lnTo>
                        <a:lnTo>
                          <a:pt x="650" y="3627"/>
                        </a:lnTo>
                        <a:lnTo>
                          <a:pt x="6226" y="390"/>
                        </a:lnTo>
                        <a:close/>
                        <a:moveTo>
                          <a:pt x="6261" y="0"/>
                        </a:moveTo>
                        <a:lnTo>
                          <a:pt x="6084" y="95"/>
                        </a:lnTo>
                        <a:lnTo>
                          <a:pt x="5824" y="248"/>
                        </a:lnTo>
                        <a:lnTo>
                          <a:pt x="5588" y="378"/>
                        </a:lnTo>
                        <a:lnTo>
                          <a:pt x="5340" y="532"/>
                        </a:lnTo>
                        <a:lnTo>
                          <a:pt x="4997" y="721"/>
                        </a:lnTo>
                        <a:lnTo>
                          <a:pt x="4749" y="863"/>
                        </a:lnTo>
                        <a:lnTo>
                          <a:pt x="4289" y="1134"/>
                        </a:lnTo>
                        <a:lnTo>
                          <a:pt x="4040" y="1276"/>
                        </a:lnTo>
                        <a:lnTo>
                          <a:pt x="3603" y="1536"/>
                        </a:lnTo>
                        <a:lnTo>
                          <a:pt x="3344" y="1678"/>
                        </a:lnTo>
                        <a:lnTo>
                          <a:pt x="3095" y="1831"/>
                        </a:lnTo>
                        <a:lnTo>
                          <a:pt x="2836" y="1973"/>
                        </a:lnTo>
                        <a:lnTo>
                          <a:pt x="2068" y="2422"/>
                        </a:lnTo>
                        <a:lnTo>
                          <a:pt x="1808" y="2564"/>
                        </a:lnTo>
                        <a:lnTo>
                          <a:pt x="1548" y="2717"/>
                        </a:lnTo>
                        <a:lnTo>
                          <a:pt x="1276" y="2859"/>
                        </a:lnTo>
                        <a:lnTo>
                          <a:pt x="426" y="3343"/>
                        </a:lnTo>
                        <a:lnTo>
                          <a:pt x="178" y="3497"/>
                        </a:lnTo>
                        <a:lnTo>
                          <a:pt x="0" y="3603"/>
                        </a:lnTo>
                        <a:lnTo>
                          <a:pt x="733" y="4029"/>
                        </a:lnTo>
                        <a:lnTo>
                          <a:pt x="981" y="4170"/>
                        </a:lnTo>
                        <a:lnTo>
                          <a:pt x="1607" y="4525"/>
                        </a:lnTo>
                        <a:lnTo>
                          <a:pt x="1855" y="4678"/>
                        </a:lnTo>
                        <a:lnTo>
                          <a:pt x="2576" y="5092"/>
                        </a:lnTo>
                        <a:lnTo>
                          <a:pt x="2836" y="5234"/>
                        </a:lnTo>
                        <a:lnTo>
                          <a:pt x="3403" y="5564"/>
                        </a:lnTo>
                        <a:lnTo>
                          <a:pt x="3662" y="5706"/>
                        </a:lnTo>
                        <a:lnTo>
                          <a:pt x="5316" y="6675"/>
                        </a:lnTo>
                        <a:lnTo>
                          <a:pt x="5564" y="6816"/>
                        </a:lnTo>
                        <a:lnTo>
                          <a:pt x="6273" y="7230"/>
                        </a:lnTo>
                        <a:lnTo>
                          <a:pt x="6616" y="7041"/>
                        </a:lnTo>
                        <a:lnTo>
                          <a:pt x="6876" y="6887"/>
                        </a:lnTo>
                        <a:lnTo>
                          <a:pt x="7714" y="6403"/>
                        </a:lnTo>
                        <a:lnTo>
                          <a:pt x="7974" y="6261"/>
                        </a:lnTo>
                        <a:lnTo>
                          <a:pt x="8423" y="5990"/>
                        </a:lnTo>
                        <a:lnTo>
                          <a:pt x="8683" y="5848"/>
                        </a:lnTo>
                        <a:lnTo>
                          <a:pt x="9061" y="5623"/>
                        </a:lnTo>
                        <a:lnTo>
                          <a:pt x="9309" y="5470"/>
                        </a:lnTo>
                        <a:lnTo>
                          <a:pt x="9581" y="5328"/>
                        </a:lnTo>
                        <a:lnTo>
                          <a:pt x="9829" y="5174"/>
                        </a:lnTo>
                        <a:lnTo>
                          <a:pt x="10821" y="4607"/>
                        </a:lnTo>
                        <a:lnTo>
                          <a:pt x="11069" y="4454"/>
                        </a:lnTo>
                        <a:lnTo>
                          <a:pt x="11542" y="4170"/>
                        </a:lnTo>
                        <a:lnTo>
                          <a:pt x="11814" y="4029"/>
                        </a:lnTo>
                        <a:lnTo>
                          <a:pt x="12558" y="3603"/>
                        </a:lnTo>
                        <a:lnTo>
                          <a:pt x="12180" y="3426"/>
                        </a:lnTo>
                        <a:lnTo>
                          <a:pt x="11932" y="3273"/>
                        </a:lnTo>
                        <a:lnTo>
                          <a:pt x="8707" y="1418"/>
                        </a:lnTo>
                        <a:lnTo>
                          <a:pt x="8459" y="1264"/>
                        </a:lnTo>
                        <a:lnTo>
                          <a:pt x="8270" y="1146"/>
                        </a:lnTo>
                        <a:lnTo>
                          <a:pt x="8010" y="1004"/>
                        </a:lnTo>
                        <a:lnTo>
                          <a:pt x="7443" y="674"/>
                        </a:lnTo>
                        <a:lnTo>
                          <a:pt x="7183" y="532"/>
                        </a:lnTo>
                        <a:lnTo>
                          <a:pt x="626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7" name="Google Shape;5642;p47">
                    <a:extLst>
                      <a:ext uri="{FF2B5EF4-FFF2-40B4-BE49-F238E27FC236}">
                        <a16:creationId xmlns:a16="http://schemas.microsoft.com/office/drawing/2014/main" id="{AD7725C2-59D3-BD6D-F806-B7D23240689E}"/>
                      </a:ext>
                    </a:extLst>
                  </p:cNvPr>
                  <p:cNvSpPr/>
                  <p:nvPr/>
                </p:nvSpPr>
                <p:spPr>
                  <a:xfrm>
                    <a:off x="6768572" y="-4554254"/>
                    <a:ext cx="1145525" cy="375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77" h="1335" extrusionOk="0">
                        <a:moveTo>
                          <a:pt x="367" y="0"/>
                        </a:moveTo>
                        <a:lnTo>
                          <a:pt x="1" y="213"/>
                        </a:lnTo>
                        <a:lnTo>
                          <a:pt x="1879" y="213"/>
                        </a:lnTo>
                        <a:lnTo>
                          <a:pt x="3805" y="1335"/>
                        </a:lnTo>
                        <a:lnTo>
                          <a:pt x="4077" y="1181"/>
                        </a:lnTo>
                        <a:lnTo>
                          <a:pt x="202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8" name="Google Shape;5643;p47">
                    <a:extLst>
                      <a:ext uri="{FF2B5EF4-FFF2-40B4-BE49-F238E27FC236}">
                        <a16:creationId xmlns:a16="http://schemas.microsoft.com/office/drawing/2014/main" id="{82F6C8D3-1A02-E2C3-8EC7-49434C89B729}"/>
                      </a:ext>
                    </a:extLst>
                  </p:cNvPr>
                  <p:cNvSpPr/>
                  <p:nvPr/>
                </p:nvSpPr>
                <p:spPr>
                  <a:xfrm>
                    <a:off x="7190311" y="-4796732"/>
                    <a:ext cx="1022459" cy="458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9" h="1631" extrusionOk="0">
                        <a:moveTo>
                          <a:pt x="378" y="1"/>
                        </a:moveTo>
                        <a:lnTo>
                          <a:pt x="0" y="202"/>
                        </a:lnTo>
                        <a:lnTo>
                          <a:pt x="922" y="202"/>
                        </a:lnTo>
                        <a:lnTo>
                          <a:pt x="3391" y="1631"/>
                        </a:lnTo>
                        <a:lnTo>
                          <a:pt x="3639" y="1477"/>
                        </a:lnTo>
                        <a:lnTo>
                          <a:pt x="106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79" name="Google Shape;5644;p47">
                    <a:extLst>
                      <a:ext uri="{FF2B5EF4-FFF2-40B4-BE49-F238E27FC236}">
                        <a16:creationId xmlns:a16="http://schemas.microsoft.com/office/drawing/2014/main" id="{218DCE7A-B9E9-4391-79D4-3D9B44AE96AC}"/>
                      </a:ext>
                    </a:extLst>
                  </p:cNvPr>
                  <p:cNvSpPr/>
                  <p:nvPr/>
                </p:nvSpPr>
                <p:spPr>
                  <a:xfrm>
                    <a:off x="7369571" y="-4902939"/>
                    <a:ext cx="996048" cy="48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5" h="1738" extrusionOk="0">
                        <a:moveTo>
                          <a:pt x="355" y="1"/>
                        </a:moveTo>
                        <a:lnTo>
                          <a:pt x="0" y="225"/>
                        </a:lnTo>
                        <a:lnTo>
                          <a:pt x="662" y="225"/>
                        </a:lnTo>
                        <a:lnTo>
                          <a:pt x="3284" y="1737"/>
                        </a:lnTo>
                        <a:lnTo>
                          <a:pt x="3544" y="1584"/>
                        </a:lnTo>
                        <a:lnTo>
                          <a:pt x="815" y="13"/>
                        </a:lnTo>
                        <a:lnTo>
                          <a:pt x="35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0" name="Google Shape;5645;p47">
                    <a:extLst>
                      <a:ext uri="{FF2B5EF4-FFF2-40B4-BE49-F238E27FC236}">
                        <a16:creationId xmlns:a16="http://schemas.microsoft.com/office/drawing/2014/main" id="{1B3DFF09-8EBD-5857-D4C6-06D0AB0B0193}"/>
                      </a:ext>
                    </a:extLst>
                  </p:cNvPr>
                  <p:cNvSpPr/>
                  <p:nvPr/>
                </p:nvSpPr>
                <p:spPr>
                  <a:xfrm>
                    <a:off x="7966918" y="-5224932"/>
                    <a:ext cx="601000" cy="700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494" extrusionOk="0">
                        <a:moveTo>
                          <a:pt x="249" y="1"/>
                        </a:moveTo>
                        <a:lnTo>
                          <a:pt x="1" y="143"/>
                        </a:lnTo>
                        <a:lnTo>
                          <a:pt x="272" y="296"/>
                        </a:lnTo>
                        <a:lnTo>
                          <a:pt x="272" y="1548"/>
                        </a:lnTo>
                        <a:lnTo>
                          <a:pt x="1879" y="2493"/>
                        </a:lnTo>
                        <a:lnTo>
                          <a:pt x="2139" y="2352"/>
                        </a:lnTo>
                        <a:lnTo>
                          <a:pt x="627" y="1477"/>
                        </a:lnTo>
                        <a:lnTo>
                          <a:pt x="627" y="202"/>
                        </a:lnTo>
                        <a:lnTo>
                          <a:pt x="24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1" name="Google Shape;5646;p47">
                    <a:extLst>
                      <a:ext uri="{FF2B5EF4-FFF2-40B4-BE49-F238E27FC236}">
                        <a16:creationId xmlns:a16="http://schemas.microsoft.com/office/drawing/2014/main" id="{302B84B5-982F-96C0-54F9-9B9AA2593B41}"/>
                      </a:ext>
                    </a:extLst>
                  </p:cNvPr>
                  <p:cNvSpPr/>
                  <p:nvPr/>
                </p:nvSpPr>
                <p:spPr>
                  <a:xfrm>
                    <a:off x="8166128" y="-5344345"/>
                    <a:ext cx="601000" cy="7038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505" extrusionOk="0">
                        <a:moveTo>
                          <a:pt x="272" y="1"/>
                        </a:moveTo>
                        <a:lnTo>
                          <a:pt x="0" y="142"/>
                        </a:lnTo>
                        <a:lnTo>
                          <a:pt x="272" y="308"/>
                        </a:lnTo>
                        <a:lnTo>
                          <a:pt x="272" y="1560"/>
                        </a:lnTo>
                        <a:lnTo>
                          <a:pt x="1890" y="2505"/>
                        </a:lnTo>
                        <a:lnTo>
                          <a:pt x="2139" y="2363"/>
                        </a:lnTo>
                        <a:lnTo>
                          <a:pt x="638" y="1477"/>
                        </a:lnTo>
                        <a:lnTo>
                          <a:pt x="638" y="213"/>
                        </a:lnTo>
                        <a:lnTo>
                          <a:pt x="27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2" name="Google Shape;5647;p47">
                    <a:extLst>
                      <a:ext uri="{FF2B5EF4-FFF2-40B4-BE49-F238E27FC236}">
                        <a16:creationId xmlns:a16="http://schemas.microsoft.com/office/drawing/2014/main" id="{253A3F9B-8888-0C21-ED7F-C8AB5CB57ED2}"/>
                      </a:ext>
                    </a:extLst>
                  </p:cNvPr>
                  <p:cNvSpPr/>
                  <p:nvPr/>
                </p:nvSpPr>
                <p:spPr>
                  <a:xfrm>
                    <a:off x="8418441" y="-5825649"/>
                    <a:ext cx="690630" cy="1085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8" h="3864" extrusionOk="0">
                        <a:moveTo>
                          <a:pt x="2351" y="1"/>
                        </a:moveTo>
                        <a:lnTo>
                          <a:pt x="2103" y="142"/>
                        </a:lnTo>
                        <a:lnTo>
                          <a:pt x="2103" y="426"/>
                        </a:lnTo>
                        <a:lnTo>
                          <a:pt x="0" y="1631"/>
                        </a:lnTo>
                        <a:lnTo>
                          <a:pt x="0" y="2954"/>
                        </a:lnTo>
                        <a:lnTo>
                          <a:pt x="1595" y="3864"/>
                        </a:lnTo>
                        <a:lnTo>
                          <a:pt x="1855" y="3722"/>
                        </a:lnTo>
                        <a:lnTo>
                          <a:pt x="378" y="2859"/>
                        </a:lnTo>
                        <a:lnTo>
                          <a:pt x="378" y="1725"/>
                        </a:lnTo>
                        <a:lnTo>
                          <a:pt x="2457" y="509"/>
                        </a:lnTo>
                        <a:lnTo>
                          <a:pt x="2457" y="60"/>
                        </a:lnTo>
                        <a:lnTo>
                          <a:pt x="23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3" name="Google Shape;5648;p47">
                    <a:extLst>
                      <a:ext uri="{FF2B5EF4-FFF2-40B4-BE49-F238E27FC236}">
                        <a16:creationId xmlns:a16="http://schemas.microsoft.com/office/drawing/2014/main" id="{0D11E78A-1CE9-E2CA-824F-152D465854CA}"/>
                      </a:ext>
                    </a:extLst>
                  </p:cNvPr>
                  <p:cNvSpPr/>
                  <p:nvPr/>
                </p:nvSpPr>
                <p:spPr>
                  <a:xfrm>
                    <a:off x="8577752" y="-5672801"/>
                    <a:ext cx="846570" cy="85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3" h="3037" extrusionOk="0">
                        <a:moveTo>
                          <a:pt x="2741" y="0"/>
                        </a:moveTo>
                        <a:lnTo>
                          <a:pt x="0" y="1571"/>
                        </a:lnTo>
                        <a:lnTo>
                          <a:pt x="0" y="2150"/>
                        </a:lnTo>
                        <a:lnTo>
                          <a:pt x="1524" y="3036"/>
                        </a:lnTo>
                        <a:lnTo>
                          <a:pt x="1784" y="2894"/>
                        </a:lnTo>
                        <a:lnTo>
                          <a:pt x="366" y="2067"/>
                        </a:lnTo>
                        <a:lnTo>
                          <a:pt x="366" y="1666"/>
                        </a:lnTo>
                        <a:lnTo>
                          <a:pt x="3013" y="142"/>
                        </a:lnTo>
                        <a:lnTo>
                          <a:pt x="2741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4" name="Google Shape;5649;p47">
                    <a:extLst>
                      <a:ext uri="{FF2B5EF4-FFF2-40B4-BE49-F238E27FC236}">
                        <a16:creationId xmlns:a16="http://schemas.microsoft.com/office/drawing/2014/main" id="{1FC035C1-BD50-CDA8-C3D5-F6BD878C26EF}"/>
                      </a:ext>
                    </a:extLst>
                  </p:cNvPr>
                  <p:cNvSpPr/>
                  <p:nvPr/>
                </p:nvSpPr>
                <p:spPr>
                  <a:xfrm>
                    <a:off x="9799138" y="-3402552"/>
                    <a:ext cx="727157" cy="66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" h="2375" extrusionOk="0">
                        <a:moveTo>
                          <a:pt x="260" y="0"/>
                        </a:moveTo>
                        <a:lnTo>
                          <a:pt x="0" y="142"/>
                        </a:lnTo>
                        <a:lnTo>
                          <a:pt x="2221" y="1430"/>
                        </a:lnTo>
                        <a:lnTo>
                          <a:pt x="2221" y="2375"/>
                        </a:lnTo>
                        <a:lnTo>
                          <a:pt x="2588" y="2162"/>
                        </a:lnTo>
                        <a:lnTo>
                          <a:pt x="2588" y="1335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5" name="Google Shape;5650;p47">
                    <a:extLst>
                      <a:ext uri="{FF2B5EF4-FFF2-40B4-BE49-F238E27FC236}">
                        <a16:creationId xmlns:a16="http://schemas.microsoft.com/office/drawing/2014/main" id="{B688CDE2-39DD-12AB-EEBC-FEF27715AEFD}"/>
                      </a:ext>
                    </a:extLst>
                  </p:cNvPr>
                  <p:cNvSpPr/>
                  <p:nvPr/>
                </p:nvSpPr>
                <p:spPr>
                  <a:xfrm>
                    <a:off x="9945244" y="-3492182"/>
                    <a:ext cx="796838" cy="630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245" extrusionOk="0">
                        <a:moveTo>
                          <a:pt x="272" y="0"/>
                        </a:moveTo>
                        <a:lnTo>
                          <a:pt x="0" y="154"/>
                        </a:lnTo>
                        <a:lnTo>
                          <a:pt x="2469" y="1583"/>
                        </a:lnTo>
                        <a:lnTo>
                          <a:pt x="2469" y="2245"/>
                        </a:lnTo>
                        <a:lnTo>
                          <a:pt x="2835" y="2044"/>
                        </a:lnTo>
                        <a:lnTo>
                          <a:pt x="2835" y="1501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6" name="Google Shape;5651;p47">
                    <a:extLst>
                      <a:ext uri="{FF2B5EF4-FFF2-40B4-BE49-F238E27FC236}">
                        <a16:creationId xmlns:a16="http://schemas.microsoft.com/office/drawing/2014/main" id="{413C25D8-AF47-2C1B-4DA1-886F0922A197}"/>
                      </a:ext>
                    </a:extLst>
                  </p:cNvPr>
                  <p:cNvSpPr/>
                  <p:nvPr/>
                </p:nvSpPr>
                <p:spPr>
                  <a:xfrm>
                    <a:off x="9606672" y="-3312922"/>
                    <a:ext cx="634155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" h="2588" extrusionOk="0">
                        <a:moveTo>
                          <a:pt x="248" y="0"/>
                        </a:moveTo>
                        <a:lnTo>
                          <a:pt x="0" y="166"/>
                        </a:lnTo>
                        <a:lnTo>
                          <a:pt x="1501" y="1040"/>
                        </a:lnTo>
                        <a:lnTo>
                          <a:pt x="1501" y="2292"/>
                        </a:lnTo>
                        <a:lnTo>
                          <a:pt x="2008" y="2587"/>
                        </a:lnTo>
                        <a:lnTo>
                          <a:pt x="2257" y="2434"/>
                        </a:lnTo>
                        <a:lnTo>
                          <a:pt x="1867" y="2197"/>
                        </a:lnTo>
                        <a:lnTo>
                          <a:pt x="1867" y="945"/>
                        </a:lnTo>
                        <a:lnTo>
                          <a:pt x="24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7" name="Google Shape;5652;p47">
                    <a:extLst>
                      <a:ext uri="{FF2B5EF4-FFF2-40B4-BE49-F238E27FC236}">
                        <a16:creationId xmlns:a16="http://schemas.microsoft.com/office/drawing/2014/main" id="{DFC7E506-FA91-DE4A-C414-19692849B500}"/>
                      </a:ext>
                    </a:extLst>
                  </p:cNvPr>
                  <p:cNvSpPr/>
                  <p:nvPr/>
                </p:nvSpPr>
                <p:spPr>
                  <a:xfrm>
                    <a:off x="9404091" y="-3193509"/>
                    <a:ext cx="637527" cy="723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576" extrusionOk="0">
                        <a:moveTo>
                          <a:pt x="249" y="0"/>
                        </a:moveTo>
                        <a:lnTo>
                          <a:pt x="1" y="154"/>
                        </a:lnTo>
                        <a:lnTo>
                          <a:pt x="1501" y="1028"/>
                        </a:lnTo>
                        <a:lnTo>
                          <a:pt x="1501" y="2280"/>
                        </a:lnTo>
                        <a:lnTo>
                          <a:pt x="1997" y="2576"/>
                        </a:lnTo>
                        <a:lnTo>
                          <a:pt x="2269" y="2422"/>
                        </a:lnTo>
                        <a:lnTo>
                          <a:pt x="1867" y="2186"/>
                        </a:lnTo>
                        <a:lnTo>
                          <a:pt x="1867" y="934"/>
                        </a:lnTo>
                        <a:lnTo>
                          <a:pt x="24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8" name="Google Shape;5653;p47">
                    <a:extLst>
                      <a:ext uri="{FF2B5EF4-FFF2-40B4-BE49-F238E27FC236}">
                        <a16:creationId xmlns:a16="http://schemas.microsoft.com/office/drawing/2014/main" id="{CCBDF1F3-A220-44A7-FA5F-12876D71C6C9}"/>
                      </a:ext>
                    </a:extLst>
                  </p:cNvPr>
                  <p:cNvSpPr/>
                  <p:nvPr/>
                </p:nvSpPr>
                <p:spPr>
                  <a:xfrm>
                    <a:off x="8717114" y="-3017621"/>
                    <a:ext cx="876353" cy="876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9" h="3120" extrusionOk="0">
                        <a:moveTo>
                          <a:pt x="1595" y="1"/>
                        </a:moveTo>
                        <a:lnTo>
                          <a:pt x="1347" y="142"/>
                        </a:lnTo>
                        <a:lnTo>
                          <a:pt x="1631" y="320"/>
                        </a:lnTo>
                        <a:lnTo>
                          <a:pt x="2765" y="969"/>
                        </a:lnTo>
                        <a:lnTo>
                          <a:pt x="2765" y="1371"/>
                        </a:lnTo>
                        <a:lnTo>
                          <a:pt x="0" y="2954"/>
                        </a:lnTo>
                        <a:lnTo>
                          <a:pt x="272" y="3119"/>
                        </a:lnTo>
                        <a:lnTo>
                          <a:pt x="3119" y="1465"/>
                        </a:lnTo>
                        <a:lnTo>
                          <a:pt x="3119" y="887"/>
                        </a:lnTo>
                        <a:lnTo>
                          <a:pt x="1890" y="166"/>
                        </a:lnTo>
                        <a:lnTo>
                          <a:pt x="1595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89" name="Google Shape;5654;p47">
                    <a:extLst>
                      <a:ext uri="{FF2B5EF4-FFF2-40B4-BE49-F238E27FC236}">
                        <a16:creationId xmlns:a16="http://schemas.microsoft.com/office/drawing/2014/main" id="{01550473-A013-9B28-8C6E-66918185B1E2}"/>
                      </a:ext>
                    </a:extLst>
                  </p:cNvPr>
                  <p:cNvSpPr/>
                  <p:nvPr/>
                </p:nvSpPr>
                <p:spPr>
                  <a:xfrm>
                    <a:off x="9257986" y="-5367666"/>
                    <a:ext cx="697374" cy="690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2" h="2459" extrusionOk="0">
                        <a:moveTo>
                          <a:pt x="2210" y="1"/>
                        </a:moveTo>
                        <a:lnTo>
                          <a:pt x="1383" y="473"/>
                        </a:lnTo>
                        <a:lnTo>
                          <a:pt x="1383" y="1501"/>
                        </a:lnTo>
                        <a:lnTo>
                          <a:pt x="1" y="2304"/>
                        </a:lnTo>
                        <a:lnTo>
                          <a:pt x="261" y="2458"/>
                        </a:lnTo>
                        <a:lnTo>
                          <a:pt x="1761" y="1584"/>
                        </a:lnTo>
                        <a:lnTo>
                          <a:pt x="1761" y="568"/>
                        </a:lnTo>
                        <a:lnTo>
                          <a:pt x="2482" y="154"/>
                        </a:lnTo>
                        <a:lnTo>
                          <a:pt x="2210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0" name="Google Shape;5655;p47">
                    <a:extLst>
                      <a:ext uri="{FF2B5EF4-FFF2-40B4-BE49-F238E27FC236}">
                        <a16:creationId xmlns:a16="http://schemas.microsoft.com/office/drawing/2014/main" id="{94CF4564-D6B5-1E20-CEDF-D5FD39DEDA69}"/>
                      </a:ext>
                    </a:extLst>
                  </p:cNvPr>
                  <p:cNvSpPr/>
                  <p:nvPr/>
                </p:nvSpPr>
                <p:spPr>
                  <a:xfrm>
                    <a:off x="9520414" y="-5284498"/>
                    <a:ext cx="694002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0" h="2588" extrusionOk="0">
                        <a:moveTo>
                          <a:pt x="2209" y="0"/>
                        </a:moveTo>
                        <a:lnTo>
                          <a:pt x="1382" y="485"/>
                        </a:lnTo>
                        <a:lnTo>
                          <a:pt x="1382" y="1630"/>
                        </a:lnTo>
                        <a:lnTo>
                          <a:pt x="0" y="2422"/>
                        </a:lnTo>
                        <a:lnTo>
                          <a:pt x="260" y="2587"/>
                        </a:lnTo>
                        <a:lnTo>
                          <a:pt x="1748" y="1713"/>
                        </a:lnTo>
                        <a:lnTo>
                          <a:pt x="1748" y="579"/>
                        </a:lnTo>
                        <a:lnTo>
                          <a:pt x="2469" y="154"/>
                        </a:lnTo>
                        <a:lnTo>
                          <a:pt x="22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1" name="Google Shape;5656;p47">
                    <a:extLst>
                      <a:ext uri="{FF2B5EF4-FFF2-40B4-BE49-F238E27FC236}">
                        <a16:creationId xmlns:a16="http://schemas.microsoft.com/office/drawing/2014/main" id="{C3DA86A8-8F9F-DBE2-6F0F-C76162E5C7CB}"/>
                      </a:ext>
                    </a:extLst>
                  </p:cNvPr>
                  <p:cNvSpPr/>
                  <p:nvPr/>
                </p:nvSpPr>
                <p:spPr>
                  <a:xfrm>
                    <a:off x="9835665" y="-4843092"/>
                    <a:ext cx="1019368" cy="4017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8" h="1430" extrusionOk="0">
                        <a:moveTo>
                          <a:pt x="3379" y="0"/>
                        </a:moveTo>
                        <a:lnTo>
                          <a:pt x="2552" y="473"/>
                        </a:lnTo>
                        <a:lnTo>
                          <a:pt x="1418" y="473"/>
                        </a:lnTo>
                        <a:lnTo>
                          <a:pt x="0" y="1288"/>
                        </a:lnTo>
                        <a:lnTo>
                          <a:pt x="248" y="1430"/>
                        </a:lnTo>
                        <a:lnTo>
                          <a:pt x="1560" y="674"/>
                        </a:lnTo>
                        <a:lnTo>
                          <a:pt x="2694" y="674"/>
                        </a:lnTo>
                        <a:lnTo>
                          <a:pt x="3627" y="142"/>
                        </a:lnTo>
                        <a:lnTo>
                          <a:pt x="337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2" name="Google Shape;5657;p47">
                    <a:extLst>
                      <a:ext uri="{FF2B5EF4-FFF2-40B4-BE49-F238E27FC236}">
                        <a16:creationId xmlns:a16="http://schemas.microsoft.com/office/drawing/2014/main" id="{171602A0-3CF6-53FB-E921-A9A65146E0D1}"/>
                      </a:ext>
                    </a:extLst>
                  </p:cNvPr>
                  <p:cNvSpPr/>
                  <p:nvPr/>
                </p:nvSpPr>
                <p:spPr>
                  <a:xfrm>
                    <a:off x="9653033" y="-5018980"/>
                    <a:ext cx="913161" cy="53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0" h="1891" extrusionOk="0">
                        <a:moveTo>
                          <a:pt x="2978" y="0"/>
                        </a:moveTo>
                        <a:lnTo>
                          <a:pt x="1" y="1737"/>
                        </a:lnTo>
                        <a:lnTo>
                          <a:pt x="249" y="1890"/>
                        </a:lnTo>
                        <a:lnTo>
                          <a:pt x="3249" y="154"/>
                        </a:lnTo>
                        <a:lnTo>
                          <a:pt x="2978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3" name="Google Shape;5658;p47">
                    <a:extLst>
                      <a:ext uri="{FF2B5EF4-FFF2-40B4-BE49-F238E27FC236}">
                        <a16:creationId xmlns:a16="http://schemas.microsoft.com/office/drawing/2014/main" id="{6849C99A-8664-7C8C-BCB9-39DA5C59F629}"/>
                      </a:ext>
                    </a:extLst>
                  </p:cNvPr>
                  <p:cNvSpPr/>
                  <p:nvPr/>
                </p:nvSpPr>
                <p:spPr>
                  <a:xfrm>
                    <a:off x="10061285" y="-4713564"/>
                    <a:ext cx="102274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0" h="1442" extrusionOk="0">
                        <a:moveTo>
                          <a:pt x="3367" y="0"/>
                        </a:moveTo>
                        <a:lnTo>
                          <a:pt x="2481" y="508"/>
                        </a:lnTo>
                        <a:lnTo>
                          <a:pt x="1347" y="508"/>
                        </a:lnTo>
                        <a:lnTo>
                          <a:pt x="1" y="1276"/>
                        </a:lnTo>
                        <a:lnTo>
                          <a:pt x="249" y="1441"/>
                        </a:lnTo>
                        <a:lnTo>
                          <a:pt x="1501" y="721"/>
                        </a:lnTo>
                        <a:lnTo>
                          <a:pt x="2635" y="721"/>
                        </a:lnTo>
                        <a:lnTo>
                          <a:pt x="3639" y="142"/>
                        </a:lnTo>
                        <a:lnTo>
                          <a:pt x="3367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4" name="Google Shape;5659;p47">
                    <a:extLst>
                      <a:ext uri="{FF2B5EF4-FFF2-40B4-BE49-F238E27FC236}">
                        <a16:creationId xmlns:a16="http://schemas.microsoft.com/office/drawing/2014/main" id="{55DE64E1-37ED-A36A-421F-50022A3C5BDE}"/>
                      </a:ext>
                    </a:extLst>
                  </p:cNvPr>
                  <p:cNvSpPr/>
                  <p:nvPr/>
                </p:nvSpPr>
                <p:spPr>
                  <a:xfrm>
                    <a:off x="10270329" y="-4547791"/>
                    <a:ext cx="1099164" cy="35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2" h="1277" extrusionOk="0">
                        <a:moveTo>
                          <a:pt x="3651" y="1"/>
                        </a:moveTo>
                        <a:lnTo>
                          <a:pt x="3084" y="320"/>
                        </a:lnTo>
                        <a:lnTo>
                          <a:pt x="1407" y="320"/>
                        </a:lnTo>
                        <a:lnTo>
                          <a:pt x="1" y="1135"/>
                        </a:lnTo>
                        <a:lnTo>
                          <a:pt x="261" y="1277"/>
                        </a:lnTo>
                        <a:lnTo>
                          <a:pt x="1548" y="544"/>
                        </a:lnTo>
                        <a:lnTo>
                          <a:pt x="3238" y="544"/>
                        </a:lnTo>
                        <a:lnTo>
                          <a:pt x="3911" y="142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5" name="Google Shape;5660;p47">
                    <a:extLst>
                      <a:ext uri="{FF2B5EF4-FFF2-40B4-BE49-F238E27FC236}">
                        <a16:creationId xmlns:a16="http://schemas.microsoft.com/office/drawing/2014/main" id="{AC4F203C-0066-A3FA-3D0E-ABFD5364B804}"/>
                      </a:ext>
                    </a:extLst>
                  </p:cNvPr>
                  <p:cNvSpPr/>
                  <p:nvPr/>
                </p:nvSpPr>
                <p:spPr>
                  <a:xfrm>
                    <a:off x="10482744" y="-4348583"/>
                    <a:ext cx="1832503" cy="558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2" h="1986" extrusionOk="0">
                        <a:moveTo>
                          <a:pt x="1478" y="1"/>
                        </a:moveTo>
                        <a:lnTo>
                          <a:pt x="1" y="851"/>
                        </a:lnTo>
                        <a:lnTo>
                          <a:pt x="249" y="1005"/>
                        </a:lnTo>
                        <a:lnTo>
                          <a:pt x="1619" y="201"/>
                        </a:lnTo>
                        <a:lnTo>
                          <a:pt x="3191" y="201"/>
                        </a:lnTo>
                        <a:lnTo>
                          <a:pt x="6274" y="1985"/>
                        </a:lnTo>
                        <a:lnTo>
                          <a:pt x="6522" y="1843"/>
                        </a:lnTo>
                        <a:lnTo>
                          <a:pt x="3332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6" name="Google Shape;5661;p47">
                    <a:extLst>
                      <a:ext uri="{FF2B5EF4-FFF2-40B4-BE49-F238E27FC236}">
                        <a16:creationId xmlns:a16="http://schemas.microsoft.com/office/drawing/2014/main" id="{5733645C-1444-ED6A-50A5-57C37CAE9821}"/>
                      </a:ext>
                    </a:extLst>
                  </p:cNvPr>
                  <p:cNvSpPr/>
                  <p:nvPr/>
                </p:nvSpPr>
                <p:spPr>
                  <a:xfrm>
                    <a:off x="10652170" y="-4209221"/>
                    <a:ext cx="1523714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3" h="1785" extrusionOk="0">
                        <a:moveTo>
                          <a:pt x="1394" y="1"/>
                        </a:moveTo>
                        <a:lnTo>
                          <a:pt x="0" y="816"/>
                        </a:lnTo>
                        <a:lnTo>
                          <a:pt x="260" y="958"/>
                        </a:lnTo>
                        <a:lnTo>
                          <a:pt x="1560" y="213"/>
                        </a:lnTo>
                        <a:lnTo>
                          <a:pt x="2446" y="213"/>
                        </a:lnTo>
                        <a:lnTo>
                          <a:pt x="5163" y="1784"/>
                        </a:lnTo>
                        <a:lnTo>
                          <a:pt x="5423" y="1631"/>
                        </a:lnTo>
                        <a:lnTo>
                          <a:pt x="2599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7" name="Google Shape;5662;p47">
                    <a:extLst>
                      <a:ext uri="{FF2B5EF4-FFF2-40B4-BE49-F238E27FC236}">
                        <a16:creationId xmlns:a16="http://schemas.microsoft.com/office/drawing/2014/main" id="{24B1B5DC-11F7-1803-7CA4-48893AAA0720}"/>
                      </a:ext>
                    </a:extLst>
                  </p:cNvPr>
                  <p:cNvSpPr/>
                  <p:nvPr/>
                </p:nvSpPr>
                <p:spPr>
                  <a:xfrm>
                    <a:off x="10303764" y="-3691391"/>
                    <a:ext cx="1151987" cy="39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0" h="1419" extrusionOk="0">
                        <a:moveTo>
                          <a:pt x="248" y="1"/>
                        </a:moveTo>
                        <a:lnTo>
                          <a:pt x="0" y="154"/>
                        </a:lnTo>
                        <a:lnTo>
                          <a:pt x="1240" y="875"/>
                        </a:lnTo>
                        <a:lnTo>
                          <a:pt x="2906" y="875"/>
                        </a:lnTo>
                        <a:lnTo>
                          <a:pt x="3839" y="1418"/>
                        </a:lnTo>
                        <a:lnTo>
                          <a:pt x="4099" y="1276"/>
                        </a:lnTo>
                        <a:lnTo>
                          <a:pt x="3060" y="674"/>
                        </a:lnTo>
                        <a:lnTo>
                          <a:pt x="1406" y="674"/>
                        </a:lnTo>
                        <a:lnTo>
                          <a:pt x="248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8" name="Google Shape;5663;p47">
                    <a:extLst>
                      <a:ext uri="{FF2B5EF4-FFF2-40B4-BE49-F238E27FC236}">
                        <a16:creationId xmlns:a16="http://schemas.microsoft.com/office/drawing/2014/main" id="{F2B8B7CC-8F1E-0959-0E2D-6B2EA1850E9A}"/>
                      </a:ext>
                    </a:extLst>
                  </p:cNvPr>
                  <p:cNvSpPr/>
                  <p:nvPr/>
                </p:nvSpPr>
                <p:spPr>
                  <a:xfrm>
                    <a:off x="10486115" y="-3817547"/>
                    <a:ext cx="117868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5" h="1442" extrusionOk="0">
                        <a:moveTo>
                          <a:pt x="261" y="1"/>
                        </a:moveTo>
                        <a:lnTo>
                          <a:pt x="1" y="142"/>
                        </a:lnTo>
                        <a:lnTo>
                          <a:pt x="1253" y="851"/>
                        </a:lnTo>
                        <a:lnTo>
                          <a:pt x="2919" y="851"/>
                        </a:lnTo>
                        <a:lnTo>
                          <a:pt x="3923" y="1442"/>
                        </a:lnTo>
                        <a:lnTo>
                          <a:pt x="4194" y="1300"/>
                        </a:lnTo>
                        <a:lnTo>
                          <a:pt x="3072" y="650"/>
                        </a:lnTo>
                        <a:lnTo>
                          <a:pt x="1395" y="650"/>
                        </a:lnTo>
                        <a:lnTo>
                          <a:pt x="261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699" name="Google Shape;5664;p47">
                    <a:extLst>
                      <a:ext uri="{FF2B5EF4-FFF2-40B4-BE49-F238E27FC236}">
                        <a16:creationId xmlns:a16="http://schemas.microsoft.com/office/drawing/2014/main" id="{43271C7A-8EA3-C044-7E92-DFD8B77DC948}"/>
                      </a:ext>
                    </a:extLst>
                  </p:cNvPr>
                  <p:cNvSpPr/>
                  <p:nvPr/>
                </p:nvSpPr>
                <p:spPr>
                  <a:xfrm>
                    <a:off x="7747760" y="-3362654"/>
                    <a:ext cx="637527" cy="65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340" extrusionOk="0">
                        <a:moveTo>
                          <a:pt x="2009" y="0"/>
                        </a:moveTo>
                        <a:lnTo>
                          <a:pt x="1879" y="71"/>
                        </a:lnTo>
                        <a:lnTo>
                          <a:pt x="521" y="862"/>
                        </a:lnTo>
                        <a:lnTo>
                          <a:pt x="521" y="1878"/>
                        </a:lnTo>
                        <a:lnTo>
                          <a:pt x="1" y="2185"/>
                        </a:lnTo>
                        <a:lnTo>
                          <a:pt x="249" y="2339"/>
                        </a:lnTo>
                        <a:lnTo>
                          <a:pt x="887" y="1961"/>
                        </a:lnTo>
                        <a:lnTo>
                          <a:pt x="887" y="945"/>
                        </a:lnTo>
                        <a:lnTo>
                          <a:pt x="2127" y="224"/>
                        </a:lnTo>
                        <a:lnTo>
                          <a:pt x="2269" y="154"/>
                        </a:lnTo>
                        <a:lnTo>
                          <a:pt x="2009" y="0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0" name="Google Shape;5665;p47">
                    <a:extLst>
                      <a:ext uri="{FF2B5EF4-FFF2-40B4-BE49-F238E27FC236}">
                        <a16:creationId xmlns:a16="http://schemas.microsoft.com/office/drawing/2014/main" id="{B99D60B2-AEFB-828B-7D69-FDCDC0414E55}"/>
                      </a:ext>
                    </a:extLst>
                  </p:cNvPr>
                  <p:cNvSpPr/>
                  <p:nvPr/>
                </p:nvSpPr>
                <p:spPr>
                  <a:xfrm>
                    <a:off x="7538717" y="-3498925"/>
                    <a:ext cx="611115" cy="67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5" h="2411" extrusionOk="0">
                        <a:moveTo>
                          <a:pt x="1926" y="1"/>
                        </a:moveTo>
                        <a:lnTo>
                          <a:pt x="1773" y="83"/>
                        </a:lnTo>
                        <a:lnTo>
                          <a:pt x="438" y="875"/>
                        </a:lnTo>
                        <a:lnTo>
                          <a:pt x="438" y="2009"/>
                        </a:lnTo>
                        <a:lnTo>
                          <a:pt x="1" y="2245"/>
                        </a:lnTo>
                        <a:lnTo>
                          <a:pt x="272" y="2411"/>
                        </a:lnTo>
                        <a:lnTo>
                          <a:pt x="804" y="2092"/>
                        </a:lnTo>
                        <a:lnTo>
                          <a:pt x="804" y="958"/>
                        </a:lnTo>
                        <a:lnTo>
                          <a:pt x="2044" y="237"/>
                        </a:lnTo>
                        <a:lnTo>
                          <a:pt x="2174" y="142"/>
                        </a:lnTo>
                        <a:lnTo>
                          <a:pt x="192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1" name="Google Shape;5666;p47">
                    <a:extLst>
                      <a:ext uri="{FF2B5EF4-FFF2-40B4-BE49-F238E27FC236}">
                        <a16:creationId xmlns:a16="http://schemas.microsoft.com/office/drawing/2014/main" id="{D84A3056-9157-0A88-AB07-EE231CDEA614}"/>
                      </a:ext>
                    </a:extLst>
                  </p:cNvPr>
                  <p:cNvSpPr/>
                  <p:nvPr/>
                </p:nvSpPr>
                <p:spPr>
                  <a:xfrm>
                    <a:off x="7870545" y="-3037570"/>
                    <a:ext cx="1026112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" h="1442" extrusionOk="0">
                        <a:moveTo>
                          <a:pt x="3403" y="1"/>
                        </a:moveTo>
                        <a:lnTo>
                          <a:pt x="3344" y="24"/>
                        </a:lnTo>
                        <a:lnTo>
                          <a:pt x="2092" y="745"/>
                        </a:lnTo>
                        <a:lnTo>
                          <a:pt x="946" y="745"/>
                        </a:lnTo>
                        <a:lnTo>
                          <a:pt x="1" y="1288"/>
                        </a:lnTo>
                        <a:lnTo>
                          <a:pt x="273" y="1442"/>
                        </a:lnTo>
                        <a:lnTo>
                          <a:pt x="1100" y="958"/>
                        </a:lnTo>
                        <a:lnTo>
                          <a:pt x="2234" y="958"/>
                        </a:lnTo>
                        <a:lnTo>
                          <a:pt x="3592" y="178"/>
                        </a:lnTo>
                        <a:lnTo>
                          <a:pt x="3651" y="142"/>
                        </a:lnTo>
                        <a:lnTo>
                          <a:pt x="3403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2" name="Google Shape;5667;p47">
                    <a:extLst>
                      <a:ext uri="{FF2B5EF4-FFF2-40B4-BE49-F238E27FC236}">
                        <a16:creationId xmlns:a16="http://schemas.microsoft.com/office/drawing/2014/main" id="{C8FDADEF-4836-4A42-2152-8A412B20CF52}"/>
                      </a:ext>
                    </a:extLst>
                  </p:cNvPr>
                  <p:cNvSpPr/>
                  <p:nvPr/>
                </p:nvSpPr>
                <p:spPr>
                  <a:xfrm>
                    <a:off x="6751994" y="-3661608"/>
                    <a:ext cx="1128948" cy="38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" h="1360" extrusionOk="0">
                        <a:moveTo>
                          <a:pt x="3746" y="1"/>
                        </a:moveTo>
                        <a:lnTo>
                          <a:pt x="3604" y="95"/>
                        </a:lnTo>
                        <a:lnTo>
                          <a:pt x="2470" y="757"/>
                        </a:lnTo>
                        <a:lnTo>
                          <a:pt x="781" y="757"/>
                        </a:lnTo>
                        <a:lnTo>
                          <a:pt x="1" y="1194"/>
                        </a:lnTo>
                        <a:lnTo>
                          <a:pt x="249" y="1359"/>
                        </a:lnTo>
                        <a:lnTo>
                          <a:pt x="934" y="958"/>
                        </a:lnTo>
                        <a:lnTo>
                          <a:pt x="2612" y="958"/>
                        </a:lnTo>
                        <a:lnTo>
                          <a:pt x="3852" y="237"/>
                        </a:lnTo>
                        <a:lnTo>
                          <a:pt x="4017" y="154"/>
                        </a:lnTo>
                        <a:lnTo>
                          <a:pt x="3746" y="1"/>
                        </a:lnTo>
                        <a:close/>
                      </a:path>
                    </a:pathLst>
                  </a:custGeom>
                  <a:solidFill>
                    <a:srgbClr val="EBEAEA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282A2E">
                        <a:alpha val="37000"/>
                      </a:srgb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675" name="Google Shape;5668;p47">
                  <a:extLst>
                    <a:ext uri="{FF2B5EF4-FFF2-40B4-BE49-F238E27FC236}">
                      <a16:creationId xmlns:a16="http://schemas.microsoft.com/office/drawing/2014/main" id="{156D8E72-21AC-ABD3-0BE1-831416793BFC}"/>
                    </a:ext>
                  </a:extLst>
                </p:cNvPr>
                <p:cNvSpPr/>
                <p:nvPr/>
              </p:nvSpPr>
              <p:spPr>
                <a:xfrm>
                  <a:off x="6598965" y="-3776740"/>
                  <a:ext cx="1021412" cy="282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7" h="1182" extrusionOk="0">
                      <a:moveTo>
                        <a:pt x="4017" y="0"/>
                      </a:moveTo>
                      <a:lnTo>
                        <a:pt x="3887" y="71"/>
                      </a:lnTo>
                      <a:lnTo>
                        <a:pt x="2516" y="875"/>
                      </a:lnTo>
                      <a:lnTo>
                        <a:pt x="284" y="875"/>
                      </a:lnTo>
                      <a:lnTo>
                        <a:pt x="0" y="1028"/>
                      </a:lnTo>
                      <a:lnTo>
                        <a:pt x="272" y="1182"/>
                      </a:lnTo>
                      <a:lnTo>
                        <a:pt x="437" y="1075"/>
                      </a:lnTo>
                      <a:lnTo>
                        <a:pt x="2658" y="1075"/>
                      </a:lnTo>
                      <a:lnTo>
                        <a:pt x="4135" y="225"/>
                      </a:lnTo>
                      <a:lnTo>
                        <a:pt x="4277" y="142"/>
                      </a:lnTo>
                      <a:lnTo>
                        <a:pt x="4017" y="0"/>
                      </a:lnTo>
                      <a:close/>
                    </a:path>
                  </a:pathLst>
                </a:custGeom>
                <a:solidFill>
                  <a:srgbClr val="EBEAEA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37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304" name="Google Shape;5669;p47">
                <a:extLst>
                  <a:ext uri="{FF2B5EF4-FFF2-40B4-BE49-F238E27FC236}">
                    <a16:creationId xmlns:a16="http://schemas.microsoft.com/office/drawing/2014/main" id="{250CD6C5-E78D-F16D-8E69-9747B572A825}"/>
                  </a:ext>
                </a:extLst>
              </p:cNvPr>
              <p:cNvSpPr/>
              <p:nvPr/>
            </p:nvSpPr>
            <p:spPr>
              <a:xfrm flipH="1">
                <a:off x="9817982" y="7218955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3D2BA1"/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5" name="Google Shape;5670;p47">
                <a:extLst>
                  <a:ext uri="{FF2B5EF4-FFF2-40B4-BE49-F238E27FC236}">
                    <a16:creationId xmlns:a16="http://schemas.microsoft.com/office/drawing/2014/main" id="{9D410818-6888-F531-50AE-2F2FA6A1B858}"/>
                  </a:ext>
                </a:extLst>
              </p:cNvPr>
              <p:cNvSpPr/>
              <p:nvPr/>
            </p:nvSpPr>
            <p:spPr>
              <a:xfrm flipH="1">
                <a:off x="11341013" y="7218966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06" name="Google Shape;5671;p47">
                <a:extLst>
                  <a:ext uri="{FF2B5EF4-FFF2-40B4-BE49-F238E27FC236}">
                    <a16:creationId xmlns:a16="http://schemas.microsoft.com/office/drawing/2014/main" id="{4D238EF8-E5E3-D4BD-FF8E-744A83B618E9}"/>
                  </a:ext>
                </a:extLst>
              </p:cNvPr>
              <p:cNvSpPr/>
              <p:nvPr/>
            </p:nvSpPr>
            <p:spPr>
              <a:xfrm flipH="1">
                <a:off x="9812585" y="7218966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282A2E">
                    <a:alpha val="37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307" name="Google Shape;5672;p47">
                <a:extLst>
                  <a:ext uri="{FF2B5EF4-FFF2-40B4-BE49-F238E27FC236}">
                    <a16:creationId xmlns:a16="http://schemas.microsoft.com/office/drawing/2014/main" id="{26B76C83-555F-D180-1D94-A549E02B18B2}"/>
                  </a:ext>
                </a:extLst>
              </p:cNvPr>
              <p:cNvGrpSpPr/>
              <p:nvPr/>
            </p:nvGrpSpPr>
            <p:grpSpPr>
              <a:xfrm>
                <a:off x="10884983" y="6879817"/>
                <a:ext cx="922893" cy="599206"/>
                <a:chOff x="-4004340" y="2465518"/>
                <a:chExt cx="1791330" cy="1162830"/>
              </a:xfrm>
            </p:grpSpPr>
            <p:sp>
              <p:nvSpPr>
                <p:cNvPr id="1308" name="Google Shape;5673;p47">
                  <a:extLst>
                    <a:ext uri="{FF2B5EF4-FFF2-40B4-BE49-F238E27FC236}">
                      <a16:creationId xmlns:a16="http://schemas.microsoft.com/office/drawing/2014/main" id="{E5812A44-8ED7-C598-6C7B-8923DC295FF5}"/>
                    </a:ext>
                  </a:extLst>
                </p:cNvPr>
                <p:cNvSpPr/>
                <p:nvPr/>
              </p:nvSpPr>
              <p:spPr>
                <a:xfrm>
                  <a:off x="-3238869" y="3540443"/>
                  <a:ext cx="296388" cy="7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86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2671" y="68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09" name="Google Shape;5674;p47">
                  <a:extLst>
                    <a:ext uri="{FF2B5EF4-FFF2-40B4-BE49-F238E27FC236}">
                      <a16:creationId xmlns:a16="http://schemas.microsoft.com/office/drawing/2014/main" id="{FBED748E-1F5F-E29A-671C-AFE223DF22D7}"/>
                    </a:ext>
                  </a:extLst>
                </p:cNvPr>
                <p:cNvSpPr/>
                <p:nvPr/>
              </p:nvSpPr>
              <p:spPr>
                <a:xfrm>
                  <a:off x="-2741963" y="2725067"/>
                  <a:ext cx="14536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31" extrusionOk="0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30" y="130"/>
                      </a:lnTo>
                      <a:lnTo>
                        <a:pt x="130" y="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0" name="Google Shape;5675;p47">
                  <a:extLst>
                    <a:ext uri="{FF2B5EF4-FFF2-40B4-BE49-F238E27FC236}">
                      <a16:creationId xmlns:a16="http://schemas.microsoft.com/office/drawing/2014/main" id="{10480F64-5331-7239-54E0-2DCF3EABCC43}"/>
                    </a:ext>
                  </a:extLst>
                </p:cNvPr>
                <p:cNvSpPr/>
                <p:nvPr/>
              </p:nvSpPr>
              <p:spPr>
                <a:xfrm>
                  <a:off x="-3461689" y="2727730"/>
                  <a:ext cx="14536" cy="1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42" extrusionOk="0">
                      <a:moveTo>
                        <a:pt x="131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31" y="4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1" name="Google Shape;5676;p47">
                  <a:extLst>
                    <a:ext uri="{FF2B5EF4-FFF2-40B4-BE49-F238E27FC236}">
                      <a16:creationId xmlns:a16="http://schemas.microsoft.com/office/drawing/2014/main" id="{521FFD51-043C-44E1-51DC-6A324F022FE1}"/>
                    </a:ext>
                  </a:extLst>
                </p:cNvPr>
                <p:cNvSpPr/>
                <p:nvPr/>
              </p:nvSpPr>
              <p:spPr>
                <a:xfrm>
                  <a:off x="-2942590" y="3124876"/>
                  <a:ext cx="714504" cy="491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431" extrusionOk="0">
                      <a:moveTo>
                        <a:pt x="6439" y="0"/>
                      </a:moveTo>
                      <a:lnTo>
                        <a:pt x="1" y="3745"/>
                      </a:lnTo>
                      <a:lnTo>
                        <a:pt x="1" y="4430"/>
                      </a:lnTo>
                      <a:lnTo>
                        <a:pt x="6439" y="697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2" name="Google Shape;5677;p47">
                  <a:extLst>
                    <a:ext uri="{FF2B5EF4-FFF2-40B4-BE49-F238E27FC236}">
                      <a16:creationId xmlns:a16="http://schemas.microsoft.com/office/drawing/2014/main" id="{32DFA1A1-37B0-59A9-0537-A6F077F1493B}"/>
                    </a:ext>
                  </a:extLst>
                </p:cNvPr>
                <p:cNvSpPr/>
                <p:nvPr/>
              </p:nvSpPr>
              <p:spPr>
                <a:xfrm>
                  <a:off x="-3958484" y="3126208"/>
                  <a:ext cx="719719" cy="49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419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6486" y="4418"/>
                      </a:lnTo>
                      <a:lnTo>
                        <a:pt x="6486" y="37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3" name="Google Shape;5678;p47">
                  <a:extLst>
                    <a:ext uri="{FF2B5EF4-FFF2-40B4-BE49-F238E27FC236}">
                      <a16:creationId xmlns:a16="http://schemas.microsoft.com/office/drawing/2014/main" id="{495EA5A6-7539-4F50-9498-A6B1658774B7}"/>
                    </a:ext>
                  </a:extLst>
                </p:cNvPr>
                <p:cNvSpPr/>
                <p:nvPr/>
              </p:nvSpPr>
              <p:spPr>
                <a:xfrm>
                  <a:off x="-3958484" y="2537645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4"/>
                      </a:lnTo>
                      <a:lnTo>
                        <a:pt x="6486" y="9037"/>
                      </a:lnTo>
                      <a:lnTo>
                        <a:pt x="9156" y="9037"/>
                      </a:lnTo>
                      <a:lnTo>
                        <a:pt x="15594" y="5292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4" name="Google Shape;5679;p47">
                  <a:extLst>
                    <a:ext uri="{FF2B5EF4-FFF2-40B4-BE49-F238E27FC236}">
                      <a16:creationId xmlns:a16="http://schemas.microsoft.com/office/drawing/2014/main" id="{E1500912-2413-0C10-DEED-F92643E828E4}"/>
                    </a:ext>
                  </a:extLst>
                </p:cNvPr>
                <p:cNvSpPr/>
                <p:nvPr/>
              </p:nvSpPr>
              <p:spPr>
                <a:xfrm>
                  <a:off x="-2709228" y="2744708"/>
                  <a:ext cx="15868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31" extrusionOk="0">
                      <a:moveTo>
                        <a:pt x="1" y="1"/>
                      </a:moveTo>
                      <a:lnTo>
                        <a:pt x="12" y="60"/>
                      </a:lnTo>
                      <a:lnTo>
                        <a:pt x="142" y="131"/>
                      </a:lnTo>
                      <a:lnTo>
                        <a:pt x="142" y="8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5" name="Google Shape;5680;p47">
                  <a:extLst>
                    <a:ext uri="{FF2B5EF4-FFF2-40B4-BE49-F238E27FC236}">
                      <a16:creationId xmlns:a16="http://schemas.microsoft.com/office/drawing/2014/main" id="{290622C3-77B5-F6B2-B32C-C35826A5E3FC}"/>
                    </a:ext>
                  </a:extLst>
                </p:cNvPr>
                <p:cNvSpPr/>
                <p:nvPr/>
              </p:nvSpPr>
              <p:spPr>
                <a:xfrm>
                  <a:off x="-2709228" y="2725067"/>
                  <a:ext cx="48603" cy="28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1" extrusionOk="0">
                      <a:moveTo>
                        <a:pt x="308" y="0"/>
                      </a:moveTo>
                      <a:lnTo>
                        <a:pt x="1" y="178"/>
                      </a:lnTo>
                      <a:lnTo>
                        <a:pt x="142" y="260"/>
                      </a:lnTo>
                      <a:lnTo>
                        <a:pt x="438" y="83"/>
                      </a:lnTo>
                      <a:lnTo>
                        <a:pt x="3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6" name="Google Shape;5681;p47">
                  <a:extLst>
                    <a:ext uri="{FF2B5EF4-FFF2-40B4-BE49-F238E27FC236}">
                      <a16:creationId xmlns:a16="http://schemas.microsoft.com/office/drawing/2014/main" id="{063794B6-3380-CB84-18D4-FBBBF193202F}"/>
                    </a:ext>
                  </a:extLst>
                </p:cNvPr>
                <p:cNvSpPr/>
                <p:nvPr/>
              </p:nvSpPr>
              <p:spPr>
                <a:xfrm>
                  <a:off x="-3495755" y="2747371"/>
                  <a:ext cx="15868" cy="1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43" extrusionOk="0">
                      <a:moveTo>
                        <a:pt x="142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42" y="4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7" name="Google Shape;5682;p47">
                  <a:extLst>
                    <a:ext uri="{FF2B5EF4-FFF2-40B4-BE49-F238E27FC236}">
                      <a16:creationId xmlns:a16="http://schemas.microsoft.com/office/drawing/2014/main" id="{8A2DD044-1BFC-82ED-DF2D-ADC7AF9DF37A}"/>
                    </a:ext>
                  </a:extLst>
                </p:cNvPr>
                <p:cNvSpPr/>
                <p:nvPr/>
              </p:nvSpPr>
              <p:spPr>
                <a:xfrm>
                  <a:off x="-3528490" y="2727730"/>
                  <a:ext cx="48603" cy="2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0" extrusionOk="0">
                      <a:moveTo>
                        <a:pt x="130" y="0"/>
                      </a:moveTo>
                      <a:lnTo>
                        <a:pt x="0" y="83"/>
                      </a:lnTo>
                      <a:lnTo>
                        <a:pt x="296" y="260"/>
                      </a:lnTo>
                      <a:lnTo>
                        <a:pt x="437" y="177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8" name="Google Shape;5683;p47">
                  <a:extLst>
                    <a:ext uri="{FF2B5EF4-FFF2-40B4-BE49-F238E27FC236}">
                      <a16:creationId xmlns:a16="http://schemas.microsoft.com/office/drawing/2014/main" id="{A5468A37-AEA4-CEB3-AD43-F0F0E785297A}"/>
                    </a:ext>
                  </a:extLst>
                </p:cNvPr>
                <p:cNvSpPr/>
                <p:nvPr/>
              </p:nvSpPr>
              <p:spPr>
                <a:xfrm>
                  <a:off x="-2942590" y="3054080"/>
                  <a:ext cx="714504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171" extrusionOk="0">
                      <a:moveTo>
                        <a:pt x="6439" y="1"/>
                      </a:moveTo>
                      <a:lnTo>
                        <a:pt x="1" y="3734"/>
                      </a:lnTo>
                      <a:lnTo>
                        <a:pt x="1" y="4171"/>
                      </a:lnTo>
                      <a:lnTo>
                        <a:pt x="6439" y="414"/>
                      </a:lnTo>
                      <a:lnTo>
                        <a:pt x="6439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19" name="Google Shape;5684;p47">
                  <a:extLst>
                    <a:ext uri="{FF2B5EF4-FFF2-40B4-BE49-F238E27FC236}">
                      <a16:creationId xmlns:a16="http://schemas.microsoft.com/office/drawing/2014/main" id="{D5FCDEDA-BFFA-8E7A-46DD-4C5318B8FD1F}"/>
                    </a:ext>
                  </a:extLst>
                </p:cNvPr>
                <p:cNvSpPr/>
                <p:nvPr/>
              </p:nvSpPr>
              <p:spPr>
                <a:xfrm>
                  <a:off x="-3958484" y="3054080"/>
                  <a:ext cx="719719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171" extrusionOk="0">
                      <a:moveTo>
                        <a:pt x="1" y="1"/>
                      </a:moveTo>
                      <a:lnTo>
                        <a:pt x="1" y="414"/>
                      </a:lnTo>
                      <a:lnTo>
                        <a:pt x="6486" y="4171"/>
                      </a:lnTo>
                      <a:lnTo>
                        <a:pt x="6486" y="373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DCDCD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0" name="Google Shape;5685;p47">
                  <a:extLst>
                    <a:ext uri="{FF2B5EF4-FFF2-40B4-BE49-F238E27FC236}">
                      <a16:creationId xmlns:a16="http://schemas.microsoft.com/office/drawing/2014/main" id="{9696E911-C2C9-1700-BAB2-D761E6B3B5D1}"/>
                    </a:ext>
                  </a:extLst>
                </p:cNvPr>
                <p:cNvSpPr/>
                <p:nvPr/>
              </p:nvSpPr>
              <p:spPr>
                <a:xfrm>
                  <a:off x="-3238869" y="3468316"/>
                  <a:ext cx="296388" cy="48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438" extrusionOk="0">
                      <a:moveTo>
                        <a:pt x="1" y="1"/>
                      </a:moveTo>
                      <a:lnTo>
                        <a:pt x="1" y="438"/>
                      </a:lnTo>
                      <a:lnTo>
                        <a:pt x="2671" y="438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rgbClr val="0E2A47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1" name="Google Shape;5686;p47">
                  <a:extLst>
                    <a:ext uri="{FF2B5EF4-FFF2-40B4-BE49-F238E27FC236}">
                      <a16:creationId xmlns:a16="http://schemas.microsoft.com/office/drawing/2014/main" id="{D39F7F10-CC67-506C-6000-A2E0BAC9E151}"/>
                    </a:ext>
                  </a:extLst>
                </p:cNvPr>
                <p:cNvSpPr/>
                <p:nvPr/>
              </p:nvSpPr>
              <p:spPr>
                <a:xfrm>
                  <a:off x="-3958484" y="2465518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5"/>
                      </a:lnTo>
                      <a:lnTo>
                        <a:pt x="6486" y="9038"/>
                      </a:lnTo>
                      <a:lnTo>
                        <a:pt x="9156" y="9038"/>
                      </a:lnTo>
                      <a:lnTo>
                        <a:pt x="15594" y="5305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rgbClr val="282A2E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2" name="Google Shape;5687;p47">
                  <a:extLst>
                    <a:ext uri="{FF2B5EF4-FFF2-40B4-BE49-F238E27FC236}">
                      <a16:creationId xmlns:a16="http://schemas.microsoft.com/office/drawing/2014/main" id="{F10121A1-DA5C-E0C7-E422-DE8B5125C110}"/>
                    </a:ext>
                  </a:extLst>
                </p:cNvPr>
                <p:cNvSpPr/>
                <p:nvPr/>
              </p:nvSpPr>
              <p:spPr>
                <a:xfrm>
                  <a:off x="-3904776" y="2516673"/>
                  <a:ext cx="1625637" cy="89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0" h="8105" extrusionOk="0">
                      <a:moveTo>
                        <a:pt x="8412" y="402"/>
                      </a:moveTo>
                      <a:lnTo>
                        <a:pt x="14271" y="3769"/>
                      </a:lnTo>
                      <a:lnTo>
                        <a:pt x="14271" y="4347"/>
                      </a:lnTo>
                      <a:lnTo>
                        <a:pt x="8447" y="7726"/>
                      </a:lnTo>
                      <a:lnTo>
                        <a:pt x="6226" y="7726"/>
                      </a:lnTo>
                      <a:lnTo>
                        <a:pt x="355" y="4347"/>
                      </a:lnTo>
                      <a:lnTo>
                        <a:pt x="355" y="3780"/>
                      </a:lnTo>
                      <a:lnTo>
                        <a:pt x="6179" y="402"/>
                      </a:lnTo>
                      <a:close/>
                      <a:moveTo>
                        <a:pt x="6085" y="0"/>
                      </a:moveTo>
                      <a:lnTo>
                        <a:pt x="1" y="3544"/>
                      </a:lnTo>
                      <a:lnTo>
                        <a:pt x="1" y="4560"/>
                      </a:lnTo>
                      <a:lnTo>
                        <a:pt x="6132" y="8104"/>
                      </a:lnTo>
                      <a:lnTo>
                        <a:pt x="8565" y="8104"/>
                      </a:lnTo>
                      <a:lnTo>
                        <a:pt x="14649" y="4560"/>
                      </a:lnTo>
                      <a:lnTo>
                        <a:pt x="14649" y="3544"/>
                      </a:lnTo>
                      <a:lnTo>
                        <a:pt x="8518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3" name="Google Shape;5688;p47">
                  <a:extLst>
                    <a:ext uri="{FF2B5EF4-FFF2-40B4-BE49-F238E27FC236}">
                      <a16:creationId xmlns:a16="http://schemas.microsoft.com/office/drawing/2014/main" id="{19A98CE0-5BA7-64B4-DBB3-4AB2F58941E2}"/>
                    </a:ext>
                  </a:extLst>
                </p:cNvPr>
                <p:cNvSpPr/>
                <p:nvPr/>
              </p:nvSpPr>
              <p:spPr>
                <a:xfrm>
                  <a:off x="-3722570" y="2675243"/>
                  <a:ext cx="668675" cy="385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6" h="3474" extrusionOk="0">
                      <a:moveTo>
                        <a:pt x="4502" y="1"/>
                      </a:moveTo>
                      <a:lnTo>
                        <a:pt x="1" y="2599"/>
                      </a:lnTo>
                      <a:lnTo>
                        <a:pt x="1525" y="3474"/>
                      </a:lnTo>
                      <a:lnTo>
                        <a:pt x="6026" y="875"/>
                      </a:lnTo>
                      <a:lnTo>
                        <a:pt x="4502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4" name="Google Shape;5689;p47">
                  <a:extLst>
                    <a:ext uri="{FF2B5EF4-FFF2-40B4-BE49-F238E27FC236}">
                      <a16:creationId xmlns:a16="http://schemas.microsoft.com/office/drawing/2014/main" id="{6C1BC427-C18C-DDF2-4DF8-37AFE490B44D}"/>
                    </a:ext>
                  </a:extLst>
                </p:cNvPr>
                <p:cNvSpPr/>
                <p:nvPr/>
              </p:nvSpPr>
              <p:spPr>
                <a:xfrm>
                  <a:off x="-3537701" y="2688337"/>
                  <a:ext cx="778752" cy="449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4053" extrusionOk="0">
                      <a:moveTo>
                        <a:pt x="5966" y="1"/>
                      </a:moveTo>
                      <a:lnTo>
                        <a:pt x="1" y="3450"/>
                      </a:lnTo>
                      <a:lnTo>
                        <a:pt x="1052" y="4053"/>
                      </a:lnTo>
                      <a:lnTo>
                        <a:pt x="7018" y="615"/>
                      </a:lnTo>
                      <a:lnTo>
                        <a:pt x="5966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5" name="Google Shape;5690;p47">
                  <a:extLst>
                    <a:ext uri="{FF2B5EF4-FFF2-40B4-BE49-F238E27FC236}">
                      <a16:creationId xmlns:a16="http://schemas.microsoft.com/office/drawing/2014/main" id="{F4AE7967-36B9-50F0-F6A0-12D038E47C51}"/>
                    </a:ext>
                  </a:extLst>
                </p:cNvPr>
                <p:cNvSpPr/>
                <p:nvPr/>
              </p:nvSpPr>
              <p:spPr>
                <a:xfrm>
                  <a:off x="-3402655" y="2832593"/>
                  <a:ext cx="624067" cy="3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" h="3249" extrusionOk="0">
                      <a:moveTo>
                        <a:pt x="4915" y="0"/>
                      </a:moveTo>
                      <a:lnTo>
                        <a:pt x="0" y="2859"/>
                      </a:lnTo>
                      <a:lnTo>
                        <a:pt x="709" y="3249"/>
                      </a:lnTo>
                      <a:lnTo>
                        <a:pt x="5623" y="414"/>
                      </a:lnTo>
                      <a:lnTo>
                        <a:pt x="491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6" name="Google Shape;5691;p47">
                  <a:extLst>
                    <a:ext uri="{FF2B5EF4-FFF2-40B4-BE49-F238E27FC236}">
                      <a16:creationId xmlns:a16="http://schemas.microsoft.com/office/drawing/2014/main" id="{470E4F31-9D79-A482-AA6C-75022F9A0205}"/>
                    </a:ext>
                  </a:extLst>
                </p:cNvPr>
                <p:cNvSpPr/>
                <p:nvPr/>
              </p:nvSpPr>
              <p:spPr>
                <a:xfrm>
                  <a:off x="-3210018" y="2946554"/>
                  <a:ext cx="626730" cy="36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8" h="3250" extrusionOk="0">
                      <a:moveTo>
                        <a:pt x="4939" y="1"/>
                      </a:moveTo>
                      <a:lnTo>
                        <a:pt x="1" y="2836"/>
                      </a:lnTo>
                      <a:lnTo>
                        <a:pt x="733" y="3250"/>
                      </a:lnTo>
                      <a:lnTo>
                        <a:pt x="5648" y="391"/>
                      </a:lnTo>
                      <a:lnTo>
                        <a:pt x="4939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7" name="Google Shape;5692;p47">
                  <a:extLst>
                    <a:ext uri="{FF2B5EF4-FFF2-40B4-BE49-F238E27FC236}">
                      <a16:creationId xmlns:a16="http://schemas.microsoft.com/office/drawing/2014/main" id="{AEFB49E4-BFBB-0DF2-01AC-5E53A87B60BD}"/>
                    </a:ext>
                  </a:extLst>
                </p:cNvPr>
                <p:cNvSpPr/>
                <p:nvPr/>
              </p:nvSpPr>
              <p:spPr>
                <a:xfrm>
                  <a:off x="-3305671" y="3060627"/>
                  <a:ext cx="329122" cy="18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702" extrusionOk="0">
                      <a:moveTo>
                        <a:pt x="2257" y="1"/>
                      </a:moveTo>
                      <a:lnTo>
                        <a:pt x="0" y="1300"/>
                      </a:lnTo>
                      <a:lnTo>
                        <a:pt x="709" y="1702"/>
                      </a:lnTo>
                      <a:lnTo>
                        <a:pt x="2966" y="402"/>
                      </a:lnTo>
                      <a:lnTo>
                        <a:pt x="2257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328" name="Google Shape;5693;p47">
                  <a:extLst>
                    <a:ext uri="{FF2B5EF4-FFF2-40B4-BE49-F238E27FC236}">
                      <a16:creationId xmlns:a16="http://schemas.microsoft.com/office/drawing/2014/main" id="{AFC07D23-FCCE-1A60-1721-4C387B854146}"/>
                    </a:ext>
                  </a:extLst>
                </p:cNvPr>
                <p:cNvSpPr/>
                <p:nvPr/>
              </p:nvSpPr>
              <p:spPr>
                <a:xfrm>
                  <a:off x="-3009391" y="2888963"/>
                  <a:ext cx="327791" cy="19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" h="1714" extrusionOk="0">
                      <a:moveTo>
                        <a:pt x="2245" y="0"/>
                      </a:moveTo>
                      <a:lnTo>
                        <a:pt x="0" y="1300"/>
                      </a:lnTo>
                      <a:lnTo>
                        <a:pt x="709" y="1713"/>
                      </a:lnTo>
                      <a:lnTo>
                        <a:pt x="2954" y="414"/>
                      </a:lnTo>
                      <a:lnTo>
                        <a:pt x="224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rgbClr val="282A2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329" name="Google Shape;5694;p47">
                  <a:extLst>
                    <a:ext uri="{FF2B5EF4-FFF2-40B4-BE49-F238E27FC236}">
                      <a16:creationId xmlns:a16="http://schemas.microsoft.com/office/drawing/2014/main" id="{F3E82789-6F01-68AC-D7CD-831C34D1F0FB}"/>
                    </a:ext>
                  </a:extLst>
                </p:cNvPr>
                <p:cNvGrpSpPr/>
                <p:nvPr/>
              </p:nvGrpSpPr>
              <p:grpSpPr>
                <a:xfrm>
                  <a:off x="-4004340" y="3104789"/>
                  <a:ext cx="1791330" cy="523558"/>
                  <a:chOff x="-4004340" y="3104789"/>
                  <a:chExt cx="1791330" cy="523558"/>
                </a:xfrm>
              </p:grpSpPr>
              <p:grpSp>
                <p:nvGrpSpPr>
                  <p:cNvPr id="1330" name="Google Shape;5695;p47">
                    <a:extLst>
                      <a:ext uri="{FF2B5EF4-FFF2-40B4-BE49-F238E27FC236}">
                        <a16:creationId xmlns:a16="http://schemas.microsoft.com/office/drawing/2014/main" id="{74A5A86E-1CE9-544E-0B87-E94BA81764B3}"/>
                      </a:ext>
                    </a:extLst>
                  </p:cNvPr>
                  <p:cNvGrpSpPr/>
                  <p:nvPr/>
                </p:nvGrpSpPr>
                <p:grpSpPr>
                  <a:xfrm>
                    <a:off x="-2940565" y="3136014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502" name="Google Shape;5696;p47">
                      <a:extLst>
                        <a:ext uri="{FF2B5EF4-FFF2-40B4-BE49-F238E27FC236}">
                          <a16:creationId xmlns:a16="http://schemas.microsoft.com/office/drawing/2014/main" id="{BF960222-7E7E-8ADE-15E9-E0EF50591E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63" name="Google Shape;5697;p47">
                        <a:extLst>
                          <a:ext uri="{FF2B5EF4-FFF2-40B4-BE49-F238E27FC236}">
                            <a16:creationId xmlns:a16="http://schemas.microsoft.com/office/drawing/2014/main" id="{1F42C948-2DD3-A74A-7ABD-AD3DD45F6B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4" name="Google Shape;5698;p47">
                        <a:extLst>
                          <a:ext uri="{FF2B5EF4-FFF2-40B4-BE49-F238E27FC236}">
                            <a16:creationId xmlns:a16="http://schemas.microsoft.com/office/drawing/2014/main" id="{A14FCF86-3816-A3F0-7C44-C5B5EF04E9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5" name="Google Shape;5699;p47">
                        <a:extLst>
                          <a:ext uri="{FF2B5EF4-FFF2-40B4-BE49-F238E27FC236}">
                            <a16:creationId xmlns:a16="http://schemas.microsoft.com/office/drawing/2014/main" id="{9E75AF79-4F97-0903-D767-BA92136444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6" name="Google Shape;5700;p47">
                        <a:extLst>
                          <a:ext uri="{FF2B5EF4-FFF2-40B4-BE49-F238E27FC236}">
                            <a16:creationId xmlns:a16="http://schemas.microsoft.com/office/drawing/2014/main" id="{5EF34E14-94E1-033F-7FEA-60D243DA08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7" name="Google Shape;5701;p47">
                        <a:extLst>
                          <a:ext uri="{FF2B5EF4-FFF2-40B4-BE49-F238E27FC236}">
                            <a16:creationId xmlns:a16="http://schemas.microsoft.com/office/drawing/2014/main" id="{DED59CA7-83C6-AFFE-4A1B-AE0F0FAE8B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8" name="Google Shape;5702;p47">
                        <a:extLst>
                          <a:ext uri="{FF2B5EF4-FFF2-40B4-BE49-F238E27FC236}">
                            <a16:creationId xmlns:a16="http://schemas.microsoft.com/office/drawing/2014/main" id="{F10EFE37-8D0D-348D-8607-C8C9D1E5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9" name="Google Shape;5703;p47">
                        <a:extLst>
                          <a:ext uri="{FF2B5EF4-FFF2-40B4-BE49-F238E27FC236}">
                            <a16:creationId xmlns:a16="http://schemas.microsoft.com/office/drawing/2014/main" id="{6B10BC65-79D6-BD6D-EB26-C666B9E869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0" name="Google Shape;5704;p47">
                        <a:extLst>
                          <a:ext uri="{FF2B5EF4-FFF2-40B4-BE49-F238E27FC236}">
                            <a16:creationId xmlns:a16="http://schemas.microsoft.com/office/drawing/2014/main" id="{E9E3B532-DCE0-D96E-0B3B-1D27AEB47C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71" name="Google Shape;5705;p47">
                        <a:extLst>
                          <a:ext uri="{FF2B5EF4-FFF2-40B4-BE49-F238E27FC236}">
                            <a16:creationId xmlns:a16="http://schemas.microsoft.com/office/drawing/2014/main" id="{C1437191-D801-B908-33F2-EF82A3EB60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3" name="Google Shape;5706;p47">
                      <a:extLst>
                        <a:ext uri="{FF2B5EF4-FFF2-40B4-BE49-F238E27FC236}">
                          <a16:creationId xmlns:a16="http://schemas.microsoft.com/office/drawing/2014/main" id="{D22869C0-C956-F913-3036-E7250BF77E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54" name="Google Shape;5707;p47">
                        <a:extLst>
                          <a:ext uri="{FF2B5EF4-FFF2-40B4-BE49-F238E27FC236}">
                            <a16:creationId xmlns:a16="http://schemas.microsoft.com/office/drawing/2014/main" id="{E6F96325-FF80-B09C-A11B-ADFC4FE60A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5" name="Google Shape;5708;p47">
                        <a:extLst>
                          <a:ext uri="{FF2B5EF4-FFF2-40B4-BE49-F238E27FC236}">
                            <a16:creationId xmlns:a16="http://schemas.microsoft.com/office/drawing/2014/main" id="{41EFF904-79E5-8388-C8DA-C5F6B82DB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6" name="Google Shape;5709;p47">
                        <a:extLst>
                          <a:ext uri="{FF2B5EF4-FFF2-40B4-BE49-F238E27FC236}">
                            <a16:creationId xmlns:a16="http://schemas.microsoft.com/office/drawing/2014/main" id="{72585B13-118B-30E7-8C18-2001855BF7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7" name="Google Shape;5710;p47">
                        <a:extLst>
                          <a:ext uri="{FF2B5EF4-FFF2-40B4-BE49-F238E27FC236}">
                            <a16:creationId xmlns:a16="http://schemas.microsoft.com/office/drawing/2014/main" id="{23D324D4-6F40-3C9D-8A1C-710F9FEA04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8" name="Google Shape;5711;p47">
                        <a:extLst>
                          <a:ext uri="{FF2B5EF4-FFF2-40B4-BE49-F238E27FC236}">
                            <a16:creationId xmlns:a16="http://schemas.microsoft.com/office/drawing/2014/main" id="{B7D3BDAB-B266-6AAE-3CFB-1EF2ED080C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9" name="Google Shape;5712;p47">
                        <a:extLst>
                          <a:ext uri="{FF2B5EF4-FFF2-40B4-BE49-F238E27FC236}">
                            <a16:creationId xmlns:a16="http://schemas.microsoft.com/office/drawing/2014/main" id="{ABB61ADF-4535-AC88-0354-A4B9D0061A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0" name="Google Shape;5713;p47">
                        <a:extLst>
                          <a:ext uri="{FF2B5EF4-FFF2-40B4-BE49-F238E27FC236}">
                            <a16:creationId xmlns:a16="http://schemas.microsoft.com/office/drawing/2014/main" id="{4A5DD798-1DB2-78E9-982F-06833E3793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1" name="Google Shape;5714;p47">
                        <a:extLst>
                          <a:ext uri="{FF2B5EF4-FFF2-40B4-BE49-F238E27FC236}">
                            <a16:creationId xmlns:a16="http://schemas.microsoft.com/office/drawing/2014/main" id="{41423CCB-806C-D8C7-9A75-D0855F265E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62" name="Google Shape;5715;p47">
                        <a:extLst>
                          <a:ext uri="{FF2B5EF4-FFF2-40B4-BE49-F238E27FC236}">
                            <a16:creationId xmlns:a16="http://schemas.microsoft.com/office/drawing/2014/main" id="{546DAE90-D768-824B-38FF-905AEA2A91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4" name="Google Shape;5716;p47">
                      <a:extLst>
                        <a:ext uri="{FF2B5EF4-FFF2-40B4-BE49-F238E27FC236}">
                          <a16:creationId xmlns:a16="http://schemas.microsoft.com/office/drawing/2014/main" id="{6A56C100-A58C-E577-9BF0-2A17C5E5F2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45" name="Google Shape;5717;p47">
                        <a:extLst>
                          <a:ext uri="{FF2B5EF4-FFF2-40B4-BE49-F238E27FC236}">
                            <a16:creationId xmlns:a16="http://schemas.microsoft.com/office/drawing/2014/main" id="{8D4BC388-2AF2-4F80-6A35-94A5000083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6" name="Google Shape;5718;p47">
                        <a:extLst>
                          <a:ext uri="{FF2B5EF4-FFF2-40B4-BE49-F238E27FC236}">
                            <a16:creationId xmlns:a16="http://schemas.microsoft.com/office/drawing/2014/main" id="{C02E5A30-34A0-8B52-30A0-27B9EB3B9D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7" name="Google Shape;5719;p47">
                        <a:extLst>
                          <a:ext uri="{FF2B5EF4-FFF2-40B4-BE49-F238E27FC236}">
                            <a16:creationId xmlns:a16="http://schemas.microsoft.com/office/drawing/2014/main" id="{E2025363-305C-57D8-8EA0-A8CE7CCA2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8" name="Google Shape;5720;p47">
                        <a:extLst>
                          <a:ext uri="{FF2B5EF4-FFF2-40B4-BE49-F238E27FC236}">
                            <a16:creationId xmlns:a16="http://schemas.microsoft.com/office/drawing/2014/main" id="{7DE16BA8-4270-3143-3D88-006A26AC4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9" name="Google Shape;5721;p47">
                        <a:extLst>
                          <a:ext uri="{FF2B5EF4-FFF2-40B4-BE49-F238E27FC236}">
                            <a16:creationId xmlns:a16="http://schemas.microsoft.com/office/drawing/2014/main" id="{998BC761-416A-2013-94EA-2088E40752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0" name="Google Shape;5722;p47">
                        <a:extLst>
                          <a:ext uri="{FF2B5EF4-FFF2-40B4-BE49-F238E27FC236}">
                            <a16:creationId xmlns:a16="http://schemas.microsoft.com/office/drawing/2014/main" id="{FF8194A6-BA00-4C35-C9DC-5D3DE4D17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1" name="Google Shape;5723;p47">
                        <a:extLst>
                          <a:ext uri="{FF2B5EF4-FFF2-40B4-BE49-F238E27FC236}">
                            <a16:creationId xmlns:a16="http://schemas.microsoft.com/office/drawing/2014/main" id="{868BC630-C823-DA2A-BF18-F267B16A55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2" name="Google Shape;5724;p47">
                        <a:extLst>
                          <a:ext uri="{FF2B5EF4-FFF2-40B4-BE49-F238E27FC236}">
                            <a16:creationId xmlns:a16="http://schemas.microsoft.com/office/drawing/2014/main" id="{C659595B-FF18-7FE6-B8F0-4DC875A3F5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53" name="Google Shape;5725;p47">
                        <a:extLst>
                          <a:ext uri="{FF2B5EF4-FFF2-40B4-BE49-F238E27FC236}">
                            <a16:creationId xmlns:a16="http://schemas.microsoft.com/office/drawing/2014/main" id="{F6B5C808-DBA2-18A9-340E-B6C6C38F3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5" name="Google Shape;5726;p47">
                      <a:extLst>
                        <a:ext uri="{FF2B5EF4-FFF2-40B4-BE49-F238E27FC236}">
                          <a16:creationId xmlns:a16="http://schemas.microsoft.com/office/drawing/2014/main" id="{78CD43D5-CCFD-6FAD-D776-20A2DA2813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36" name="Google Shape;5727;p47">
                        <a:extLst>
                          <a:ext uri="{FF2B5EF4-FFF2-40B4-BE49-F238E27FC236}">
                            <a16:creationId xmlns:a16="http://schemas.microsoft.com/office/drawing/2014/main" id="{5470E78F-5023-3F2E-F26D-57A60C464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7" name="Google Shape;5728;p47">
                        <a:extLst>
                          <a:ext uri="{FF2B5EF4-FFF2-40B4-BE49-F238E27FC236}">
                            <a16:creationId xmlns:a16="http://schemas.microsoft.com/office/drawing/2014/main" id="{BEFF5191-0C97-A4C9-E6A6-A987A3F2CD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8" name="Google Shape;5729;p47">
                        <a:extLst>
                          <a:ext uri="{FF2B5EF4-FFF2-40B4-BE49-F238E27FC236}">
                            <a16:creationId xmlns:a16="http://schemas.microsoft.com/office/drawing/2014/main" id="{0AE8058D-8F6F-F672-E1D7-07E7922E51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9" name="Google Shape;5730;p47">
                        <a:extLst>
                          <a:ext uri="{FF2B5EF4-FFF2-40B4-BE49-F238E27FC236}">
                            <a16:creationId xmlns:a16="http://schemas.microsoft.com/office/drawing/2014/main" id="{C674CB95-EB6B-C954-8872-7D3E3E9DED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0" name="Google Shape;5731;p47">
                        <a:extLst>
                          <a:ext uri="{FF2B5EF4-FFF2-40B4-BE49-F238E27FC236}">
                            <a16:creationId xmlns:a16="http://schemas.microsoft.com/office/drawing/2014/main" id="{F56F3E26-EF27-5F54-840B-5719ED470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1" name="Google Shape;5732;p47">
                        <a:extLst>
                          <a:ext uri="{FF2B5EF4-FFF2-40B4-BE49-F238E27FC236}">
                            <a16:creationId xmlns:a16="http://schemas.microsoft.com/office/drawing/2014/main" id="{BDFC7989-02CC-4A7E-25C7-2BEB3F6FD9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2" name="Google Shape;5733;p47">
                        <a:extLst>
                          <a:ext uri="{FF2B5EF4-FFF2-40B4-BE49-F238E27FC236}">
                            <a16:creationId xmlns:a16="http://schemas.microsoft.com/office/drawing/2014/main" id="{5C4EE358-1E21-3A39-4DD4-27D65A9A86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3" name="Google Shape;5734;p47">
                        <a:extLst>
                          <a:ext uri="{FF2B5EF4-FFF2-40B4-BE49-F238E27FC236}">
                            <a16:creationId xmlns:a16="http://schemas.microsoft.com/office/drawing/2014/main" id="{8FA72FB5-5AF3-F5BC-3D96-923BBB5D4E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44" name="Google Shape;5735;p47">
                        <a:extLst>
                          <a:ext uri="{FF2B5EF4-FFF2-40B4-BE49-F238E27FC236}">
                            <a16:creationId xmlns:a16="http://schemas.microsoft.com/office/drawing/2014/main" id="{E2508A75-4669-950A-9380-E710789278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6" name="Google Shape;5736;p47">
                      <a:extLst>
                        <a:ext uri="{FF2B5EF4-FFF2-40B4-BE49-F238E27FC236}">
                          <a16:creationId xmlns:a16="http://schemas.microsoft.com/office/drawing/2014/main" id="{D60FB157-4CC7-95DE-8A9B-AE04F4B08C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27" name="Google Shape;5737;p47">
                        <a:extLst>
                          <a:ext uri="{FF2B5EF4-FFF2-40B4-BE49-F238E27FC236}">
                            <a16:creationId xmlns:a16="http://schemas.microsoft.com/office/drawing/2014/main" id="{35F852F1-C552-4E59-2D53-1F40870D24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8" name="Google Shape;5738;p47">
                        <a:extLst>
                          <a:ext uri="{FF2B5EF4-FFF2-40B4-BE49-F238E27FC236}">
                            <a16:creationId xmlns:a16="http://schemas.microsoft.com/office/drawing/2014/main" id="{7B2205A6-FDF1-C8F6-599D-3629FEA5A8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9" name="Google Shape;5739;p47">
                        <a:extLst>
                          <a:ext uri="{FF2B5EF4-FFF2-40B4-BE49-F238E27FC236}">
                            <a16:creationId xmlns:a16="http://schemas.microsoft.com/office/drawing/2014/main" id="{1E62F3C7-C8A2-56C5-F677-AA0E01E74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0" name="Google Shape;5740;p47">
                        <a:extLst>
                          <a:ext uri="{FF2B5EF4-FFF2-40B4-BE49-F238E27FC236}">
                            <a16:creationId xmlns:a16="http://schemas.microsoft.com/office/drawing/2014/main" id="{2032B1A2-A666-CEB1-B210-CD47C09F0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1" name="Google Shape;5741;p47">
                        <a:extLst>
                          <a:ext uri="{FF2B5EF4-FFF2-40B4-BE49-F238E27FC236}">
                            <a16:creationId xmlns:a16="http://schemas.microsoft.com/office/drawing/2014/main" id="{80368B56-954F-9C42-BA6D-3F7CD192B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2" name="Google Shape;5742;p47">
                        <a:extLst>
                          <a:ext uri="{FF2B5EF4-FFF2-40B4-BE49-F238E27FC236}">
                            <a16:creationId xmlns:a16="http://schemas.microsoft.com/office/drawing/2014/main" id="{96F34A9B-D1F4-E71C-76C7-C62C745C19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3" name="Google Shape;5743;p47">
                        <a:extLst>
                          <a:ext uri="{FF2B5EF4-FFF2-40B4-BE49-F238E27FC236}">
                            <a16:creationId xmlns:a16="http://schemas.microsoft.com/office/drawing/2014/main" id="{B8A12194-A32A-B9B2-0D79-0B023465CC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4" name="Google Shape;5744;p47">
                        <a:extLst>
                          <a:ext uri="{FF2B5EF4-FFF2-40B4-BE49-F238E27FC236}">
                            <a16:creationId xmlns:a16="http://schemas.microsoft.com/office/drawing/2014/main" id="{B59941D4-21B5-7E36-0A23-0CD5D09D1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35" name="Google Shape;5745;p47">
                        <a:extLst>
                          <a:ext uri="{FF2B5EF4-FFF2-40B4-BE49-F238E27FC236}">
                            <a16:creationId xmlns:a16="http://schemas.microsoft.com/office/drawing/2014/main" id="{DEC2941A-1E24-E285-904B-6AF1261DAB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7" name="Google Shape;5746;p47">
                      <a:extLst>
                        <a:ext uri="{FF2B5EF4-FFF2-40B4-BE49-F238E27FC236}">
                          <a16:creationId xmlns:a16="http://schemas.microsoft.com/office/drawing/2014/main" id="{7A509240-552E-478D-7E56-2BD4FED911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18" name="Google Shape;5747;p47">
                        <a:extLst>
                          <a:ext uri="{FF2B5EF4-FFF2-40B4-BE49-F238E27FC236}">
                            <a16:creationId xmlns:a16="http://schemas.microsoft.com/office/drawing/2014/main" id="{FDDF3884-3A47-15A2-9C69-7A0FF5A6CE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9" name="Google Shape;5748;p47">
                        <a:extLst>
                          <a:ext uri="{FF2B5EF4-FFF2-40B4-BE49-F238E27FC236}">
                            <a16:creationId xmlns:a16="http://schemas.microsoft.com/office/drawing/2014/main" id="{6B2525AF-132C-D451-B091-3991FC85E3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0" name="Google Shape;5749;p47">
                        <a:extLst>
                          <a:ext uri="{FF2B5EF4-FFF2-40B4-BE49-F238E27FC236}">
                            <a16:creationId xmlns:a16="http://schemas.microsoft.com/office/drawing/2014/main" id="{6BC66D9A-4873-2BB8-5333-1CA01FBAAA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1" name="Google Shape;5750;p47">
                        <a:extLst>
                          <a:ext uri="{FF2B5EF4-FFF2-40B4-BE49-F238E27FC236}">
                            <a16:creationId xmlns:a16="http://schemas.microsoft.com/office/drawing/2014/main" id="{2F982C1E-3F2D-8E74-FECD-2FFA7EB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2" name="Google Shape;5751;p47">
                        <a:extLst>
                          <a:ext uri="{FF2B5EF4-FFF2-40B4-BE49-F238E27FC236}">
                            <a16:creationId xmlns:a16="http://schemas.microsoft.com/office/drawing/2014/main" id="{3615DC29-9616-2AB0-46F9-ECFC7FE1BA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3" name="Google Shape;5752;p47">
                        <a:extLst>
                          <a:ext uri="{FF2B5EF4-FFF2-40B4-BE49-F238E27FC236}">
                            <a16:creationId xmlns:a16="http://schemas.microsoft.com/office/drawing/2014/main" id="{10687B23-49C7-ED88-E17C-BF4EEB95DE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4" name="Google Shape;5753;p47">
                        <a:extLst>
                          <a:ext uri="{FF2B5EF4-FFF2-40B4-BE49-F238E27FC236}">
                            <a16:creationId xmlns:a16="http://schemas.microsoft.com/office/drawing/2014/main" id="{5170D3FA-963E-F4CF-BF53-57C4EE9C43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5" name="Google Shape;5754;p47">
                        <a:extLst>
                          <a:ext uri="{FF2B5EF4-FFF2-40B4-BE49-F238E27FC236}">
                            <a16:creationId xmlns:a16="http://schemas.microsoft.com/office/drawing/2014/main" id="{F080A9FA-2C4C-89DF-24F8-1FCF5158AE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26" name="Google Shape;5755;p47">
                        <a:extLst>
                          <a:ext uri="{FF2B5EF4-FFF2-40B4-BE49-F238E27FC236}">
                            <a16:creationId xmlns:a16="http://schemas.microsoft.com/office/drawing/2014/main" id="{94189620-632E-B9B7-EE08-8866BD7748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8" name="Google Shape;5756;p47">
                      <a:extLst>
                        <a:ext uri="{FF2B5EF4-FFF2-40B4-BE49-F238E27FC236}">
                          <a16:creationId xmlns:a16="http://schemas.microsoft.com/office/drawing/2014/main" id="{00DF413E-22F7-CB9F-6C30-5A5D3129B4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9" name="Google Shape;5757;p47">
                        <a:extLst>
                          <a:ext uri="{FF2B5EF4-FFF2-40B4-BE49-F238E27FC236}">
                            <a16:creationId xmlns:a16="http://schemas.microsoft.com/office/drawing/2014/main" id="{B02A2C37-249B-358D-07E2-4176EC1F0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0" name="Google Shape;5758;p47">
                        <a:extLst>
                          <a:ext uri="{FF2B5EF4-FFF2-40B4-BE49-F238E27FC236}">
                            <a16:creationId xmlns:a16="http://schemas.microsoft.com/office/drawing/2014/main" id="{5C50B213-628D-F0B8-77CF-3272E0D944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1" name="Google Shape;5759;p47">
                        <a:extLst>
                          <a:ext uri="{FF2B5EF4-FFF2-40B4-BE49-F238E27FC236}">
                            <a16:creationId xmlns:a16="http://schemas.microsoft.com/office/drawing/2014/main" id="{0FBFA57D-10EB-EA72-2E69-92042FDE28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2" name="Google Shape;5760;p47">
                        <a:extLst>
                          <a:ext uri="{FF2B5EF4-FFF2-40B4-BE49-F238E27FC236}">
                            <a16:creationId xmlns:a16="http://schemas.microsoft.com/office/drawing/2014/main" id="{93CE4EB3-7541-0F29-F9D6-5658FA6C2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3" name="Google Shape;5761;p47">
                        <a:extLst>
                          <a:ext uri="{FF2B5EF4-FFF2-40B4-BE49-F238E27FC236}">
                            <a16:creationId xmlns:a16="http://schemas.microsoft.com/office/drawing/2014/main" id="{B8BA8C00-31FE-5953-8B50-C1CEB61CB8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4" name="Google Shape;5762;p47">
                        <a:extLst>
                          <a:ext uri="{FF2B5EF4-FFF2-40B4-BE49-F238E27FC236}">
                            <a16:creationId xmlns:a16="http://schemas.microsoft.com/office/drawing/2014/main" id="{41D13389-D748-25C8-181E-A4B0B41173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5" name="Google Shape;5763;p47">
                        <a:extLst>
                          <a:ext uri="{FF2B5EF4-FFF2-40B4-BE49-F238E27FC236}">
                            <a16:creationId xmlns:a16="http://schemas.microsoft.com/office/drawing/2014/main" id="{A74C3DFA-9A62-8390-BEA6-7D8EC5F90E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6" name="Google Shape;5764;p47">
                        <a:extLst>
                          <a:ext uri="{FF2B5EF4-FFF2-40B4-BE49-F238E27FC236}">
                            <a16:creationId xmlns:a16="http://schemas.microsoft.com/office/drawing/2014/main" id="{BB2EF226-F11D-6881-0147-449CF3A62F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17" name="Google Shape;5765;p47">
                        <a:extLst>
                          <a:ext uri="{FF2B5EF4-FFF2-40B4-BE49-F238E27FC236}">
                            <a16:creationId xmlns:a16="http://schemas.microsoft.com/office/drawing/2014/main" id="{45E40A56-27DE-34DD-5126-44C271943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09" name="Google Shape;5766;p47">
                      <a:extLst>
                        <a:ext uri="{FF2B5EF4-FFF2-40B4-BE49-F238E27FC236}">
                          <a16:creationId xmlns:a16="http://schemas.microsoft.com/office/drawing/2014/main" id="{39C6A04B-6AA9-54EA-585F-233F4E7345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600" name="Google Shape;5767;p47">
                        <a:extLst>
                          <a:ext uri="{FF2B5EF4-FFF2-40B4-BE49-F238E27FC236}">
                            <a16:creationId xmlns:a16="http://schemas.microsoft.com/office/drawing/2014/main" id="{78F97867-846F-A9BC-88A3-B65788305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1" name="Google Shape;5768;p47">
                        <a:extLst>
                          <a:ext uri="{FF2B5EF4-FFF2-40B4-BE49-F238E27FC236}">
                            <a16:creationId xmlns:a16="http://schemas.microsoft.com/office/drawing/2014/main" id="{4CB26702-722C-7571-C510-E758F850BC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2" name="Google Shape;5769;p47">
                        <a:extLst>
                          <a:ext uri="{FF2B5EF4-FFF2-40B4-BE49-F238E27FC236}">
                            <a16:creationId xmlns:a16="http://schemas.microsoft.com/office/drawing/2014/main" id="{47D4F77F-0685-5A84-2976-67BE2C743F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3" name="Google Shape;5770;p47">
                        <a:extLst>
                          <a:ext uri="{FF2B5EF4-FFF2-40B4-BE49-F238E27FC236}">
                            <a16:creationId xmlns:a16="http://schemas.microsoft.com/office/drawing/2014/main" id="{5ECCE8C6-AA66-5BE3-1E83-0DD8261C2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4" name="Google Shape;5771;p47">
                        <a:extLst>
                          <a:ext uri="{FF2B5EF4-FFF2-40B4-BE49-F238E27FC236}">
                            <a16:creationId xmlns:a16="http://schemas.microsoft.com/office/drawing/2014/main" id="{D6D2C7A3-A128-293B-1B8D-33A889D15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5" name="Google Shape;5772;p47">
                        <a:extLst>
                          <a:ext uri="{FF2B5EF4-FFF2-40B4-BE49-F238E27FC236}">
                            <a16:creationId xmlns:a16="http://schemas.microsoft.com/office/drawing/2014/main" id="{476363CB-B927-F601-C531-598E0F1F10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6" name="Google Shape;5773;p47">
                        <a:extLst>
                          <a:ext uri="{FF2B5EF4-FFF2-40B4-BE49-F238E27FC236}">
                            <a16:creationId xmlns:a16="http://schemas.microsoft.com/office/drawing/2014/main" id="{5757E2AF-D8A2-91E5-0ACE-15EEADA6F5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7" name="Google Shape;5774;p47">
                        <a:extLst>
                          <a:ext uri="{FF2B5EF4-FFF2-40B4-BE49-F238E27FC236}">
                            <a16:creationId xmlns:a16="http://schemas.microsoft.com/office/drawing/2014/main" id="{4215E1F6-1CBF-326A-8EF1-EFAB45BBF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608" name="Google Shape;5775;p47">
                        <a:extLst>
                          <a:ext uri="{FF2B5EF4-FFF2-40B4-BE49-F238E27FC236}">
                            <a16:creationId xmlns:a16="http://schemas.microsoft.com/office/drawing/2014/main" id="{6CF17544-6C11-971D-EEDD-3FCDCC9A5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0" name="Google Shape;5776;p47">
                      <a:extLst>
                        <a:ext uri="{FF2B5EF4-FFF2-40B4-BE49-F238E27FC236}">
                          <a16:creationId xmlns:a16="http://schemas.microsoft.com/office/drawing/2014/main" id="{C8DA0430-3B95-A1B3-F176-26D897EDBF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91" name="Google Shape;5777;p47">
                        <a:extLst>
                          <a:ext uri="{FF2B5EF4-FFF2-40B4-BE49-F238E27FC236}">
                            <a16:creationId xmlns:a16="http://schemas.microsoft.com/office/drawing/2014/main" id="{2A525C9B-FDB7-2BFD-6595-A5C69307F9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2" name="Google Shape;5778;p47">
                        <a:extLst>
                          <a:ext uri="{FF2B5EF4-FFF2-40B4-BE49-F238E27FC236}">
                            <a16:creationId xmlns:a16="http://schemas.microsoft.com/office/drawing/2014/main" id="{5C3877D1-BFD4-0135-CE30-13AF52CEEA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3" name="Google Shape;5779;p47">
                        <a:extLst>
                          <a:ext uri="{FF2B5EF4-FFF2-40B4-BE49-F238E27FC236}">
                            <a16:creationId xmlns:a16="http://schemas.microsoft.com/office/drawing/2014/main" id="{15FE9656-4B40-D792-8C0C-C616E50351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4" name="Google Shape;5780;p47">
                        <a:extLst>
                          <a:ext uri="{FF2B5EF4-FFF2-40B4-BE49-F238E27FC236}">
                            <a16:creationId xmlns:a16="http://schemas.microsoft.com/office/drawing/2014/main" id="{F8F84602-99E2-EF7E-E8F3-C98883311E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5" name="Google Shape;5781;p47">
                        <a:extLst>
                          <a:ext uri="{FF2B5EF4-FFF2-40B4-BE49-F238E27FC236}">
                            <a16:creationId xmlns:a16="http://schemas.microsoft.com/office/drawing/2014/main" id="{2BCEF2AA-F5F1-7B28-9901-9FCFDCE7C1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6" name="Google Shape;5782;p47">
                        <a:extLst>
                          <a:ext uri="{FF2B5EF4-FFF2-40B4-BE49-F238E27FC236}">
                            <a16:creationId xmlns:a16="http://schemas.microsoft.com/office/drawing/2014/main" id="{B11E66E6-72C4-1FF2-B2EB-FB705BD719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7" name="Google Shape;5783;p47">
                        <a:extLst>
                          <a:ext uri="{FF2B5EF4-FFF2-40B4-BE49-F238E27FC236}">
                            <a16:creationId xmlns:a16="http://schemas.microsoft.com/office/drawing/2014/main" id="{64D01E5D-7356-2A1D-D8D4-E6F3C51DB6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8" name="Google Shape;5784;p47">
                        <a:extLst>
                          <a:ext uri="{FF2B5EF4-FFF2-40B4-BE49-F238E27FC236}">
                            <a16:creationId xmlns:a16="http://schemas.microsoft.com/office/drawing/2014/main" id="{72AEDE46-7576-FF73-F347-7BF7E2FC38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9" name="Google Shape;5785;p47">
                        <a:extLst>
                          <a:ext uri="{FF2B5EF4-FFF2-40B4-BE49-F238E27FC236}">
                            <a16:creationId xmlns:a16="http://schemas.microsoft.com/office/drawing/2014/main" id="{5F43861D-9608-33F8-B87C-F36A53A70F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1" name="Google Shape;5786;p47">
                      <a:extLst>
                        <a:ext uri="{FF2B5EF4-FFF2-40B4-BE49-F238E27FC236}">
                          <a16:creationId xmlns:a16="http://schemas.microsoft.com/office/drawing/2014/main" id="{E5C7B4B1-8CDD-BDFF-E1B9-2469E24E9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82" name="Google Shape;5787;p47">
                        <a:extLst>
                          <a:ext uri="{FF2B5EF4-FFF2-40B4-BE49-F238E27FC236}">
                            <a16:creationId xmlns:a16="http://schemas.microsoft.com/office/drawing/2014/main" id="{853B26D7-9850-AB52-494A-488D5DBAE4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3" name="Google Shape;5788;p47">
                        <a:extLst>
                          <a:ext uri="{FF2B5EF4-FFF2-40B4-BE49-F238E27FC236}">
                            <a16:creationId xmlns:a16="http://schemas.microsoft.com/office/drawing/2014/main" id="{4924103A-D337-F391-B556-D290E1C22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4" name="Google Shape;5789;p47">
                        <a:extLst>
                          <a:ext uri="{FF2B5EF4-FFF2-40B4-BE49-F238E27FC236}">
                            <a16:creationId xmlns:a16="http://schemas.microsoft.com/office/drawing/2014/main" id="{464BE71A-B5FC-7A88-49BE-63CE12F3F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5" name="Google Shape;5790;p47">
                        <a:extLst>
                          <a:ext uri="{FF2B5EF4-FFF2-40B4-BE49-F238E27FC236}">
                            <a16:creationId xmlns:a16="http://schemas.microsoft.com/office/drawing/2014/main" id="{D1754CF6-3F31-B105-9498-3D17A459D9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6" name="Google Shape;5791;p47">
                        <a:extLst>
                          <a:ext uri="{FF2B5EF4-FFF2-40B4-BE49-F238E27FC236}">
                            <a16:creationId xmlns:a16="http://schemas.microsoft.com/office/drawing/2014/main" id="{704D2D14-1900-6BD6-BBC2-2CD09C9C9C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7" name="Google Shape;5792;p47">
                        <a:extLst>
                          <a:ext uri="{FF2B5EF4-FFF2-40B4-BE49-F238E27FC236}">
                            <a16:creationId xmlns:a16="http://schemas.microsoft.com/office/drawing/2014/main" id="{9ED5D2FC-7D73-2F47-01DA-21B984F169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8" name="Google Shape;5793;p47">
                        <a:extLst>
                          <a:ext uri="{FF2B5EF4-FFF2-40B4-BE49-F238E27FC236}">
                            <a16:creationId xmlns:a16="http://schemas.microsoft.com/office/drawing/2014/main" id="{CA3144EE-3237-B7BD-4463-B79ADAAD39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9" name="Google Shape;5794;p47">
                        <a:extLst>
                          <a:ext uri="{FF2B5EF4-FFF2-40B4-BE49-F238E27FC236}">
                            <a16:creationId xmlns:a16="http://schemas.microsoft.com/office/drawing/2014/main" id="{A73FB281-EECD-DCBF-2F8A-C3FF0CD99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90" name="Google Shape;5795;p47">
                        <a:extLst>
                          <a:ext uri="{FF2B5EF4-FFF2-40B4-BE49-F238E27FC236}">
                            <a16:creationId xmlns:a16="http://schemas.microsoft.com/office/drawing/2014/main" id="{E4742489-15EE-A2D2-94EB-BB3CAFD2A2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2" name="Google Shape;5796;p47">
                      <a:extLst>
                        <a:ext uri="{FF2B5EF4-FFF2-40B4-BE49-F238E27FC236}">
                          <a16:creationId xmlns:a16="http://schemas.microsoft.com/office/drawing/2014/main" id="{57BF0F4A-7A01-622C-14F5-06A1E6B460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73" name="Google Shape;5797;p47">
                        <a:extLst>
                          <a:ext uri="{FF2B5EF4-FFF2-40B4-BE49-F238E27FC236}">
                            <a16:creationId xmlns:a16="http://schemas.microsoft.com/office/drawing/2014/main" id="{D583DE51-4B12-A761-4066-263E2BCDAE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4" name="Google Shape;5798;p47">
                        <a:extLst>
                          <a:ext uri="{FF2B5EF4-FFF2-40B4-BE49-F238E27FC236}">
                            <a16:creationId xmlns:a16="http://schemas.microsoft.com/office/drawing/2014/main" id="{3D96C8BA-5C34-0EB6-101E-D197F5F310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5" name="Google Shape;5799;p47">
                        <a:extLst>
                          <a:ext uri="{FF2B5EF4-FFF2-40B4-BE49-F238E27FC236}">
                            <a16:creationId xmlns:a16="http://schemas.microsoft.com/office/drawing/2014/main" id="{1C7F19AE-47A6-AFBC-846E-8C9DC17F0F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6" name="Google Shape;5800;p47">
                        <a:extLst>
                          <a:ext uri="{FF2B5EF4-FFF2-40B4-BE49-F238E27FC236}">
                            <a16:creationId xmlns:a16="http://schemas.microsoft.com/office/drawing/2014/main" id="{C9733BBB-FF7C-3CC3-6087-C24E0BFC96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7" name="Google Shape;5801;p47">
                        <a:extLst>
                          <a:ext uri="{FF2B5EF4-FFF2-40B4-BE49-F238E27FC236}">
                            <a16:creationId xmlns:a16="http://schemas.microsoft.com/office/drawing/2014/main" id="{9821EF0B-E727-F474-57C0-BF664944A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8" name="Google Shape;5802;p47">
                        <a:extLst>
                          <a:ext uri="{FF2B5EF4-FFF2-40B4-BE49-F238E27FC236}">
                            <a16:creationId xmlns:a16="http://schemas.microsoft.com/office/drawing/2014/main" id="{B69BED6A-43ED-B589-4935-C5646E79BF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9" name="Google Shape;5803;p47">
                        <a:extLst>
                          <a:ext uri="{FF2B5EF4-FFF2-40B4-BE49-F238E27FC236}">
                            <a16:creationId xmlns:a16="http://schemas.microsoft.com/office/drawing/2014/main" id="{251A31D5-A5F2-1E86-164A-6E6A76707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0" name="Google Shape;5804;p47">
                        <a:extLst>
                          <a:ext uri="{FF2B5EF4-FFF2-40B4-BE49-F238E27FC236}">
                            <a16:creationId xmlns:a16="http://schemas.microsoft.com/office/drawing/2014/main" id="{895A771C-6A86-5C26-93F1-ED61E0D13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81" name="Google Shape;5805;p47">
                        <a:extLst>
                          <a:ext uri="{FF2B5EF4-FFF2-40B4-BE49-F238E27FC236}">
                            <a16:creationId xmlns:a16="http://schemas.microsoft.com/office/drawing/2014/main" id="{F07BA1C0-B52A-7E9A-AFDC-E562AD5BA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3" name="Google Shape;5806;p47">
                      <a:extLst>
                        <a:ext uri="{FF2B5EF4-FFF2-40B4-BE49-F238E27FC236}">
                          <a16:creationId xmlns:a16="http://schemas.microsoft.com/office/drawing/2014/main" id="{65D12DE8-945C-5F7E-099D-E3109A8278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64" name="Google Shape;5807;p47">
                        <a:extLst>
                          <a:ext uri="{FF2B5EF4-FFF2-40B4-BE49-F238E27FC236}">
                            <a16:creationId xmlns:a16="http://schemas.microsoft.com/office/drawing/2014/main" id="{696042E0-23B3-05CD-0C66-207F305946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5" name="Google Shape;5808;p47">
                        <a:extLst>
                          <a:ext uri="{FF2B5EF4-FFF2-40B4-BE49-F238E27FC236}">
                            <a16:creationId xmlns:a16="http://schemas.microsoft.com/office/drawing/2014/main" id="{7C3AEC59-E791-46D3-6E18-7C664615A7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6" name="Google Shape;5809;p47">
                        <a:extLst>
                          <a:ext uri="{FF2B5EF4-FFF2-40B4-BE49-F238E27FC236}">
                            <a16:creationId xmlns:a16="http://schemas.microsoft.com/office/drawing/2014/main" id="{5EA2C94E-1C05-E619-1033-B04E4F414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7" name="Google Shape;5810;p47">
                        <a:extLst>
                          <a:ext uri="{FF2B5EF4-FFF2-40B4-BE49-F238E27FC236}">
                            <a16:creationId xmlns:a16="http://schemas.microsoft.com/office/drawing/2014/main" id="{DB30AC17-6981-5A49-DD86-2EA7930DB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8" name="Google Shape;5811;p47">
                        <a:extLst>
                          <a:ext uri="{FF2B5EF4-FFF2-40B4-BE49-F238E27FC236}">
                            <a16:creationId xmlns:a16="http://schemas.microsoft.com/office/drawing/2014/main" id="{B1282C84-9E90-A2A8-4C72-79135B28E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9" name="Google Shape;5812;p47">
                        <a:extLst>
                          <a:ext uri="{FF2B5EF4-FFF2-40B4-BE49-F238E27FC236}">
                            <a16:creationId xmlns:a16="http://schemas.microsoft.com/office/drawing/2014/main" id="{6F6BB581-C81B-2A01-393D-9B6FD11860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0" name="Google Shape;5813;p47">
                        <a:extLst>
                          <a:ext uri="{FF2B5EF4-FFF2-40B4-BE49-F238E27FC236}">
                            <a16:creationId xmlns:a16="http://schemas.microsoft.com/office/drawing/2014/main" id="{97F883B5-8290-F2F3-205B-6D400A050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1" name="Google Shape;5814;p47">
                        <a:extLst>
                          <a:ext uri="{FF2B5EF4-FFF2-40B4-BE49-F238E27FC236}">
                            <a16:creationId xmlns:a16="http://schemas.microsoft.com/office/drawing/2014/main" id="{FAEB30EE-D4DB-BCEC-5F56-C5D492CEB3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72" name="Google Shape;5815;p47">
                        <a:extLst>
                          <a:ext uri="{FF2B5EF4-FFF2-40B4-BE49-F238E27FC236}">
                            <a16:creationId xmlns:a16="http://schemas.microsoft.com/office/drawing/2014/main" id="{3BB42DC4-6F96-FFD7-674A-71CBCECA5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4" name="Google Shape;5816;p47">
                      <a:extLst>
                        <a:ext uri="{FF2B5EF4-FFF2-40B4-BE49-F238E27FC236}">
                          <a16:creationId xmlns:a16="http://schemas.microsoft.com/office/drawing/2014/main" id="{8C4482D5-E4FD-A733-B297-CDE699C30D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55" name="Google Shape;5817;p47">
                        <a:extLst>
                          <a:ext uri="{FF2B5EF4-FFF2-40B4-BE49-F238E27FC236}">
                            <a16:creationId xmlns:a16="http://schemas.microsoft.com/office/drawing/2014/main" id="{D43FDAFD-040B-11C8-8088-21FC47567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6" name="Google Shape;5818;p47">
                        <a:extLst>
                          <a:ext uri="{FF2B5EF4-FFF2-40B4-BE49-F238E27FC236}">
                            <a16:creationId xmlns:a16="http://schemas.microsoft.com/office/drawing/2014/main" id="{0F88A988-6896-C481-E32F-AFA26B603B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7" name="Google Shape;5819;p47">
                        <a:extLst>
                          <a:ext uri="{FF2B5EF4-FFF2-40B4-BE49-F238E27FC236}">
                            <a16:creationId xmlns:a16="http://schemas.microsoft.com/office/drawing/2014/main" id="{311563EE-A30B-C8E2-8E93-4220C6139D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8" name="Google Shape;5820;p47">
                        <a:extLst>
                          <a:ext uri="{FF2B5EF4-FFF2-40B4-BE49-F238E27FC236}">
                            <a16:creationId xmlns:a16="http://schemas.microsoft.com/office/drawing/2014/main" id="{A6E30969-0160-D344-91C3-CFE69F3CC9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9" name="Google Shape;5821;p47">
                        <a:extLst>
                          <a:ext uri="{FF2B5EF4-FFF2-40B4-BE49-F238E27FC236}">
                            <a16:creationId xmlns:a16="http://schemas.microsoft.com/office/drawing/2014/main" id="{D97D8B10-41D1-66C5-C823-E72CBA730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0" name="Google Shape;5822;p47">
                        <a:extLst>
                          <a:ext uri="{FF2B5EF4-FFF2-40B4-BE49-F238E27FC236}">
                            <a16:creationId xmlns:a16="http://schemas.microsoft.com/office/drawing/2014/main" id="{CF00A3C2-80C5-B8B0-25C4-5A29FFC172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1" name="Google Shape;5823;p47">
                        <a:extLst>
                          <a:ext uri="{FF2B5EF4-FFF2-40B4-BE49-F238E27FC236}">
                            <a16:creationId xmlns:a16="http://schemas.microsoft.com/office/drawing/2014/main" id="{641B4E44-D2C6-7F94-7865-F176DE21D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2" name="Google Shape;5824;p47">
                        <a:extLst>
                          <a:ext uri="{FF2B5EF4-FFF2-40B4-BE49-F238E27FC236}">
                            <a16:creationId xmlns:a16="http://schemas.microsoft.com/office/drawing/2014/main" id="{B65E6C9F-8350-71E7-79FE-E146E1DA33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63" name="Google Shape;5825;p47">
                        <a:extLst>
                          <a:ext uri="{FF2B5EF4-FFF2-40B4-BE49-F238E27FC236}">
                            <a16:creationId xmlns:a16="http://schemas.microsoft.com/office/drawing/2014/main" id="{1717E040-E1DD-3003-7FF7-15313F3BC4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5" name="Google Shape;5826;p47">
                      <a:extLst>
                        <a:ext uri="{FF2B5EF4-FFF2-40B4-BE49-F238E27FC236}">
                          <a16:creationId xmlns:a16="http://schemas.microsoft.com/office/drawing/2014/main" id="{64CF76D4-B37F-23C0-FCFC-9848D718CF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46" name="Google Shape;5827;p47">
                        <a:extLst>
                          <a:ext uri="{FF2B5EF4-FFF2-40B4-BE49-F238E27FC236}">
                            <a16:creationId xmlns:a16="http://schemas.microsoft.com/office/drawing/2014/main" id="{426C6305-F53D-F464-29BF-749DD65143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7" name="Google Shape;5828;p47">
                        <a:extLst>
                          <a:ext uri="{FF2B5EF4-FFF2-40B4-BE49-F238E27FC236}">
                            <a16:creationId xmlns:a16="http://schemas.microsoft.com/office/drawing/2014/main" id="{58A83C0F-18A5-3277-52E9-B0F9B9EACA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8" name="Google Shape;5829;p47">
                        <a:extLst>
                          <a:ext uri="{FF2B5EF4-FFF2-40B4-BE49-F238E27FC236}">
                            <a16:creationId xmlns:a16="http://schemas.microsoft.com/office/drawing/2014/main" id="{FA5F2E53-6584-E068-3967-DDDBB6EB4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9" name="Google Shape;5830;p47">
                        <a:extLst>
                          <a:ext uri="{FF2B5EF4-FFF2-40B4-BE49-F238E27FC236}">
                            <a16:creationId xmlns:a16="http://schemas.microsoft.com/office/drawing/2014/main" id="{3F8BDA1B-6486-1E13-D721-8898659F99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0" name="Google Shape;5831;p47">
                        <a:extLst>
                          <a:ext uri="{FF2B5EF4-FFF2-40B4-BE49-F238E27FC236}">
                            <a16:creationId xmlns:a16="http://schemas.microsoft.com/office/drawing/2014/main" id="{E0486475-9452-669C-AE2A-C2123475B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1" name="Google Shape;5832;p47">
                        <a:extLst>
                          <a:ext uri="{FF2B5EF4-FFF2-40B4-BE49-F238E27FC236}">
                            <a16:creationId xmlns:a16="http://schemas.microsoft.com/office/drawing/2014/main" id="{9E3FF91F-DC3E-E9A0-0CEC-35D637649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2" name="Google Shape;5833;p47">
                        <a:extLst>
                          <a:ext uri="{FF2B5EF4-FFF2-40B4-BE49-F238E27FC236}">
                            <a16:creationId xmlns:a16="http://schemas.microsoft.com/office/drawing/2014/main" id="{30568525-0395-0E88-A601-F0784915C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3" name="Google Shape;5834;p47">
                        <a:extLst>
                          <a:ext uri="{FF2B5EF4-FFF2-40B4-BE49-F238E27FC236}">
                            <a16:creationId xmlns:a16="http://schemas.microsoft.com/office/drawing/2014/main" id="{DE3588E1-CAD5-8AF1-CCBA-A47D6F184C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54" name="Google Shape;5835;p47">
                        <a:extLst>
                          <a:ext uri="{FF2B5EF4-FFF2-40B4-BE49-F238E27FC236}">
                            <a16:creationId xmlns:a16="http://schemas.microsoft.com/office/drawing/2014/main" id="{24312163-E18F-67F6-90CB-2959530305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6" name="Google Shape;5836;p47">
                      <a:extLst>
                        <a:ext uri="{FF2B5EF4-FFF2-40B4-BE49-F238E27FC236}">
                          <a16:creationId xmlns:a16="http://schemas.microsoft.com/office/drawing/2014/main" id="{C13ABBE1-38B2-837B-4E11-5570D9058E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37" name="Google Shape;5837;p47">
                        <a:extLst>
                          <a:ext uri="{FF2B5EF4-FFF2-40B4-BE49-F238E27FC236}">
                            <a16:creationId xmlns:a16="http://schemas.microsoft.com/office/drawing/2014/main" id="{75FE666C-B9F7-4C27-D086-04A9C11A17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8" name="Google Shape;5838;p47">
                        <a:extLst>
                          <a:ext uri="{FF2B5EF4-FFF2-40B4-BE49-F238E27FC236}">
                            <a16:creationId xmlns:a16="http://schemas.microsoft.com/office/drawing/2014/main" id="{2A5DE2B6-3BDE-BF18-F9A2-CA35AA154E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9" name="Google Shape;5839;p47">
                        <a:extLst>
                          <a:ext uri="{FF2B5EF4-FFF2-40B4-BE49-F238E27FC236}">
                            <a16:creationId xmlns:a16="http://schemas.microsoft.com/office/drawing/2014/main" id="{4237E791-E393-01EB-FF67-E911CD504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0" name="Google Shape;5840;p47">
                        <a:extLst>
                          <a:ext uri="{FF2B5EF4-FFF2-40B4-BE49-F238E27FC236}">
                            <a16:creationId xmlns:a16="http://schemas.microsoft.com/office/drawing/2014/main" id="{1AAE74EB-E974-E1D5-0E3C-49F1C9C4B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1" name="Google Shape;5841;p47">
                        <a:extLst>
                          <a:ext uri="{FF2B5EF4-FFF2-40B4-BE49-F238E27FC236}">
                            <a16:creationId xmlns:a16="http://schemas.microsoft.com/office/drawing/2014/main" id="{889E2E4A-0506-9806-C745-4A6C5ADA7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2" name="Google Shape;5842;p47">
                        <a:extLst>
                          <a:ext uri="{FF2B5EF4-FFF2-40B4-BE49-F238E27FC236}">
                            <a16:creationId xmlns:a16="http://schemas.microsoft.com/office/drawing/2014/main" id="{F9DFB033-55A1-1319-B1EC-254A6173AD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3" name="Google Shape;5843;p47">
                        <a:extLst>
                          <a:ext uri="{FF2B5EF4-FFF2-40B4-BE49-F238E27FC236}">
                            <a16:creationId xmlns:a16="http://schemas.microsoft.com/office/drawing/2014/main" id="{41F51D1C-308D-6E72-7FE9-D602D540AB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4" name="Google Shape;5844;p47">
                        <a:extLst>
                          <a:ext uri="{FF2B5EF4-FFF2-40B4-BE49-F238E27FC236}">
                            <a16:creationId xmlns:a16="http://schemas.microsoft.com/office/drawing/2014/main" id="{F25891D5-3A63-25CA-0D23-A51AD04B31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45" name="Google Shape;5845;p47">
                        <a:extLst>
                          <a:ext uri="{FF2B5EF4-FFF2-40B4-BE49-F238E27FC236}">
                            <a16:creationId xmlns:a16="http://schemas.microsoft.com/office/drawing/2014/main" id="{90C050CF-5272-AF76-BB0A-B85008FFCE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7" name="Google Shape;5846;p47">
                      <a:extLst>
                        <a:ext uri="{FF2B5EF4-FFF2-40B4-BE49-F238E27FC236}">
                          <a16:creationId xmlns:a16="http://schemas.microsoft.com/office/drawing/2014/main" id="{71B22169-C326-FB66-4170-754C6FBCBB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28" name="Google Shape;5847;p47">
                        <a:extLst>
                          <a:ext uri="{FF2B5EF4-FFF2-40B4-BE49-F238E27FC236}">
                            <a16:creationId xmlns:a16="http://schemas.microsoft.com/office/drawing/2014/main" id="{3F265A9C-679A-3F2D-2CD1-1B4971906C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9" name="Google Shape;5848;p47">
                        <a:extLst>
                          <a:ext uri="{FF2B5EF4-FFF2-40B4-BE49-F238E27FC236}">
                            <a16:creationId xmlns:a16="http://schemas.microsoft.com/office/drawing/2014/main" id="{022296DC-23A8-AA75-1966-3AC867A567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0" name="Google Shape;5849;p47">
                        <a:extLst>
                          <a:ext uri="{FF2B5EF4-FFF2-40B4-BE49-F238E27FC236}">
                            <a16:creationId xmlns:a16="http://schemas.microsoft.com/office/drawing/2014/main" id="{A1841647-2569-05BC-3E34-4D481CBF89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1" name="Google Shape;5850;p47">
                        <a:extLst>
                          <a:ext uri="{FF2B5EF4-FFF2-40B4-BE49-F238E27FC236}">
                            <a16:creationId xmlns:a16="http://schemas.microsoft.com/office/drawing/2014/main" id="{224A4613-0194-95E3-2B75-0A6525E0B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2" name="Google Shape;5851;p47">
                        <a:extLst>
                          <a:ext uri="{FF2B5EF4-FFF2-40B4-BE49-F238E27FC236}">
                            <a16:creationId xmlns:a16="http://schemas.microsoft.com/office/drawing/2014/main" id="{53EAD0C0-F3F0-366A-D249-47B33A0C1B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3" name="Google Shape;5852;p47">
                        <a:extLst>
                          <a:ext uri="{FF2B5EF4-FFF2-40B4-BE49-F238E27FC236}">
                            <a16:creationId xmlns:a16="http://schemas.microsoft.com/office/drawing/2014/main" id="{04ECC952-C884-9571-1777-C9AF25C312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4" name="Google Shape;5853;p47">
                        <a:extLst>
                          <a:ext uri="{FF2B5EF4-FFF2-40B4-BE49-F238E27FC236}">
                            <a16:creationId xmlns:a16="http://schemas.microsoft.com/office/drawing/2014/main" id="{1D0CE3B7-6879-B004-2ED8-65BBFC332A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5" name="Google Shape;5854;p47">
                        <a:extLst>
                          <a:ext uri="{FF2B5EF4-FFF2-40B4-BE49-F238E27FC236}">
                            <a16:creationId xmlns:a16="http://schemas.microsoft.com/office/drawing/2014/main" id="{EFB599DC-5363-2FE6-2C54-44CB3EE34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36" name="Google Shape;5855;p47">
                        <a:extLst>
                          <a:ext uri="{FF2B5EF4-FFF2-40B4-BE49-F238E27FC236}">
                            <a16:creationId xmlns:a16="http://schemas.microsoft.com/office/drawing/2014/main" id="{89920369-92D4-094B-99FF-A1D6CA1E65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518" name="Google Shape;5856;p47">
                      <a:extLst>
                        <a:ext uri="{FF2B5EF4-FFF2-40B4-BE49-F238E27FC236}">
                          <a16:creationId xmlns:a16="http://schemas.microsoft.com/office/drawing/2014/main" id="{93BD0CB9-A2EB-F913-FA50-769E3A1BEA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519" name="Google Shape;5857;p47">
                        <a:extLst>
                          <a:ext uri="{FF2B5EF4-FFF2-40B4-BE49-F238E27FC236}">
                            <a16:creationId xmlns:a16="http://schemas.microsoft.com/office/drawing/2014/main" id="{5CBECB4C-1824-F8A8-9392-9A5C40B3FE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0" name="Google Shape;5858;p47">
                        <a:extLst>
                          <a:ext uri="{FF2B5EF4-FFF2-40B4-BE49-F238E27FC236}">
                            <a16:creationId xmlns:a16="http://schemas.microsoft.com/office/drawing/2014/main" id="{9486B2F5-DF06-CCAA-6F52-3CA1F55CE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1" name="Google Shape;5859;p47">
                        <a:extLst>
                          <a:ext uri="{FF2B5EF4-FFF2-40B4-BE49-F238E27FC236}">
                            <a16:creationId xmlns:a16="http://schemas.microsoft.com/office/drawing/2014/main" id="{E160458E-35D2-2A52-62E9-CDE468D006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2" name="Google Shape;5860;p47">
                        <a:extLst>
                          <a:ext uri="{FF2B5EF4-FFF2-40B4-BE49-F238E27FC236}">
                            <a16:creationId xmlns:a16="http://schemas.microsoft.com/office/drawing/2014/main" id="{FEE56D4A-EEB6-7733-ACE5-DBC78F8BF9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3" name="Google Shape;5861;p47">
                        <a:extLst>
                          <a:ext uri="{FF2B5EF4-FFF2-40B4-BE49-F238E27FC236}">
                            <a16:creationId xmlns:a16="http://schemas.microsoft.com/office/drawing/2014/main" id="{F028216E-3B84-A9E6-14FA-9AF759D0A3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4" name="Google Shape;5862;p47">
                        <a:extLst>
                          <a:ext uri="{FF2B5EF4-FFF2-40B4-BE49-F238E27FC236}">
                            <a16:creationId xmlns:a16="http://schemas.microsoft.com/office/drawing/2014/main" id="{8155F523-6B66-8D43-7350-63E172B317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5" name="Google Shape;5863;p47">
                        <a:extLst>
                          <a:ext uri="{FF2B5EF4-FFF2-40B4-BE49-F238E27FC236}">
                            <a16:creationId xmlns:a16="http://schemas.microsoft.com/office/drawing/2014/main" id="{372BD610-4E03-0D8D-1974-43619144C0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6" name="Google Shape;5864;p47">
                        <a:extLst>
                          <a:ext uri="{FF2B5EF4-FFF2-40B4-BE49-F238E27FC236}">
                            <a16:creationId xmlns:a16="http://schemas.microsoft.com/office/drawing/2014/main" id="{7B8DE774-5473-B4A8-E534-B0C084D2E5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27" name="Google Shape;5865;p47">
                        <a:extLst>
                          <a:ext uri="{FF2B5EF4-FFF2-40B4-BE49-F238E27FC236}">
                            <a16:creationId xmlns:a16="http://schemas.microsoft.com/office/drawing/2014/main" id="{31D91F85-C5BF-821A-4758-29BF17216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grpSp>
                <p:nvGrpSpPr>
                  <p:cNvPr id="1331" name="Google Shape;5866;p47">
                    <a:extLst>
                      <a:ext uri="{FF2B5EF4-FFF2-40B4-BE49-F238E27FC236}">
                        <a16:creationId xmlns:a16="http://schemas.microsoft.com/office/drawing/2014/main" id="{BD737235-322E-44CE-29AD-844164129981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-4004340" y="3104789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1332" name="Google Shape;5867;p47">
                      <a:extLst>
                        <a:ext uri="{FF2B5EF4-FFF2-40B4-BE49-F238E27FC236}">
                          <a16:creationId xmlns:a16="http://schemas.microsoft.com/office/drawing/2014/main" id="{CFA67487-A61E-DBE6-FC3D-4CB397EDB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93" name="Google Shape;5868;p47">
                        <a:extLst>
                          <a:ext uri="{FF2B5EF4-FFF2-40B4-BE49-F238E27FC236}">
                            <a16:creationId xmlns:a16="http://schemas.microsoft.com/office/drawing/2014/main" id="{BF38F33E-A150-DF13-0A55-B7D64ECB8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4" name="Google Shape;5869;p47">
                        <a:extLst>
                          <a:ext uri="{FF2B5EF4-FFF2-40B4-BE49-F238E27FC236}">
                            <a16:creationId xmlns:a16="http://schemas.microsoft.com/office/drawing/2014/main" id="{A62526CB-9200-4B4F-6ACA-58BEC93244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5" name="Google Shape;5870;p47">
                        <a:extLst>
                          <a:ext uri="{FF2B5EF4-FFF2-40B4-BE49-F238E27FC236}">
                            <a16:creationId xmlns:a16="http://schemas.microsoft.com/office/drawing/2014/main" id="{0600F668-0772-D627-19A4-A15E726F1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6" name="Google Shape;5871;p47">
                        <a:extLst>
                          <a:ext uri="{FF2B5EF4-FFF2-40B4-BE49-F238E27FC236}">
                            <a16:creationId xmlns:a16="http://schemas.microsoft.com/office/drawing/2014/main" id="{4CD49DFB-8578-7897-707D-600F5B3FC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7" name="Google Shape;5872;p47">
                        <a:extLst>
                          <a:ext uri="{FF2B5EF4-FFF2-40B4-BE49-F238E27FC236}">
                            <a16:creationId xmlns:a16="http://schemas.microsoft.com/office/drawing/2014/main" id="{1906F948-F762-FDB8-E94C-3AA95A7E6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8" name="Google Shape;5873;p47">
                        <a:extLst>
                          <a:ext uri="{FF2B5EF4-FFF2-40B4-BE49-F238E27FC236}">
                            <a16:creationId xmlns:a16="http://schemas.microsoft.com/office/drawing/2014/main" id="{0A81B1AC-A6CE-1A2C-041B-7E79F1BBD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9" name="Google Shape;5874;p47">
                        <a:extLst>
                          <a:ext uri="{FF2B5EF4-FFF2-40B4-BE49-F238E27FC236}">
                            <a16:creationId xmlns:a16="http://schemas.microsoft.com/office/drawing/2014/main" id="{F09C3245-990C-946E-9FF8-14CF3453B2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0" name="Google Shape;5875;p47">
                        <a:extLst>
                          <a:ext uri="{FF2B5EF4-FFF2-40B4-BE49-F238E27FC236}">
                            <a16:creationId xmlns:a16="http://schemas.microsoft.com/office/drawing/2014/main" id="{53E96940-7E46-C902-4498-A7BB3CBB1B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501" name="Google Shape;5876;p47">
                        <a:extLst>
                          <a:ext uri="{FF2B5EF4-FFF2-40B4-BE49-F238E27FC236}">
                            <a16:creationId xmlns:a16="http://schemas.microsoft.com/office/drawing/2014/main" id="{EFDA5AED-2D7E-2221-A92A-6618D066E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3" name="Google Shape;5877;p47">
                      <a:extLst>
                        <a:ext uri="{FF2B5EF4-FFF2-40B4-BE49-F238E27FC236}">
                          <a16:creationId xmlns:a16="http://schemas.microsoft.com/office/drawing/2014/main" id="{80875758-6239-5BAB-1737-955B2EF945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84" name="Google Shape;5878;p47">
                        <a:extLst>
                          <a:ext uri="{FF2B5EF4-FFF2-40B4-BE49-F238E27FC236}">
                            <a16:creationId xmlns:a16="http://schemas.microsoft.com/office/drawing/2014/main" id="{CE492849-A0C2-6720-2386-F170F0BBB8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5" name="Google Shape;5879;p47">
                        <a:extLst>
                          <a:ext uri="{FF2B5EF4-FFF2-40B4-BE49-F238E27FC236}">
                            <a16:creationId xmlns:a16="http://schemas.microsoft.com/office/drawing/2014/main" id="{809D1968-B605-2D08-A022-DA46CACC37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6" name="Google Shape;5880;p47">
                        <a:extLst>
                          <a:ext uri="{FF2B5EF4-FFF2-40B4-BE49-F238E27FC236}">
                            <a16:creationId xmlns:a16="http://schemas.microsoft.com/office/drawing/2014/main" id="{D1D0C24F-89D1-2174-853B-87CF7D093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7" name="Google Shape;5881;p47">
                        <a:extLst>
                          <a:ext uri="{FF2B5EF4-FFF2-40B4-BE49-F238E27FC236}">
                            <a16:creationId xmlns:a16="http://schemas.microsoft.com/office/drawing/2014/main" id="{2B163DD8-EB85-73F8-8511-8D60EB7F9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8" name="Google Shape;5882;p47">
                        <a:extLst>
                          <a:ext uri="{FF2B5EF4-FFF2-40B4-BE49-F238E27FC236}">
                            <a16:creationId xmlns:a16="http://schemas.microsoft.com/office/drawing/2014/main" id="{D282123E-15B1-9F41-8A57-4D0C1CE0A6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9" name="Google Shape;5883;p47">
                        <a:extLst>
                          <a:ext uri="{FF2B5EF4-FFF2-40B4-BE49-F238E27FC236}">
                            <a16:creationId xmlns:a16="http://schemas.microsoft.com/office/drawing/2014/main" id="{78C8C261-106A-02BB-09CA-C201D3377C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0" name="Google Shape;5884;p47">
                        <a:extLst>
                          <a:ext uri="{FF2B5EF4-FFF2-40B4-BE49-F238E27FC236}">
                            <a16:creationId xmlns:a16="http://schemas.microsoft.com/office/drawing/2014/main" id="{9ACE8435-BD6C-8DE9-7831-15768B6D97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1" name="Google Shape;5885;p47">
                        <a:extLst>
                          <a:ext uri="{FF2B5EF4-FFF2-40B4-BE49-F238E27FC236}">
                            <a16:creationId xmlns:a16="http://schemas.microsoft.com/office/drawing/2014/main" id="{5126BBC8-FAA3-EEB1-A4EF-7C24CB8FC7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92" name="Google Shape;5886;p47">
                        <a:extLst>
                          <a:ext uri="{FF2B5EF4-FFF2-40B4-BE49-F238E27FC236}">
                            <a16:creationId xmlns:a16="http://schemas.microsoft.com/office/drawing/2014/main" id="{0FED4A6E-CF2A-7695-33AB-8CA2B79D96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4" name="Google Shape;5887;p47">
                      <a:extLst>
                        <a:ext uri="{FF2B5EF4-FFF2-40B4-BE49-F238E27FC236}">
                          <a16:creationId xmlns:a16="http://schemas.microsoft.com/office/drawing/2014/main" id="{EF615565-AE99-C137-662F-5D1C1FA65A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75" name="Google Shape;5888;p47">
                        <a:extLst>
                          <a:ext uri="{FF2B5EF4-FFF2-40B4-BE49-F238E27FC236}">
                            <a16:creationId xmlns:a16="http://schemas.microsoft.com/office/drawing/2014/main" id="{AD7BCF22-95B6-7CD3-BC00-26D98BF4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6" name="Google Shape;5889;p47">
                        <a:extLst>
                          <a:ext uri="{FF2B5EF4-FFF2-40B4-BE49-F238E27FC236}">
                            <a16:creationId xmlns:a16="http://schemas.microsoft.com/office/drawing/2014/main" id="{4E420FA1-7D3A-C7CA-DB91-75C2BB308A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7" name="Google Shape;5890;p47">
                        <a:extLst>
                          <a:ext uri="{FF2B5EF4-FFF2-40B4-BE49-F238E27FC236}">
                            <a16:creationId xmlns:a16="http://schemas.microsoft.com/office/drawing/2014/main" id="{A7980809-84D5-CB8B-A821-8758E3A0A4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8" name="Google Shape;5891;p47">
                        <a:extLst>
                          <a:ext uri="{FF2B5EF4-FFF2-40B4-BE49-F238E27FC236}">
                            <a16:creationId xmlns:a16="http://schemas.microsoft.com/office/drawing/2014/main" id="{104479B0-37D5-B43E-7B07-9A4EAE205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9" name="Google Shape;5892;p47">
                        <a:extLst>
                          <a:ext uri="{FF2B5EF4-FFF2-40B4-BE49-F238E27FC236}">
                            <a16:creationId xmlns:a16="http://schemas.microsoft.com/office/drawing/2014/main" id="{66CFBBC7-C745-B8B5-E0CE-F482BDFFDB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0" name="Google Shape;5893;p47">
                        <a:extLst>
                          <a:ext uri="{FF2B5EF4-FFF2-40B4-BE49-F238E27FC236}">
                            <a16:creationId xmlns:a16="http://schemas.microsoft.com/office/drawing/2014/main" id="{07B185AE-979C-A810-E2F2-EC28270BE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1" name="Google Shape;5894;p47">
                        <a:extLst>
                          <a:ext uri="{FF2B5EF4-FFF2-40B4-BE49-F238E27FC236}">
                            <a16:creationId xmlns:a16="http://schemas.microsoft.com/office/drawing/2014/main" id="{368D3339-6161-99E4-4806-986A343A9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2" name="Google Shape;5895;p47">
                        <a:extLst>
                          <a:ext uri="{FF2B5EF4-FFF2-40B4-BE49-F238E27FC236}">
                            <a16:creationId xmlns:a16="http://schemas.microsoft.com/office/drawing/2014/main" id="{E7483F44-F2A5-BAE7-8BAD-7B46EBA367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83" name="Google Shape;5896;p47">
                        <a:extLst>
                          <a:ext uri="{FF2B5EF4-FFF2-40B4-BE49-F238E27FC236}">
                            <a16:creationId xmlns:a16="http://schemas.microsoft.com/office/drawing/2014/main" id="{B883D907-7A32-EA80-56D7-349EF7D4A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5" name="Google Shape;5897;p47">
                      <a:extLst>
                        <a:ext uri="{FF2B5EF4-FFF2-40B4-BE49-F238E27FC236}">
                          <a16:creationId xmlns:a16="http://schemas.microsoft.com/office/drawing/2014/main" id="{15581A27-CEC5-31CA-693B-9305E358B9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66" name="Google Shape;5898;p47">
                        <a:extLst>
                          <a:ext uri="{FF2B5EF4-FFF2-40B4-BE49-F238E27FC236}">
                            <a16:creationId xmlns:a16="http://schemas.microsoft.com/office/drawing/2014/main" id="{E4DAFE96-5459-6D05-BD2A-596ED8C5E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7" name="Google Shape;5899;p47">
                        <a:extLst>
                          <a:ext uri="{FF2B5EF4-FFF2-40B4-BE49-F238E27FC236}">
                            <a16:creationId xmlns:a16="http://schemas.microsoft.com/office/drawing/2014/main" id="{4D166E86-5C5C-BA29-EFDA-49D646EE18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8" name="Google Shape;5900;p47">
                        <a:extLst>
                          <a:ext uri="{FF2B5EF4-FFF2-40B4-BE49-F238E27FC236}">
                            <a16:creationId xmlns:a16="http://schemas.microsoft.com/office/drawing/2014/main" id="{BD626496-E082-7C22-5D0A-4605C19073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9" name="Google Shape;5901;p47">
                        <a:extLst>
                          <a:ext uri="{FF2B5EF4-FFF2-40B4-BE49-F238E27FC236}">
                            <a16:creationId xmlns:a16="http://schemas.microsoft.com/office/drawing/2014/main" id="{6F53EA17-F09B-C62E-A3A1-13D699CEA6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0" name="Google Shape;5902;p47">
                        <a:extLst>
                          <a:ext uri="{FF2B5EF4-FFF2-40B4-BE49-F238E27FC236}">
                            <a16:creationId xmlns:a16="http://schemas.microsoft.com/office/drawing/2014/main" id="{196345D5-0CCA-BEEB-6FDF-FFEC66F580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1" name="Google Shape;5903;p47">
                        <a:extLst>
                          <a:ext uri="{FF2B5EF4-FFF2-40B4-BE49-F238E27FC236}">
                            <a16:creationId xmlns:a16="http://schemas.microsoft.com/office/drawing/2014/main" id="{1BBFC714-6C61-FC4E-836B-8CC9311C2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2" name="Google Shape;5904;p47">
                        <a:extLst>
                          <a:ext uri="{FF2B5EF4-FFF2-40B4-BE49-F238E27FC236}">
                            <a16:creationId xmlns:a16="http://schemas.microsoft.com/office/drawing/2014/main" id="{84FC0060-699A-D3BA-5F2B-3D77A4B0D4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3" name="Google Shape;5905;p47">
                        <a:extLst>
                          <a:ext uri="{FF2B5EF4-FFF2-40B4-BE49-F238E27FC236}">
                            <a16:creationId xmlns:a16="http://schemas.microsoft.com/office/drawing/2014/main" id="{DE4E9B9D-7F2D-1858-B043-4C336C265D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74" name="Google Shape;5906;p47">
                        <a:extLst>
                          <a:ext uri="{FF2B5EF4-FFF2-40B4-BE49-F238E27FC236}">
                            <a16:creationId xmlns:a16="http://schemas.microsoft.com/office/drawing/2014/main" id="{285E838B-28D4-D538-D0FF-0A41BB9F5B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6" name="Google Shape;5907;p47">
                      <a:extLst>
                        <a:ext uri="{FF2B5EF4-FFF2-40B4-BE49-F238E27FC236}">
                          <a16:creationId xmlns:a16="http://schemas.microsoft.com/office/drawing/2014/main" id="{DBEBDC76-71BE-352B-A984-53492C94D4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57" name="Google Shape;5908;p47">
                        <a:extLst>
                          <a:ext uri="{FF2B5EF4-FFF2-40B4-BE49-F238E27FC236}">
                            <a16:creationId xmlns:a16="http://schemas.microsoft.com/office/drawing/2014/main" id="{D34CFF17-ED1D-8AA6-17D5-243EDAE7F0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8" name="Google Shape;5909;p47">
                        <a:extLst>
                          <a:ext uri="{FF2B5EF4-FFF2-40B4-BE49-F238E27FC236}">
                            <a16:creationId xmlns:a16="http://schemas.microsoft.com/office/drawing/2014/main" id="{AFA51C52-C9B7-568C-1616-523DA1700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9" name="Google Shape;5910;p47">
                        <a:extLst>
                          <a:ext uri="{FF2B5EF4-FFF2-40B4-BE49-F238E27FC236}">
                            <a16:creationId xmlns:a16="http://schemas.microsoft.com/office/drawing/2014/main" id="{5C067428-227E-D3C6-819D-9C6C0C038E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0" name="Google Shape;5911;p47">
                        <a:extLst>
                          <a:ext uri="{FF2B5EF4-FFF2-40B4-BE49-F238E27FC236}">
                            <a16:creationId xmlns:a16="http://schemas.microsoft.com/office/drawing/2014/main" id="{C1F0E2A3-4AF9-21CF-D9CE-E1185BAFC0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1" name="Google Shape;5912;p47">
                        <a:extLst>
                          <a:ext uri="{FF2B5EF4-FFF2-40B4-BE49-F238E27FC236}">
                            <a16:creationId xmlns:a16="http://schemas.microsoft.com/office/drawing/2014/main" id="{E351667A-8BD6-3197-FAB2-9DFA7C68CE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2" name="Google Shape;5913;p47">
                        <a:extLst>
                          <a:ext uri="{FF2B5EF4-FFF2-40B4-BE49-F238E27FC236}">
                            <a16:creationId xmlns:a16="http://schemas.microsoft.com/office/drawing/2014/main" id="{18248B4D-535D-3B64-3C66-46979799F2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3" name="Google Shape;5914;p47">
                        <a:extLst>
                          <a:ext uri="{FF2B5EF4-FFF2-40B4-BE49-F238E27FC236}">
                            <a16:creationId xmlns:a16="http://schemas.microsoft.com/office/drawing/2014/main" id="{9A5A73E7-439D-786A-4FC9-B92D5EA70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4" name="Google Shape;5915;p47">
                        <a:extLst>
                          <a:ext uri="{FF2B5EF4-FFF2-40B4-BE49-F238E27FC236}">
                            <a16:creationId xmlns:a16="http://schemas.microsoft.com/office/drawing/2014/main" id="{EA36A25E-755A-859E-6312-4F484FCDF5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65" name="Google Shape;5916;p47">
                        <a:extLst>
                          <a:ext uri="{FF2B5EF4-FFF2-40B4-BE49-F238E27FC236}">
                            <a16:creationId xmlns:a16="http://schemas.microsoft.com/office/drawing/2014/main" id="{5E4BC48D-4143-600C-453A-9C9224155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7" name="Google Shape;5917;p47">
                      <a:extLst>
                        <a:ext uri="{FF2B5EF4-FFF2-40B4-BE49-F238E27FC236}">
                          <a16:creationId xmlns:a16="http://schemas.microsoft.com/office/drawing/2014/main" id="{9FCDD1A1-7BC0-1F82-85F1-49EB67A4C4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48" name="Google Shape;5918;p47">
                        <a:extLst>
                          <a:ext uri="{FF2B5EF4-FFF2-40B4-BE49-F238E27FC236}">
                            <a16:creationId xmlns:a16="http://schemas.microsoft.com/office/drawing/2014/main" id="{A9D91C83-2EDF-6D98-8F44-5B19A983A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9" name="Google Shape;5919;p47">
                        <a:extLst>
                          <a:ext uri="{FF2B5EF4-FFF2-40B4-BE49-F238E27FC236}">
                            <a16:creationId xmlns:a16="http://schemas.microsoft.com/office/drawing/2014/main" id="{601F43D0-822C-33AA-B243-0CE3A45A89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0" name="Google Shape;5920;p47">
                        <a:extLst>
                          <a:ext uri="{FF2B5EF4-FFF2-40B4-BE49-F238E27FC236}">
                            <a16:creationId xmlns:a16="http://schemas.microsoft.com/office/drawing/2014/main" id="{2DB68444-6F27-6F3F-0581-259D0AEF77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1" name="Google Shape;5921;p47">
                        <a:extLst>
                          <a:ext uri="{FF2B5EF4-FFF2-40B4-BE49-F238E27FC236}">
                            <a16:creationId xmlns:a16="http://schemas.microsoft.com/office/drawing/2014/main" id="{0582F8A5-7E26-3D71-FECC-1EC923AF34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2" name="Google Shape;5922;p47">
                        <a:extLst>
                          <a:ext uri="{FF2B5EF4-FFF2-40B4-BE49-F238E27FC236}">
                            <a16:creationId xmlns:a16="http://schemas.microsoft.com/office/drawing/2014/main" id="{3E9092EB-2389-3710-650C-E9F56963CB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3" name="Google Shape;5923;p47">
                        <a:extLst>
                          <a:ext uri="{FF2B5EF4-FFF2-40B4-BE49-F238E27FC236}">
                            <a16:creationId xmlns:a16="http://schemas.microsoft.com/office/drawing/2014/main" id="{C7C79A61-7D65-55A5-7FBD-0B9A321F00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4" name="Google Shape;5924;p47">
                        <a:extLst>
                          <a:ext uri="{FF2B5EF4-FFF2-40B4-BE49-F238E27FC236}">
                            <a16:creationId xmlns:a16="http://schemas.microsoft.com/office/drawing/2014/main" id="{AE4320B6-2D6E-E815-6E71-41F2173FB5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5" name="Google Shape;5925;p47">
                        <a:extLst>
                          <a:ext uri="{FF2B5EF4-FFF2-40B4-BE49-F238E27FC236}">
                            <a16:creationId xmlns:a16="http://schemas.microsoft.com/office/drawing/2014/main" id="{36C4E22C-6624-5E72-05EB-D54BE779D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56" name="Google Shape;5926;p47">
                        <a:extLst>
                          <a:ext uri="{FF2B5EF4-FFF2-40B4-BE49-F238E27FC236}">
                            <a16:creationId xmlns:a16="http://schemas.microsoft.com/office/drawing/2014/main" id="{05EC9B56-0CFE-9CAC-4393-A8AF7B8C39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8" name="Google Shape;5927;p47">
                      <a:extLst>
                        <a:ext uri="{FF2B5EF4-FFF2-40B4-BE49-F238E27FC236}">
                          <a16:creationId xmlns:a16="http://schemas.microsoft.com/office/drawing/2014/main" id="{F0E3DC6F-B186-EDFC-CD30-D6A0CAFC12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9" name="Google Shape;5928;p47">
                        <a:extLst>
                          <a:ext uri="{FF2B5EF4-FFF2-40B4-BE49-F238E27FC236}">
                            <a16:creationId xmlns:a16="http://schemas.microsoft.com/office/drawing/2014/main" id="{E7D8B06B-A2DC-E38C-AD72-50F908C4D6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0" name="Google Shape;5929;p47">
                        <a:extLst>
                          <a:ext uri="{FF2B5EF4-FFF2-40B4-BE49-F238E27FC236}">
                            <a16:creationId xmlns:a16="http://schemas.microsoft.com/office/drawing/2014/main" id="{7CD2EFBA-02C5-D88F-C246-20BE1A761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1" name="Google Shape;5930;p47">
                        <a:extLst>
                          <a:ext uri="{FF2B5EF4-FFF2-40B4-BE49-F238E27FC236}">
                            <a16:creationId xmlns:a16="http://schemas.microsoft.com/office/drawing/2014/main" id="{D2A886D8-7F2F-9059-A29C-0C4D7EA111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2" name="Google Shape;5931;p47">
                        <a:extLst>
                          <a:ext uri="{FF2B5EF4-FFF2-40B4-BE49-F238E27FC236}">
                            <a16:creationId xmlns:a16="http://schemas.microsoft.com/office/drawing/2014/main" id="{BA75FDB4-444C-CA67-2516-26214681E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3" name="Google Shape;5932;p47">
                        <a:extLst>
                          <a:ext uri="{FF2B5EF4-FFF2-40B4-BE49-F238E27FC236}">
                            <a16:creationId xmlns:a16="http://schemas.microsoft.com/office/drawing/2014/main" id="{72E157BE-9FAF-5EC8-06F8-190FB9C1A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4" name="Google Shape;5933;p47">
                        <a:extLst>
                          <a:ext uri="{FF2B5EF4-FFF2-40B4-BE49-F238E27FC236}">
                            <a16:creationId xmlns:a16="http://schemas.microsoft.com/office/drawing/2014/main" id="{3C984959-0B4E-EF25-9B58-AE9310051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5" name="Google Shape;5934;p47">
                        <a:extLst>
                          <a:ext uri="{FF2B5EF4-FFF2-40B4-BE49-F238E27FC236}">
                            <a16:creationId xmlns:a16="http://schemas.microsoft.com/office/drawing/2014/main" id="{3EB4DC9B-5B1A-7CFA-3C9E-27A1F9F07D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6" name="Google Shape;5935;p47">
                        <a:extLst>
                          <a:ext uri="{FF2B5EF4-FFF2-40B4-BE49-F238E27FC236}">
                            <a16:creationId xmlns:a16="http://schemas.microsoft.com/office/drawing/2014/main" id="{7E89CF25-8853-5015-99EF-0A75F87B1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47" name="Google Shape;5936;p47">
                        <a:extLst>
                          <a:ext uri="{FF2B5EF4-FFF2-40B4-BE49-F238E27FC236}">
                            <a16:creationId xmlns:a16="http://schemas.microsoft.com/office/drawing/2014/main" id="{E9EA3FD8-18F1-8006-D9F8-E4A1E3B16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39" name="Google Shape;5937;p47">
                      <a:extLst>
                        <a:ext uri="{FF2B5EF4-FFF2-40B4-BE49-F238E27FC236}">
                          <a16:creationId xmlns:a16="http://schemas.microsoft.com/office/drawing/2014/main" id="{9C86C891-8F03-8620-D0D6-6D78CCD9A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30" name="Google Shape;5938;p47">
                        <a:extLst>
                          <a:ext uri="{FF2B5EF4-FFF2-40B4-BE49-F238E27FC236}">
                            <a16:creationId xmlns:a16="http://schemas.microsoft.com/office/drawing/2014/main" id="{2260BD21-61B2-E30E-4657-B69B7F921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1" name="Google Shape;5939;p47">
                        <a:extLst>
                          <a:ext uri="{FF2B5EF4-FFF2-40B4-BE49-F238E27FC236}">
                            <a16:creationId xmlns:a16="http://schemas.microsoft.com/office/drawing/2014/main" id="{B65F2BC1-529A-2A53-EDDB-1A3008BDB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2" name="Google Shape;5940;p47">
                        <a:extLst>
                          <a:ext uri="{FF2B5EF4-FFF2-40B4-BE49-F238E27FC236}">
                            <a16:creationId xmlns:a16="http://schemas.microsoft.com/office/drawing/2014/main" id="{B5972752-4292-8CA0-7E1D-94A410FA21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3" name="Google Shape;5941;p47">
                        <a:extLst>
                          <a:ext uri="{FF2B5EF4-FFF2-40B4-BE49-F238E27FC236}">
                            <a16:creationId xmlns:a16="http://schemas.microsoft.com/office/drawing/2014/main" id="{6B095C77-B28F-5710-F03A-F358CB3D75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4" name="Google Shape;5942;p47">
                        <a:extLst>
                          <a:ext uri="{FF2B5EF4-FFF2-40B4-BE49-F238E27FC236}">
                            <a16:creationId xmlns:a16="http://schemas.microsoft.com/office/drawing/2014/main" id="{4974988A-3C25-B4A1-C5E3-122EFC8D85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5" name="Google Shape;5943;p47">
                        <a:extLst>
                          <a:ext uri="{FF2B5EF4-FFF2-40B4-BE49-F238E27FC236}">
                            <a16:creationId xmlns:a16="http://schemas.microsoft.com/office/drawing/2014/main" id="{441FFFAD-ECCB-3109-4A40-84EFDC736A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6" name="Google Shape;5944;p47">
                        <a:extLst>
                          <a:ext uri="{FF2B5EF4-FFF2-40B4-BE49-F238E27FC236}">
                            <a16:creationId xmlns:a16="http://schemas.microsoft.com/office/drawing/2014/main" id="{EADF984D-4893-6607-F676-6FD7178A93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7" name="Google Shape;5945;p47">
                        <a:extLst>
                          <a:ext uri="{FF2B5EF4-FFF2-40B4-BE49-F238E27FC236}">
                            <a16:creationId xmlns:a16="http://schemas.microsoft.com/office/drawing/2014/main" id="{73C2B8C8-0B42-115D-706F-B7D6610695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38" name="Google Shape;5946;p47">
                        <a:extLst>
                          <a:ext uri="{FF2B5EF4-FFF2-40B4-BE49-F238E27FC236}">
                            <a16:creationId xmlns:a16="http://schemas.microsoft.com/office/drawing/2014/main" id="{0D7AB295-D1F5-B7F6-7216-8CF775C4E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0" name="Google Shape;5947;p47">
                      <a:extLst>
                        <a:ext uri="{FF2B5EF4-FFF2-40B4-BE49-F238E27FC236}">
                          <a16:creationId xmlns:a16="http://schemas.microsoft.com/office/drawing/2014/main" id="{B191AB9A-F2F7-A717-6901-1DCD24AADD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21" name="Google Shape;5948;p47">
                        <a:extLst>
                          <a:ext uri="{FF2B5EF4-FFF2-40B4-BE49-F238E27FC236}">
                            <a16:creationId xmlns:a16="http://schemas.microsoft.com/office/drawing/2014/main" id="{A371CB75-4B91-B25B-9F4D-25DE214059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2" name="Google Shape;5949;p47">
                        <a:extLst>
                          <a:ext uri="{FF2B5EF4-FFF2-40B4-BE49-F238E27FC236}">
                            <a16:creationId xmlns:a16="http://schemas.microsoft.com/office/drawing/2014/main" id="{3878C62E-0BAD-9CBD-4EF1-3CA7FA76FF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3" name="Google Shape;5950;p47">
                        <a:extLst>
                          <a:ext uri="{FF2B5EF4-FFF2-40B4-BE49-F238E27FC236}">
                            <a16:creationId xmlns:a16="http://schemas.microsoft.com/office/drawing/2014/main" id="{2304874F-C6BB-D64D-1F8D-7ECCDB5287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4" name="Google Shape;5951;p47">
                        <a:extLst>
                          <a:ext uri="{FF2B5EF4-FFF2-40B4-BE49-F238E27FC236}">
                            <a16:creationId xmlns:a16="http://schemas.microsoft.com/office/drawing/2014/main" id="{0151911F-C3EB-BCF7-507B-C4576BE70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5" name="Google Shape;5952;p47">
                        <a:extLst>
                          <a:ext uri="{FF2B5EF4-FFF2-40B4-BE49-F238E27FC236}">
                            <a16:creationId xmlns:a16="http://schemas.microsoft.com/office/drawing/2014/main" id="{829D3F12-8594-CB90-999F-F470E8E84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6" name="Google Shape;5953;p47">
                        <a:extLst>
                          <a:ext uri="{FF2B5EF4-FFF2-40B4-BE49-F238E27FC236}">
                            <a16:creationId xmlns:a16="http://schemas.microsoft.com/office/drawing/2014/main" id="{526DEE05-44F7-B397-E2C9-F1B069B042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7" name="Google Shape;5954;p47">
                        <a:extLst>
                          <a:ext uri="{FF2B5EF4-FFF2-40B4-BE49-F238E27FC236}">
                            <a16:creationId xmlns:a16="http://schemas.microsoft.com/office/drawing/2014/main" id="{68EF8700-F730-0EC4-91EF-7FD98123B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8" name="Google Shape;5955;p47">
                        <a:extLst>
                          <a:ext uri="{FF2B5EF4-FFF2-40B4-BE49-F238E27FC236}">
                            <a16:creationId xmlns:a16="http://schemas.microsoft.com/office/drawing/2014/main" id="{C8B2292D-D9C6-FC55-467C-8BEC7E2645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9" name="Google Shape;5956;p47">
                        <a:extLst>
                          <a:ext uri="{FF2B5EF4-FFF2-40B4-BE49-F238E27FC236}">
                            <a16:creationId xmlns:a16="http://schemas.microsoft.com/office/drawing/2014/main" id="{0BF9EF64-DBA5-0AB2-69F1-A7339CA2EC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1" name="Google Shape;5957;p47">
                      <a:extLst>
                        <a:ext uri="{FF2B5EF4-FFF2-40B4-BE49-F238E27FC236}">
                          <a16:creationId xmlns:a16="http://schemas.microsoft.com/office/drawing/2014/main" id="{D7A5EEF6-AE0D-AFCA-445E-B256F81E04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12" name="Google Shape;5958;p47">
                        <a:extLst>
                          <a:ext uri="{FF2B5EF4-FFF2-40B4-BE49-F238E27FC236}">
                            <a16:creationId xmlns:a16="http://schemas.microsoft.com/office/drawing/2014/main" id="{3EF3704D-55F6-8678-5C79-A1EF8AA365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3" name="Google Shape;5959;p47">
                        <a:extLst>
                          <a:ext uri="{FF2B5EF4-FFF2-40B4-BE49-F238E27FC236}">
                            <a16:creationId xmlns:a16="http://schemas.microsoft.com/office/drawing/2014/main" id="{99B00FAE-F81B-FB23-8353-AEB7ABE9A7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4" name="Google Shape;5960;p47">
                        <a:extLst>
                          <a:ext uri="{FF2B5EF4-FFF2-40B4-BE49-F238E27FC236}">
                            <a16:creationId xmlns:a16="http://schemas.microsoft.com/office/drawing/2014/main" id="{4A7325DF-8739-8FF5-0756-7056BC3182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5" name="Google Shape;5961;p47">
                        <a:extLst>
                          <a:ext uri="{FF2B5EF4-FFF2-40B4-BE49-F238E27FC236}">
                            <a16:creationId xmlns:a16="http://schemas.microsoft.com/office/drawing/2014/main" id="{2BCDCD30-D2FD-C9C5-2B13-DB6F6DD40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6" name="Google Shape;5962;p47">
                        <a:extLst>
                          <a:ext uri="{FF2B5EF4-FFF2-40B4-BE49-F238E27FC236}">
                            <a16:creationId xmlns:a16="http://schemas.microsoft.com/office/drawing/2014/main" id="{5564448C-E822-76B1-8EE2-8E5850FD5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7" name="Google Shape;5963;p47">
                        <a:extLst>
                          <a:ext uri="{FF2B5EF4-FFF2-40B4-BE49-F238E27FC236}">
                            <a16:creationId xmlns:a16="http://schemas.microsoft.com/office/drawing/2014/main" id="{CCCA2450-4C3B-557F-7A4E-4C288DCAE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8" name="Google Shape;5964;p47">
                        <a:extLst>
                          <a:ext uri="{FF2B5EF4-FFF2-40B4-BE49-F238E27FC236}">
                            <a16:creationId xmlns:a16="http://schemas.microsoft.com/office/drawing/2014/main" id="{B951C14D-CAC7-85EE-EE57-A96E72D64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9" name="Google Shape;5965;p47">
                        <a:extLst>
                          <a:ext uri="{FF2B5EF4-FFF2-40B4-BE49-F238E27FC236}">
                            <a16:creationId xmlns:a16="http://schemas.microsoft.com/office/drawing/2014/main" id="{05BC4368-6373-73B9-6E0E-E396F9974C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20" name="Google Shape;5966;p47">
                        <a:extLst>
                          <a:ext uri="{FF2B5EF4-FFF2-40B4-BE49-F238E27FC236}">
                            <a16:creationId xmlns:a16="http://schemas.microsoft.com/office/drawing/2014/main" id="{07BD6C58-7710-D306-CF99-905931B8C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2" name="Google Shape;5967;p47">
                      <a:extLst>
                        <a:ext uri="{FF2B5EF4-FFF2-40B4-BE49-F238E27FC236}">
                          <a16:creationId xmlns:a16="http://schemas.microsoft.com/office/drawing/2014/main" id="{6B283F54-A1F4-F710-F724-DC126B7FE9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403" name="Google Shape;5968;p47">
                        <a:extLst>
                          <a:ext uri="{FF2B5EF4-FFF2-40B4-BE49-F238E27FC236}">
                            <a16:creationId xmlns:a16="http://schemas.microsoft.com/office/drawing/2014/main" id="{ABC8E999-0D00-774C-D95F-5E18800898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4" name="Google Shape;5969;p47">
                        <a:extLst>
                          <a:ext uri="{FF2B5EF4-FFF2-40B4-BE49-F238E27FC236}">
                            <a16:creationId xmlns:a16="http://schemas.microsoft.com/office/drawing/2014/main" id="{3C303557-6909-BD9D-E9DB-C37A4BD5F1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5" name="Google Shape;5970;p47">
                        <a:extLst>
                          <a:ext uri="{FF2B5EF4-FFF2-40B4-BE49-F238E27FC236}">
                            <a16:creationId xmlns:a16="http://schemas.microsoft.com/office/drawing/2014/main" id="{8CB07D3D-D6B9-8301-744F-78F0D6EE5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6" name="Google Shape;5971;p47">
                        <a:extLst>
                          <a:ext uri="{FF2B5EF4-FFF2-40B4-BE49-F238E27FC236}">
                            <a16:creationId xmlns:a16="http://schemas.microsoft.com/office/drawing/2014/main" id="{925A463D-49B3-9ABC-C2AB-14690C1788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7" name="Google Shape;5972;p47">
                        <a:extLst>
                          <a:ext uri="{FF2B5EF4-FFF2-40B4-BE49-F238E27FC236}">
                            <a16:creationId xmlns:a16="http://schemas.microsoft.com/office/drawing/2014/main" id="{A568C4DC-834A-F40A-3D4C-819E1112A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8" name="Google Shape;5973;p47">
                        <a:extLst>
                          <a:ext uri="{FF2B5EF4-FFF2-40B4-BE49-F238E27FC236}">
                            <a16:creationId xmlns:a16="http://schemas.microsoft.com/office/drawing/2014/main" id="{524BECFA-3860-A483-337A-D3F97F50B1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9" name="Google Shape;5974;p47">
                        <a:extLst>
                          <a:ext uri="{FF2B5EF4-FFF2-40B4-BE49-F238E27FC236}">
                            <a16:creationId xmlns:a16="http://schemas.microsoft.com/office/drawing/2014/main" id="{47FE965C-FD0C-3AB8-3BF9-EBCF36F695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0" name="Google Shape;5975;p47">
                        <a:extLst>
                          <a:ext uri="{FF2B5EF4-FFF2-40B4-BE49-F238E27FC236}">
                            <a16:creationId xmlns:a16="http://schemas.microsoft.com/office/drawing/2014/main" id="{D73BDAF1-B7E1-2ADE-E7A7-D72AAC00C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11" name="Google Shape;5976;p47">
                        <a:extLst>
                          <a:ext uri="{FF2B5EF4-FFF2-40B4-BE49-F238E27FC236}">
                            <a16:creationId xmlns:a16="http://schemas.microsoft.com/office/drawing/2014/main" id="{5E798CC4-A0E0-6BC0-F449-F5294E25BC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3" name="Google Shape;5977;p47">
                      <a:extLst>
                        <a:ext uri="{FF2B5EF4-FFF2-40B4-BE49-F238E27FC236}">
                          <a16:creationId xmlns:a16="http://schemas.microsoft.com/office/drawing/2014/main" id="{E333ADEC-2765-C2A4-63CC-4401EB1335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94" name="Google Shape;5978;p47">
                        <a:extLst>
                          <a:ext uri="{FF2B5EF4-FFF2-40B4-BE49-F238E27FC236}">
                            <a16:creationId xmlns:a16="http://schemas.microsoft.com/office/drawing/2014/main" id="{AFB30223-DDC0-222C-93E2-854143417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5" name="Google Shape;5979;p47">
                        <a:extLst>
                          <a:ext uri="{FF2B5EF4-FFF2-40B4-BE49-F238E27FC236}">
                            <a16:creationId xmlns:a16="http://schemas.microsoft.com/office/drawing/2014/main" id="{6EB9CF27-2A35-FBD6-6067-82097E4EC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6" name="Google Shape;5980;p47">
                        <a:extLst>
                          <a:ext uri="{FF2B5EF4-FFF2-40B4-BE49-F238E27FC236}">
                            <a16:creationId xmlns:a16="http://schemas.microsoft.com/office/drawing/2014/main" id="{AD357AEC-0C7E-D403-CECA-6EFF0DECAC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7" name="Google Shape;5981;p47">
                        <a:extLst>
                          <a:ext uri="{FF2B5EF4-FFF2-40B4-BE49-F238E27FC236}">
                            <a16:creationId xmlns:a16="http://schemas.microsoft.com/office/drawing/2014/main" id="{9002A9E7-91ED-C2BC-922A-4AAD63F5D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8" name="Google Shape;5982;p47">
                        <a:extLst>
                          <a:ext uri="{FF2B5EF4-FFF2-40B4-BE49-F238E27FC236}">
                            <a16:creationId xmlns:a16="http://schemas.microsoft.com/office/drawing/2014/main" id="{3F0B42E5-B827-84BB-352F-3DA93F6B7C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9" name="Google Shape;5983;p47">
                        <a:extLst>
                          <a:ext uri="{FF2B5EF4-FFF2-40B4-BE49-F238E27FC236}">
                            <a16:creationId xmlns:a16="http://schemas.microsoft.com/office/drawing/2014/main" id="{D8647522-3DAD-3B0F-65DC-CBD4534C0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0" name="Google Shape;5984;p47">
                        <a:extLst>
                          <a:ext uri="{FF2B5EF4-FFF2-40B4-BE49-F238E27FC236}">
                            <a16:creationId xmlns:a16="http://schemas.microsoft.com/office/drawing/2014/main" id="{157D57BE-3D12-0A2A-EC8D-C3E01528D8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1" name="Google Shape;5985;p47">
                        <a:extLst>
                          <a:ext uri="{FF2B5EF4-FFF2-40B4-BE49-F238E27FC236}">
                            <a16:creationId xmlns:a16="http://schemas.microsoft.com/office/drawing/2014/main" id="{0DF842BB-E674-71E4-2841-A81BC8301F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402" name="Google Shape;5986;p47">
                        <a:extLst>
                          <a:ext uri="{FF2B5EF4-FFF2-40B4-BE49-F238E27FC236}">
                            <a16:creationId xmlns:a16="http://schemas.microsoft.com/office/drawing/2014/main" id="{20489802-B11A-7EC6-0389-8D1CD9B53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4" name="Google Shape;5987;p47">
                      <a:extLst>
                        <a:ext uri="{FF2B5EF4-FFF2-40B4-BE49-F238E27FC236}">
                          <a16:creationId xmlns:a16="http://schemas.microsoft.com/office/drawing/2014/main" id="{C66FE4EF-54E6-2D6F-96DA-7270C9208A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85" name="Google Shape;5988;p47">
                        <a:extLst>
                          <a:ext uri="{FF2B5EF4-FFF2-40B4-BE49-F238E27FC236}">
                            <a16:creationId xmlns:a16="http://schemas.microsoft.com/office/drawing/2014/main" id="{421B20D9-47E7-A738-4637-CA6D62DA97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6" name="Google Shape;5989;p47">
                        <a:extLst>
                          <a:ext uri="{FF2B5EF4-FFF2-40B4-BE49-F238E27FC236}">
                            <a16:creationId xmlns:a16="http://schemas.microsoft.com/office/drawing/2014/main" id="{341839D1-F9FC-4858-88EC-1BC1B94F73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7" name="Google Shape;5990;p47">
                        <a:extLst>
                          <a:ext uri="{FF2B5EF4-FFF2-40B4-BE49-F238E27FC236}">
                            <a16:creationId xmlns:a16="http://schemas.microsoft.com/office/drawing/2014/main" id="{150A5761-4F33-415C-EB92-E50A7779D5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8" name="Google Shape;5991;p47">
                        <a:extLst>
                          <a:ext uri="{FF2B5EF4-FFF2-40B4-BE49-F238E27FC236}">
                            <a16:creationId xmlns:a16="http://schemas.microsoft.com/office/drawing/2014/main" id="{15B02DF5-6F5E-A175-9A44-77DDB4E52A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9" name="Google Shape;5992;p47">
                        <a:extLst>
                          <a:ext uri="{FF2B5EF4-FFF2-40B4-BE49-F238E27FC236}">
                            <a16:creationId xmlns:a16="http://schemas.microsoft.com/office/drawing/2014/main" id="{E3A6D167-9832-CEAD-E1EB-26C97E44F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0" name="Google Shape;5993;p47">
                        <a:extLst>
                          <a:ext uri="{FF2B5EF4-FFF2-40B4-BE49-F238E27FC236}">
                            <a16:creationId xmlns:a16="http://schemas.microsoft.com/office/drawing/2014/main" id="{D17B42DE-F985-7F9C-6F8C-57CF9D16A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1" name="Google Shape;5994;p47">
                        <a:extLst>
                          <a:ext uri="{FF2B5EF4-FFF2-40B4-BE49-F238E27FC236}">
                            <a16:creationId xmlns:a16="http://schemas.microsoft.com/office/drawing/2014/main" id="{F0FB1C17-A0AB-3322-A25D-6040B53FD7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2" name="Google Shape;5995;p47">
                        <a:extLst>
                          <a:ext uri="{FF2B5EF4-FFF2-40B4-BE49-F238E27FC236}">
                            <a16:creationId xmlns:a16="http://schemas.microsoft.com/office/drawing/2014/main" id="{77469DC2-F91E-9B44-3754-040B6CAB5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93" name="Google Shape;5996;p47">
                        <a:extLst>
                          <a:ext uri="{FF2B5EF4-FFF2-40B4-BE49-F238E27FC236}">
                            <a16:creationId xmlns:a16="http://schemas.microsoft.com/office/drawing/2014/main" id="{1C30B6AE-ABF1-6835-EBE6-68FE91A4B0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5" name="Google Shape;5997;p47">
                      <a:extLst>
                        <a:ext uri="{FF2B5EF4-FFF2-40B4-BE49-F238E27FC236}">
                          <a16:creationId xmlns:a16="http://schemas.microsoft.com/office/drawing/2014/main" id="{72CCF47C-DD6A-6887-89C1-A017F02F1B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76" name="Google Shape;5998;p47">
                        <a:extLst>
                          <a:ext uri="{FF2B5EF4-FFF2-40B4-BE49-F238E27FC236}">
                            <a16:creationId xmlns:a16="http://schemas.microsoft.com/office/drawing/2014/main" id="{E8D4ECA8-25DD-DC63-67B6-2167DEF02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7" name="Google Shape;5999;p47">
                        <a:extLst>
                          <a:ext uri="{FF2B5EF4-FFF2-40B4-BE49-F238E27FC236}">
                            <a16:creationId xmlns:a16="http://schemas.microsoft.com/office/drawing/2014/main" id="{FE19C13E-ED4D-AB4C-7DF0-17247397B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8" name="Google Shape;6000;p47">
                        <a:extLst>
                          <a:ext uri="{FF2B5EF4-FFF2-40B4-BE49-F238E27FC236}">
                            <a16:creationId xmlns:a16="http://schemas.microsoft.com/office/drawing/2014/main" id="{DC7A4F38-06FE-ECCB-1042-3A56A0FA6A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9" name="Google Shape;6001;p47">
                        <a:extLst>
                          <a:ext uri="{FF2B5EF4-FFF2-40B4-BE49-F238E27FC236}">
                            <a16:creationId xmlns:a16="http://schemas.microsoft.com/office/drawing/2014/main" id="{83A68F36-4161-C28B-C5EF-527529D63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0" name="Google Shape;6002;p47">
                        <a:extLst>
                          <a:ext uri="{FF2B5EF4-FFF2-40B4-BE49-F238E27FC236}">
                            <a16:creationId xmlns:a16="http://schemas.microsoft.com/office/drawing/2014/main" id="{34A4379E-EA61-FE1F-3476-614560E68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1" name="Google Shape;6003;p47">
                        <a:extLst>
                          <a:ext uri="{FF2B5EF4-FFF2-40B4-BE49-F238E27FC236}">
                            <a16:creationId xmlns:a16="http://schemas.microsoft.com/office/drawing/2014/main" id="{4527EA18-EBCE-AB1A-AAE9-9F2562C53A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2" name="Google Shape;6004;p47">
                        <a:extLst>
                          <a:ext uri="{FF2B5EF4-FFF2-40B4-BE49-F238E27FC236}">
                            <a16:creationId xmlns:a16="http://schemas.microsoft.com/office/drawing/2014/main" id="{1C2517E1-BF96-AD97-26A7-49F1C0C1F0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3" name="Google Shape;6005;p47">
                        <a:extLst>
                          <a:ext uri="{FF2B5EF4-FFF2-40B4-BE49-F238E27FC236}">
                            <a16:creationId xmlns:a16="http://schemas.microsoft.com/office/drawing/2014/main" id="{EAD16EAE-64FD-828A-C379-B4D2024156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84" name="Google Shape;6006;p47">
                        <a:extLst>
                          <a:ext uri="{FF2B5EF4-FFF2-40B4-BE49-F238E27FC236}">
                            <a16:creationId xmlns:a16="http://schemas.microsoft.com/office/drawing/2014/main" id="{E3A4AF6D-ADA3-E954-C342-02EAD54EB3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6" name="Google Shape;6007;p47">
                      <a:extLst>
                        <a:ext uri="{FF2B5EF4-FFF2-40B4-BE49-F238E27FC236}">
                          <a16:creationId xmlns:a16="http://schemas.microsoft.com/office/drawing/2014/main" id="{4425B7FE-57FA-DD02-1277-173AA9C462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67" name="Google Shape;6008;p47">
                        <a:extLst>
                          <a:ext uri="{FF2B5EF4-FFF2-40B4-BE49-F238E27FC236}">
                            <a16:creationId xmlns:a16="http://schemas.microsoft.com/office/drawing/2014/main" id="{62FF712E-6EA0-090F-B9A2-833C98FA56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8" name="Google Shape;6009;p47">
                        <a:extLst>
                          <a:ext uri="{FF2B5EF4-FFF2-40B4-BE49-F238E27FC236}">
                            <a16:creationId xmlns:a16="http://schemas.microsoft.com/office/drawing/2014/main" id="{D82C1DC9-CADD-E454-064D-629D855D2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9" name="Google Shape;6010;p47">
                        <a:extLst>
                          <a:ext uri="{FF2B5EF4-FFF2-40B4-BE49-F238E27FC236}">
                            <a16:creationId xmlns:a16="http://schemas.microsoft.com/office/drawing/2014/main" id="{23FF82B4-7586-643A-2E5E-B7C9387772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0" name="Google Shape;6011;p47">
                        <a:extLst>
                          <a:ext uri="{FF2B5EF4-FFF2-40B4-BE49-F238E27FC236}">
                            <a16:creationId xmlns:a16="http://schemas.microsoft.com/office/drawing/2014/main" id="{05EAACE1-63ED-78FB-F6B9-B6BE2AC15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1" name="Google Shape;6012;p47">
                        <a:extLst>
                          <a:ext uri="{FF2B5EF4-FFF2-40B4-BE49-F238E27FC236}">
                            <a16:creationId xmlns:a16="http://schemas.microsoft.com/office/drawing/2014/main" id="{67051FD4-82EF-38FD-CDA3-0C9F0044DB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2" name="Google Shape;6013;p47">
                        <a:extLst>
                          <a:ext uri="{FF2B5EF4-FFF2-40B4-BE49-F238E27FC236}">
                            <a16:creationId xmlns:a16="http://schemas.microsoft.com/office/drawing/2014/main" id="{6633CB20-0BDA-BBAB-6707-3ED78ED6E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3" name="Google Shape;6014;p47">
                        <a:extLst>
                          <a:ext uri="{FF2B5EF4-FFF2-40B4-BE49-F238E27FC236}">
                            <a16:creationId xmlns:a16="http://schemas.microsoft.com/office/drawing/2014/main" id="{9946DF54-35A0-241B-D512-84B2A984F5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4" name="Google Shape;6015;p47">
                        <a:extLst>
                          <a:ext uri="{FF2B5EF4-FFF2-40B4-BE49-F238E27FC236}">
                            <a16:creationId xmlns:a16="http://schemas.microsoft.com/office/drawing/2014/main" id="{BEB8EA13-71B2-D6DB-2100-8C17462A59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75" name="Google Shape;6016;p47">
                        <a:extLst>
                          <a:ext uri="{FF2B5EF4-FFF2-40B4-BE49-F238E27FC236}">
                            <a16:creationId xmlns:a16="http://schemas.microsoft.com/office/drawing/2014/main" id="{E75884CD-DA10-6ABF-B139-CB023B31D4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7" name="Google Shape;6017;p47">
                      <a:extLst>
                        <a:ext uri="{FF2B5EF4-FFF2-40B4-BE49-F238E27FC236}">
                          <a16:creationId xmlns:a16="http://schemas.microsoft.com/office/drawing/2014/main" id="{E0CDD2FB-073C-2759-BF2A-428BB0DE41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58" name="Google Shape;6018;p47">
                        <a:extLst>
                          <a:ext uri="{FF2B5EF4-FFF2-40B4-BE49-F238E27FC236}">
                            <a16:creationId xmlns:a16="http://schemas.microsoft.com/office/drawing/2014/main" id="{D39D94E2-1E67-046F-9D0E-86B7FCC4ED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9" name="Google Shape;6019;p47">
                        <a:extLst>
                          <a:ext uri="{FF2B5EF4-FFF2-40B4-BE49-F238E27FC236}">
                            <a16:creationId xmlns:a16="http://schemas.microsoft.com/office/drawing/2014/main" id="{4DCF5D86-FB90-868B-1A0B-802A2773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0" name="Google Shape;6020;p47">
                        <a:extLst>
                          <a:ext uri="{FF2B5EF4-FFF2-40B4-BE49-F238E27FC236}">
                            <a16:creationId xmlns:a16="http://schemas.microsoft.com/office/drawing/2014/main" id="{F1A7D0DE-EFC2-DA04-8420-785F5171E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1" name="Google Shape;6021;p47">
                        <a:extLst>
                          <a:ext uri="{FF2B5EF4-FFF2-40B4-BE49-F238E27FC236}">
                            <a16:creationId xmlns:a16="http://schemas.microsoft.com/office/drawing/2014/main" id="{9E10D965-BD2B-321D-2DED-5BD05CA9E4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2" name="Google Shape;6022;p47">
                        <a:extLst>
                          <a:ext uri="{FF2B5EF4-FFF2-40B4-BE49-F238E27FC236}">
                            <a16:creationId xmlns:a16="http://schemas.microsoft.com/office/drawing/2014/main" id="{D2EE68C4-863A-26D9-6DDF-0EC8DF1E45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3" name="Google Shape;6023;p47">
                        <a:extLst>
                          <a:ext uri="{FF2B5EF4-FFF2-40B4-BE49-F238E27FC236}">
                            <a16:creationId xmlns:a16="http://schemas.microsoft.com/office/drawing/2014/main" id="{104C6DDE-D38E-8C54-451D-5D60C266C8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4" name="Google Shape;6024;p47">
                        <a:extLst>
                          <a:ext uri="{FF2B5EF4-FFF2-40B4-BE49-F238E27FC236}">
                            <a16:creationId xmlns:a16="http://schemas.microsoft.com/office/drawing/2014/main" id="{0B752920-2146-9E68-6AD3-0D44B3E164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5" name="Google Shape;6025;p47">
                        <a:extLst>
                          <a:ext uri="{FF2B5EF4-FFF2-40B4-BE49-F238E27FC236}">
                            <a16:creationId xmlns:a16="http://schemas.microsoft.com/office/drawing/2014/main" id="{6107361E-F9AC-5A79-F3B5-702C0F5E7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66" name="Google Shape;6026;p47">
                        <a:extLst>
                          <a:ext uri="{FF2B5EF4-FFF2-40B4-BE49-F238E27FC236}">
                            <a16:creationId xmlns:a16="http://schemas.microsoft.com/office/drawing/2014/main" id="{631D02CD-1013-B374-4155-A41259EE87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1348" name="Google Shape;6027;p47">
                      <a:extLst>
                        <a:ext uri="{FF2B5EF4-FFF2-40B4-BE49-F238E27FC236}">
                          <a16:creationId xmlns:a16="http://schemas.microsoft.com/office/drawing/2014/main" id="{75754D72-CE43-884C-C7C1-FA0D14F04E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1349" name="Google Shape;6028;p47">
                        <a:extLst>
                          <a:ext uri="{FF2B5EF4-FFF2-40B4-BE49-F238E27FC236}">
                            <a16:creationId xmlns:a16="http://schemas.microsoft.com/office/drawing/2014/main" id="{9B1EEA2B-9BDB-ECE9-6AF4-C3A486CC1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0" name="Google Shape;6029;p47">
                        <a:extLst>
                          <a:ext uri="{FF2B5EF4-FFF2-40B4-BE49-F238E27FC236}">
                            <a16:creationId xmlns:a16="http://schemas.microsoft.com/office/drawing/2014/main" id="{54511B0A-F2E4-70F7-EB00-D911C461B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1" name="Google Shape;6030;p47">
                        <a:extLst>
                          <a:ext uri="{FF2B5EF4-FFF2-40B4-BE49-F238E27FC236}">
                            <a16:creationId xmlns:a16="http://schemas.microsoft.com/office/drawing/2014/main" id="{E02F9058-2A06-7A6A-9D56-A3A6FE425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2" name="Google Shape;6031;p47">
                        <a:extLst>
                          <a:ext uri="{FF2B5EF4-FFF2-40B4-BE49-F238E27FC236}">
                            <a16:creationId xmlns:a16="http://schemas.microsoft.com/office/drawing/2014/main" id="{6183CA13-3126-8A7A-707A-C20E01149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3" name="Google Shape;6032;p47">
                        <a:extLst>
                          <a:ext uri="{FF2B5EF4-FFF2-40B4-BE49-F238E27FC236}">
                            <a16:creationId xmlns:a16="http://schemas.microsoft.com/office/drawing/2014/main" id="{049270C9-2549-CF11-38AD-05529D72D3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CDCDCD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4" name="Google Shape;6033;p47">
                        <a:extLst>
                          <a:ext uri="{FF2B5EF4-FFF2-40B4-BE49-F238E27FC236}">
                            <a16:creationId xmlns:a16="http://schemas.microsoft.com/office/drawing/2014/main" id="{531A9B98-316F-83D1-7154-77036540E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5" name="Google Shape;6034;p47">
                        <a:extLst>
                          <a:ext uri="{FF2B5EF4-FFF2-40B4-BE49-F238E27FC236}">
                            <a16:creationId xmlns:a16="http://schemas.microsoft.com/office/drawing/2014/main" id="{1074D96E-6A89-C519-BAAC-BC0E5D88E0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6" name="Google Shape;6035;p47">
                        <a:extLst>
                          <a:ext uri="{FF2B5EF4-FFF2-40B4-BE49-F238E27FC236}">
                            <a16:creationId xmlns:a16="http://schemas.microsoft.com/office/drawing/2014/main" id="{F4F66606-38C0-6966-B1F3-FDD530DF38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1357" name="Google Shape;6036;p47">
                        <a:extLst>
                          <a:ext uri="{FF2B5EF4-FFF2-40B4-BE49-F238E27FC236}">
                            <a16:creationId xmlns:a16="http://schemas.microsoft.com/office/drawing/2014/main" id="{B7ECBD4D-E997-0167-FD75-B9271A91A7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rgbClr val="282A2E">
                            <a:alpha val="50000"/>
                          </a:srgb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</p:grpSp>
          </p:grp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45076" y="323759"/>
            <a:ext cx="5679900" cy="572700"/>
          </a:xfrm>
        </p:spPr>
        <p:txBody>
          <a:bodyPr/>
          <a:lstStyle/>
          <a:p>
            <a:r>
              <a:rPr lang="en-US" dirty="0" smtClean="0"/>
              <a:t>7.BISECTION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" y="947157"/>
            <a:ext cx="5497386" cy="388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97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071F1C0E-15B6-0B48-7FB6-D50E09C52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>
            <a:extLst>
              <a:ext uri="{FF2B5EF4-FFF2-40B4-BE49-F238E27FC236}">
                <a16:creationId xmlns:a16="http://schemas.microsoft.com/office/drawing/2014/main" id="{8AF20112-65C0-49A9-3A47-7385FE84CDA9}"/>
              </a:ext>
            </a:extLst>
          </p:cNvPr>
          <p:cNvSpPr/>
          <p:nvPr/>
        </p:nvSpPr>
        <p:spPr>
          <a:xfrm>
            <a:off x="142350" y="369400"/>
            <a:ext cx="1993200" cy="1993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" name="Google Shape;272;p34">
            <a:extLst>
              <a:ext uri="{FF2B5EF4-FFF2-40B4-BE49-F238E27FC236}">
                <a16:creationId xmlns:a16="http://schemas.microsoft.com/office/drawing/2014/main" id="{1CAEF07A-5CD6-218A-BE0F-A596B3B40D37}"/>
              </a:ext>
            </a:extLst>
          </p:cNvPr>
          <p:cNvSpPr/>
          <p:nvPr/>
        </p:nvSpPr>
        <p:spPr>
          <a:xfrm>
            <a:off x="7066250" y="2990175"/>
            <a:ext cx="2153400" cy="2153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l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3" name="Google Shape;273;p34">
            <a:extLst>
              <a:ext uri="{FF2B5EF4-FFF2-40B4-BE49-F238E27FC236}">
                <a16:creationId xmlns:a16="http://schemas.microsoft.com/office/drawing/2014/main" id="{2D599999-1EC8-12A7-0F4B-0D915DC30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64893" y="1714900"/>
            <a:ext cx="5328506" cy="12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 HIỆN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5" name="Google Shape;275;p34">
            <a:extLst>
              <a:ext uri="{FF2B5EF4-FFF2-40B4-BE49-F238E27FC236}">
                <a16:creationId xmlns:a16="http://schemas.microsoft.com/office/drawing/2014/main" id="{938B61F5-C96B-8550-DD4A-E4041CD6989E}"/>
              </a:ext>
            </a:extLst>
          </p:cNvPr>
          <p:cNvGrpSpPr/>
          <p:nvPr/>
        </p:nvGrpSpPr>
        <p:grpSpPr>
          <a:xfrm rot="615365">
            <a:off x="843632" y="738773"/>
            <a:ext cx="590642" cy="1408522"/>
            <a:chOff x="1564968" y="2217110"/>
            <a:chExt cx="476280" cy="1135800"/>
          </a:xfrm>
        </p:grpSpPr>
        <p:sp>
          <p:nvSpPr>
            <p:cNvPr id="276" name="Google Shape;276;p34">
              <a:extLst>
                <a:ext uri="{FF2B5EF4-FFF2-40B4-BE49-F238E27FC236}">
                  <a16:creationId xmlns:a16="http://schemas.microsoft.com/office/drawing/2014/main" id="{66FB376C-EF74-1F0E-2B62-2B9558B818E7}"/>
                </a:ext>
              </a:extLst>
            </p:cNvPr>
            <p:cNvSpPr/>
            <p:nvPr/>
          </p:nvSpPr>
          <p:spPr>
            <a:xfrm>
              <a:off x="1566760" y="2217110"/>
              <a:ext cx="472680" cy="1135800"/>
            </a:xfrm>
            <a:custGeom>
              <a:avLst/>
              <a:gdLst/>
              <a:ahLst/>
              <a:cxnLst/>
              <a:rect l="l" t="t" r="r" b="b"/>
              <a:pathLst>
                <a:path w="1313" h="3155" extrusionOk="0">
                  <a:moveTo>
                    <a:pt x="1313" y="1489"/>
                  </a:moveTo>
                  <a:lnTo>
                    <a:pt x="771" y="1448"/>
                  </a:lnTo>
                  <a:lnTo>
                    <a:pt x="1178" y="562"/>
                  </a:lnTo>
                  <a:lnTo>
                    <a:pt x="792" y="0"/>
                  </a:lnTo>
                  <a:lnTo>
                    <a:pt x="511" y="0"/>
                  </a:lnTo>
                  <a:lnTo>
                    <a:pt x="21" y="1780"/>
                  </a:lnTo>
                  <a:lnTo>
                    <a:pt x="303" y="1780"/>
                  </a:lnTo>
                  <a:lnTo>
                    <a:pt x="532" y="1780"/>
                  </a:lnTo>
                  <a:lnTo>
                    <a:pt x="303" y="2301"/>
                  </a:lnTo>
                  <a:lnTo>
                    <a:pt x="282" y="2290"/>
                  </a:lnTo>
                  <a:lnTo>
                    <a:pt x="0" y="2290"/>
                  </a:lnTo>
                  <a:lnTo>
                    <a:pt x="63" y="3155"/>
                  </a:lnTo>
                  <a:lnTo>
                    <a:pt x="1313" y="2499"/>
                  </a:lnTo>
                  <a:lnTo>
                    <a:pt x="896" y="2353"/>
                  </a:lnTo>
                  <a:lnTo>
                    <a:pt x="1313" y="1489"/>
                  </a:lnTo>
                  <a:close/>
                </a:path>
              </a:pathLst>
            </a:custGeom>
            <a:solidFill>
              <a:schemeClr val="accent3"/>
            </a:solidFill>
            <a:ln w="152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34">
              <a:extLst>
                <a:ext uri="{FF2B5EF4-FFF2-40B4-BE49-F238E27FC236}">
                  <a16:creationId xmlns:a16="http://schemas.microsoft.com/office/drawing/2014/main" id="{4C5793F9-4708-7AD6-12BE-517F07947364}"/>
                </a:ext>
              </a:extLst>
            </p:cNvPr>
            <p:cNvGrpSpPr/>
            <p:nvPr/>
          </p:nvGrpSpPr>
          <p:grpSpPr>
            <a:xfrm>
              <a:off x="1564968" y="2217110"/>
              <a:ext cx="476280" cy="1135800"/>
              <a:chOff x="771880" y="2217110"/>
              <a:chExt cx="476280" cy="1135800"/>
            </a:xfrm>
          </p:grpSpPr>
          <p:sp>
            <p:nvSpPr>
              <p:cNvPr id="278" name="Google Shape;278;p34">
                <a:extLst>
                  <a:ext uri="{FF2B5EF4-FFF2-40B4-BE49-F238E27FC236}">
                    <a16:creationId xmlns:a16="http://schemas.microsoft.com/office/drawing/2014/main" id="{544D36DF-45B1-CD4F-075A-F723688A3A71}"/>
                  </a:ext>
                </a:extLst>
              </p:cNvPr>
              <p:cNvSpPr/>
              <p:nvPr/>
            </p:nvSpPr>
            <p:spPr>
              <a:xfrm>
                <a:off x="771880" y="2217110"/>
                <a:ext cx="476280" cy="113580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3155" extrusionOk="0">
                    <a:moveTo>
                      <a:pt x="802" y="0"/>
                    </a:moveTo>
                    <a:lnTo>
                      <a:pt x="521" y="0"/>
                    </a:lnTo>
                    <a:lnTo>
                      <a:pt x="313" y="1780"/>
                    </a:lnTo>
                    <a:lnTo>
                      <a:pt x="823" y="1780"/>
                    </a:lnTo>
                    <a:lnTo>
                      <a:pt x="552" y="2405"/>
                    </a:lnTo>
                    <a:lnTo>
                      <a:pt x="292" y="2290"/>
                    </a:lnTo>
                    <a:lnTo>
                      <a:pt x="0" y="2290"/>
                    </a:lnTo>
                    <a:lnTo>
                      <a:pt x="63" y="3155"/>
                    </a:lnTo>
                    <a:lnTo>
                      <a:pt x="1313" y="2499"/>
                    </a:lnTo>
                    <a:lnTo>
                      <a:pt x="906" y="2353"/>
                    </a:lnTo>
                    <a:lnTo>
                      <a:pt x="1323" y="1489"/>
                    </a:lnTo>
                    <a:lnTo>
                      <a:pt x="771" y="1448"/>
                    </a:lnTo>
                    <a:lnTo>
                      <a:pt x="1177" y="562"/>
                    </a:lnTo>
                    <a:lnTo>
                      <a:pt x="8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4">
                <a:extLst>
                  <a:ext uri="{FF2B5EF4-FFF2-40B4-BE49-F238E27FC236}">
                    <a16:creationId xmlns:a16="http://schemas.microsoft.com/office/drawing/2014/main" id="{0F7EE555-1267-4812-55B2-0CFFA48D74D1}"/>
                  </a:ext>
                </a:extLst>
              </p:cNvPr>
              <p:cNvSpPr/>
              <p:nvPr/>
            </p:nvSpPr>
            <p:spPr>
              <a:xfrm>
                <a:off x="771880" y="2217110"/>
                <a:ext cx="375120" cy="1135800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3155" extrusionOk="0">
                    <a:moveTo>
                      <a:pt x="521" y="0"/>
                    </a:moveTo>
                    <a:lnTo>
                      <a:pt x="31" y="1780"/>
                    </a:lnTo>
                    <a:lnTo>
                      <a:pt x="542" y="1780"/>
                    </a:lnTo>
                    <a:lnTo>
                      <a:pt x="271" y="2405"/>
                    </a:lnTo>
                    <a:lnTo>
                      <a:pt x="0" y="2290"/>
                    </a:lnTo>
                    <a:lnTo>
                      <a:pt x="63" y="3155"/>
                    </a:lnTo>
                    <a:lnTo>
                      <a:pt x="1031" y="2499"/>
                    </a:lnTo>
                    <a:lnTo>
                      <a:pt x="531" y="2457"/>
                    </a:lnTo>
                    <a:lnTo>
                      <a:pt x="1042" y="1489"/>
                    </a:lnTo>
                    <a:lnTo>
                      <a:pt x="490" y="1448"/>
                    </a:lnTo>
                    <a:lnTo>
                      <a:pt x="896" y="562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4">
                <a:extLst>
                  <a:ext uri="{FF2B5EF4-FFF2-40B4-BE49-F238E27FC236}">
                    <a16:creationId xmlns:a16="http://schemas.microsoft.com/office/drawing/2014/main" id="{B772E511-96F7-91DA-9C6D-18DD72316F3E}"/>
                  </a:ext>
                </a:extLst>
              </p:cNvPr>
              <p:cNvSpPr/>
              <p:nvPr/>
            </p:nvSpPr>
            <p:spPr>
              <a:xfrm>
                <a:off x="783040" y="2284430"/>
                <a:ext cx="367560" cy="1068480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2968" extrusionOk="0">
                    <a:moveTo>
                      <a:pt x="511" y="0"/>
                    </a:moveTo>
                    <a:lnTo>
                      <a:pt x="0" y="1593"/>
                    </a:lnTo>
                    <a:lnTo>
                      <a:pt x="511" y="1593"/>
                    </a:lnTo>
                    <a:lnTo>
                      <a:pt x="240" y="2218"/>
                    </a:lnTo>
                    <a:lnTo>
                      <a:pt x="32" y="2207"/>
                    </a:lnTo>
                    <a:lnTo>
                      <a:pt x="32" y="2968"/>
                    </a:lnTo>
                    <a:lnTo>
                      <a:pt x="1021" y="2301"/>
                    </a:lnTo>
                    <a:lnTo>
                      <a:pt x="500" y="2270"/>
                    </a:lnTo>
                    <a:lnTo>
                      <a:pt x="1011" y="1302"/>
                    </a:lnTo>
                    <a:lnTo>
                      <a:pt x="459" y="1261"/>
                    </a:lnTo>
                    <a:lnTo>
                      <a:pt x="865" y="375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1" name="Google Shape;281;p34">
            <a:extLst>
              <a:ext uri="{FF2B5EF4-FFF2-40B4-BE49-F238E27FC236}">
                <a16:creationId xmlns:a16="http://schemas.microsoft.com/office/drawing/2014/main" id="{23CDD014-E146-DEDD-7A9B-7B3ADC861364}"/>
              </a:ext>
            </a:extLst>
          </p:cNvPr>
          <p:cNvGrpSpPr/>
          <p:nvPr/>
        </p:nvGrpSpPr>
        <p:grpSpPr>
          <a:xfrm rot="-552767">
            <a:off x="7755485" y="3478499"/>
            <a:ext cx="774941" cy="1243581"/>
            <a:chOff x="7512970" y="1476380"/>
            <a:chExt cx="637560" cy="1023120"/>
          </a:xfrm>
        </p:grpSpPr>
        <p:sp>
          <p:nvSpPr>
            <p:cNvPr id="282" name="Google Shape;282;p34">
              <a:extLst>
                <a:ext uri="{FF2B5EF4-FFF2-40B4-BE49-F238E27FC236}">
                  <a16:creationId xmlns:a16="http://schemas.microsoft.com/office/drawing/2014/main" id="{99D36B77-581F-96CC-C90F-550E9C699725}"/>
                </a:ext>
              </a:extLst>
            </p:cNvPr>
            <p:cNvSpPr/>
            <p:nvPr/>
          </p:nvSpPr>
          <p:spPr>
            <a:xfrm>
              <a:off x="7512970" y="1477995"/>
              <a:ext cx="637560" cy="1019880"/>
            </a:xfrm>
            <a:custGeom>
              <a:avLst/>
              <a:gdLst/>
              <a:ahLst/>
              <a:cxnLst/>
              <a:rect l="l" t="t" r="r" b="b"/>
              <a:pathLst>
                <a:path w="1771" h="2833" extrusionOk="0">
                  <a:moveTo>
                    <a:pt x="1771" y="917"/>
                  </a:moveTo>
                  <a:lnTo>
                    <a:pt x="1771" y="917"/>
                  </a:lnTo>
                  <a:cubicBezTo>
                    <a:pt x="1771" y="407"/>
                    <a:pt x="1375" y="0"/>
                    <a:pt x="885" y="0"/>
                  </a:cubicBezTo>
                  <a:lnTo>
                    <a:pt x="885" y="0"/>
                  </a:lnTo>
                  <a:cubicBezTo>
                    <a:pt x="406" y="-10"/>
                    <a:pt x="10" y="407"/>
                    <a:pt x="0" y="917"/>
                  </a:cubicBezTo>
                  <a:cubicBezTo>
                    <a:pt x="0" y="1261"/>
                    <a:pt x="229" y="1427"/>
                    <a:pt x="396" y="1719"/>
                  </a:cubicBezTo>
                  <a:cubicBezTo>
                    <a:pt x="417" y="1750"/>
                    <a:pt x="427" y="1813"/>
                    <a:pt x="437" y="1886"/>
                  </a:cubicBezTo>
                  <a:cubicBezTo>
                    <a:pt x="396" y="1896"/>
                    <a:pt x="375" y="1927"/>
                    <a:pt x="375" y="1959"/>
                  </a:cubicBezTo>
                  <a:cubicBezTo>
                    <a:pt x="375" y="2000"/>
                    <a:pt x="406" y="2032"/>
                    <a:pt x="458" y="2042"/>
                  </a:cubicBezTo>
                  <a:cubicBezTo>
                    <a:pt x="458" y="2052"/>
                    <a:pt x="458" y="2052"/>
                    <a:pt x="458" y="2052"/>
                  </a:cubicBezTo>
                  <a:cubicBezTo>
                    <a:pt x="406" y="2073"/>
                    <a:pt x="375" y="2104"/>
                    <a:pt x="375" y="2136"/>
                  </a:cubicBezTo>
                  <a:cubicBezTo>
                    <a:pt x="375" y="2177"/>
                    <a:pt x="417" y="2209"/>
                    <a:pt x="469" y="2229"/>
                  </a:cubicBezTo>
                  <a:lnTo>
                    <a:pt x="469" y="2229"/>
                  </a:lnTo>
                  <a:cubicBezTo>
                    <a:pt x="406" y="2240"/>
                    <a:pt x="375" y="2282"/>
                    <a:pt x="375" y="2323"/>
                  </a:cubicBezTo>
                  <a:cubicBezTo>
                    <a:pt x="375" y="2354"/>
                    <a:pt x="417" y="2396"/>
                    <a:pt x="469" y="2406"/>
                  </a:cubicBezTo>
                  <a:lnTo>
                    <a:pt x="469" y="2406"/>
                  </a:lnTo>
                  <a:cubicBezTo>
                    <a:pt x="417" y="2417"/>
                    <a:pt x="375" y="2459"/>
                    <a:pt x="375" y="2500"/>
                  </a:cubicBezTo>
                  <a:cubicBezTo>
                    <a:pt x="375" y="2552"/>
                    <a:pt x="437" y="2594"/>
                    <a:pt x="521" y="2594"/>
                  </a:cubicBezTo>
                  <a:cubicBezTo>
                    <a:pt x="562" y="2594"/>
                    <a:pt x="562" y="2594"/>
                    <a:pt x="562" y="2594"/>
                  </a:cubicBezTo>
                  <a:cubicBezTo>
                    <a:pt x="573" y="2615"/>
                    <a:pt x="583" y="2625"/>
                    <a:pt x="604" y="2646"/>
                  </a:cubicBezTo>
                  <a:cubicBezTo>
                    <a:pt x="719" y="2771"/>
                    <a:pt x="719" y="2771"/>
                    <a:pt x="719" y="2771"/>
                  </a:cubicBezTo>
                  <a:cubicBezTo>
                    <a:pt x="812" y="2854"/>
                    <a:pt x="948" y="2854"/>
                    <a:pt x="1042" y="2771"/>
                  </a:cubicBezTo>
                  <a:cubicBezTo>
                    <a:pt x="1167" y="2646"/>
                    <a:pt x="1167" y="2646"/>
                    <a:pt x="1167" y="2646"/>
                  </a:cubicBezTo>
                  <a:cubicBezTo>
                    <a:pt x="1177" y="2636"/>
                    <a:pt x="1187" y="2615"/>
                    <a:pt x="1198" y="2594"/>
                  </a:cubicBezTo>
                  <a:cubicBezTo>
                    <a:pt x="1250" y="2594"/>
                    <a:pt x="1250" y="2594"/>
                    <a:pt x="1250" y="2594"/>
                  </a:cubicBezTo>
                  <a:cubicBezTo>
                    <a:pt x="1323" y="2594"/>
                    <a:pt x="1396" y="2552"/>
                    <a:pt x="1396" y="2500"/>
                  </a:cubicBezTo>
                  <a:cubicBezTo>
                    <a:pt x="1396" y="2459"/>
                    <a:pt x="1354" y="2427"/>
                    <a:pt x="1292" y="2406"/>
                  </a:cubicBezTo>
                  <a:lnTo>
                    <a:pt x="1292" y="2406"/>
                  </a:lnTo>
                  <a:cubicBezTo>
                    <a:pt x="1354" y="2396"/>
                    <a:pt x="1396" y="2365"/>
                    <a:pt x="1396" y="2323"/>
                  </a:cubicBezTo>
                  <a:cubicBezTo>
                    <a:pt x="1396" y="2282"/>
                    <a:pt x="1354" y="2250"/>
                    <a:pt x="1302" y="2229"/>
                  </a:cubicBezTo>
                  <a:lnTo>
                    <a:pt x="1302" y="2229"/>
                  </a:lnTo>
                  <a:cubicBezTo>
                    <a:pt x="1354" y="2219"/>
                    <a:pt x="1396" y="2188"/>
                    <a:pt x="1396" y="2146"/>
                  </a:cubicBezTo>
                  <a:cubicBezTo>
                    <a:pt x="1396" y="2104"/>
                    <a:pt x="1354" y="2073"/>
                    <a:pt x="1312" y="2052"/>
                  </a:cubicBezTo>
                  <a:lnTo>
                    <a:pt x="1312" y="2052"/>
                  </a:lnTo>
                  <a:cubicBezTo>
                    <a:pt x="1354" y="2032"/>
                    <a:pt x="1396" y="2000"/>
                    <a:pt x="1396" y="1959"/>
                  </a:cubicBezTo>
                  <a:cubicBezTo>
                    <a:pt x="1396" y="1927"/>
                    <a:pt x="1364" y="1907"/>
                    <a:pt x="1333" y="1886"/>
                  </a:cubicBezTo>
                  <a:cubicBezTo>
                    <a:pt x="1344" y="1813"/>
                    <a:pt x="1354" y="1750"/>
                    <a:pt x="1375" y="1709"/>
                  </a:cubicBezTo>
                  <a:cubicBezTo>
                    <a:pt x="1542" y="1427"/>
                    <a:pt x="1771" y="1271"/>
                    <a:pt x="1771" y="917"/>
                  </a:cubicBezTo>
                  <a:close/>
                </a:path>
              </a:pathLst>
            </a:custGeom>
            <a:solidFill>
              <a:schemeClr val="accent3"/>
            </a:solidFill>
            <a:ln w="152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3" name="Google Shape;283;p34">
              <a:extLst>
                <a:ext uri="{FF2B5EF4-FFF2-40B4-BE49-F238E27FC236}">
                  <a16:creationId xmlns:a16="http://schemas.microsoft.com/office/drawing/2014/main" id="{AB2D511C-B7C4-B346-E047-8A185E760316}"/>
                </a:ext>
              </a:extLst>
            </p:cNvPr>
            <p:cNvGrpSpPr/>
            <p:nvPr/>
          </p:nvGrpSpPr>
          <p:grpSpPr>
            <a:xfrm>
              <a:off x="7524070" y="1476380"/>
              <a:ext cx="615360" cy="1023120"/>
              <a:chOff x="7524070" y="2839155"/>
              <a:chExt cx="615360" cy="1023120"/>
            </a:xfrm>
          </p:grpSpPr>
          <p:sp>
            <p:nvSpPr>
              <p:cNvPr id="284" name="Google Shape;284;p34">
                <a:extLst>
                  <a:ext uri="{FF2B5EF4-FFF2-40B4-BE49-F238E27FC236}">
                    <a16:creationId xmlns:a16="http://schemas.microsoft.com/office/drawing/2014/main" id="{E371854F-E415-E494-25C0-5968CA273D15}"/>
                  </a:ext>
                </a:extLst>
              </p:cNvPr>
              <p:cNvSpPr/>
              <p:nvPr/>
            </p:nvSpPr>
            <p:spPr>
              <a:xfrm>
                <a:off x="7524070" y="2839155"/>
                <a:ext cx="318600" cy="93348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593" extrusionOk="0">
                    <a:moveTo>
                      <a:pt x="885" y="0"/>
                    </a:moveTo>
                    <a:lnTo>
                      <a:pt x="885" y="0"/>
                    </a:lnTo>
                    <a:cubicBezTo>
                      <a:pt x="406" y="0"/>
                      <a:pt x="10" y="406"/>
                      <a:pt x="0" y="916"/>
                    </a:cubicBezTo>
                    <a:cubicBezTo>
                      <a:pt x="0" y="1270"/>
                      <a:pt x="229" y="1437"/>
                      <a:pt x="396" y="1718"/>
                    </a:cubicBezTo>
                    <a:cubicBezTo>
                      <a:pt x="469" y="1864"/>
                      <a:pt x="469" y="2406"/>
                      <a:pt x="469" y="2406"/>
                    </a:cubicBezTo>
                    <a:cubicBezTo>
                      <a:pt x="469" y="2510"/>
                      <a:pt x="552" y="2593"/>
                      <a:pt x="656" y="2593"/>
                    </a:cubicBezTo>
                    <a:cubicBezTo>
                      <a:pt x="885" y="2593"/>
                      <a:pt x="885" y="2593"/>
                      <a:pt x="885" y="2593"/>
                    </a:cubicBezTo>
                    <a:cubicBezTo>
                      <a:pt x="885" y="0"/>
                      <a:pt x="885" y="0"/>
                      <a:pt x="8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4">
                <a:extLst>
                  <a:ext uri="{FF2B5EF4-FFF2-40B4-BE49-F238E27FC236}">
                    <a16:creationId xmlns:a16="http://schemas.microsoft.com/office/drawing/2014/main" id="{2C7EE486-264B-4E45-E604-2C93AAE65A1A}"/>
                  </a:ext>
                </a:extLst>
              </p:cNvPr>
              <p:cNvSpPr/>
              <p:nvPr/>
            </p:nvSpPr>
            <p:spPr>
              <a:xfrm>
                <a:off x="7820470" y="2839155"/>
                <a:ext cx="318960" cy="93384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2594" extrusionOk="0">
                    <a:moveTo>
                      <a:pt x="886" y="927"/>
                    </a:moveTo>
                    <a:lnTo>
                      <a:pt x="886" y="927"/>
                    </a:lnTo>
                    <a:cubicBezTo>
                      <a:pt x="886" y="416"/>
                      <a:pt x="490" y="0"/>
                      <a:pt x="0" y="0"/>
                    </a:cubicBezTo>
                    <a:cubicBezTo>
                      <a:pt x="0" y="2593"/>
                      <a:pt x="0" y="2593"/>
                      <a:pt x="0" y="2593"/>
                    </a:cubicBezTo>
                    <a:cubicBezTo>
                      <a:pt x="229" y="2593"/>
                      <a:pt x="229" y="2593"/>
                      <a:pt x="229" y="2593"/>
                    </a:cubicBezTo>
                    <a:cubicBezTo>
                      <a:pt x="323" y="2604"/>
                      <a:pt x="417" y="2510"/>
                      <a:pt x="417" y="2406"/>
                    </a:cubicBezTo>
                    <a:cubicBezTo>
                      <a:pt x="417" y="2406"/>
                      <a:pt x="407" y="1864"/>
                      <a:pt x="490" y="1718"/>
                    </a:cubicBezTo>
                    <a:cubicBezTo>
                      <a:pt x="657" y="1437"/>
                      <a:pt x="886" y="1270"/>
                      <a:pt x="886" y="9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4">
                <a:extLst>
                  <a:ext uri="{FF2B5EF4-FFF2-40B4-BE49-F238E27FC236}">
                    <a16:creationId xmlns:a16="http://schemas.microsoft.com/office/drawing/2014/main" id="{0F7506C7-11D6-00AF-474E-9B2502513FF5}"/>
                  </a:ext>
                </a:extLst>
              </p:cNvPr>
              <p:cNvSpPr/>
              <p:nvPr/>
            </p:nvSpPr>
            <p:spPr>
              <a:xfrm>
                <a:off x="7705210" y="3611715"/>
                <a:ext cx="250560" cy="250560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6" extrusionOk="0">
                    <a:moveTo>
                      <a:pt x="195" y="62"/>
                    </a:moveTo>
                    <a:lnTo>
                      <a:pt x="195" y="62"/>
                    </a:lnTo>
                    <a:cubicBezTo>
                      <a:pt x="278" y="-21"/>
                      <a:pt x="424" y="-21"/>
                      <a:pt x="508" y="62"/>
                    </a:cubicBezTo>
                    <a:cubicBezTo>
                      <a:pt x="633" y="187"/>
                      <a:pt x="633" y="187"/>
                      <a:pt x="633" y="187"/>
                    </a:cubicBezTo>
                    <a:cubicBezTo>
                      <a:pt x="716" y="281"/>
                      <a:pt x="716" y="416"/>
                      <a:pt x="633" y="510"/>
                    </a:cubicBezTo>
                    <a:cubicBezTo>
                      <a:pt x="508" y="635"/>
                      <a:pt x="508" y="635"/>
                      <a:pt x="508" y="635"/>
                    </a:cubicBezTo>
                    <a:cubicBezTo>
                      <a:pt x="414" y="718"/>
                      <a:pt x="278" y="718"/>
                      <a:pt x="185" y="624"/>
                    </a:cubicBezTo>
                    <a:cubicBezTo>
                      <a:pt x="70" y="510"/>
                      <a:pt x="70" y="510"/>
                      <a:pt x="70" y="510"/>
                    </a:cubicBezTo>
                    <a:cubicBezTo>
                      <a:pt x="-24" y="416"/>
                      <a:pt x="-24" y="270"/>
                      <a:pt x="70" y="187"/>
                    </a:cubicBezTo>
                    <a:lnTo>
                      <a:pt x="195" y="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4">
                <a:extLst>
                  <a:ext uri="{FF2B5EF4-FFF2-40B4-BE49-F238E27FC236}">
                    <a16:creationId xmlns:a16="http://schemas.microsoft.com/office/drawing/2014/main" id="{27E89E92-2274-681B-FA1C-6717E35F69D8}"/>
                  </a:ext>
                </a:extLst>
              </p:cNvPr>
              <p:cNvSpPr/>
              <p:nvPr/>
            </p:nvSpPr>
            <p:spPr>
              <a:xfrm>
                <a:off x="7647970" y="3705315"/>
                <a:ext cx="367560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98" extrusionOk="0">
                    <a:moveTo>
                      <a:pt x="1021" y="104"/>
                    </a:moveTo>
                    <a:lnTo>
                      <a:pt x="1021" y="104"/>
                    </a:lnTo>
                    <a:cubicBezTo>
                      <a:pt x="1021" y="156"/>
                      <a:pt x="948" y="198"/>
                      <a:pt x="875" y="198"/>
                    </a:cubicBezTo>
                    <a:cubicBezTo>
                      <a:pt x="146" y="187"/>
                      <a:pt x="146" y="187"/>
                      <a:pt x="146" y="187"/>
                    </a:cubicBezTo>
                    <a:cubicBezTo>
                      <a:pt x="62" y="187"/>
                      <a:pt x="0" y="146"/>
                      <a:pt x="0" y="94"/>
                    </a:cubicBezTo>
                    <a:lnTo>
                      <a:pt x="0" y="94"/>
                    </a:lnTo>
                    <a:cubicBezTo>
                      <a:pt x="0" y="41"/>
                      <a:pt x="62" y="0"/>
                      <a:pt x="146" y="0"/>
                    </a:cubicBezTo>
                    <a:cubicBezTo>
                      <a:pt x="875" y="0"/>
                      <a:pt x="875" y="0"/>
                      <a:pt x="875" y="0"/>
                    </a:cubicBezTo>
                    <a:cubicBezTo>
                      <a:pt x="948" y="0"/>
                      <a:pt x="1021" y="52"/>
                      <a:pt x="1021" y="1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26275" rIns="90000" bIns="26275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4">
                <a:extLst>
                  <a:ext uri="{FF2B5EF4-FFF2-40B4-BE49-F238E27FC236}">
                    <a16:creationId xmlns:a16="http://schemas.microsoft.com/office/drawing/2014/main" id="{7CE5A679-7ABE-AB38-12B4-6496D2100459}"/>
                  </a:ext>
                </a:extLst>
              </p:cNvPr>
              <p:cNvSpPr/>
              <p:nvPr/>
            </p:nvSpPr>
            <p:spPr>
              <a:xfrm>
                <a:off x="7647970" y="3641595"/>
                <a:ext cx="367560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98" extrusionOk="0">
                    <a:moveTo>
                      <a:pt x="1021" y="93"/>
                    </a:moveTo>
                    <a:lnTo>
                      <a:pt x="1021" y="93"/>
                    </a:lnTo>
                    <a:cubicBezTo>
                      <a:pt x="1021" y="146"/>
                      <a:pt x="948" y="198"/>
                      <a:pt x="875" y="198"/>
                    </a:cubicBezTo>
                    <a:cubicBezTo>
                      <a:pt x="146" y="187"/>
                      <a:pt x="146" y="187"/>
                      <a:pt x="146" y="187"/>
                    </a:cubicBezTo>
                    <a:cubicBezTo>
                      <a:pt x="62" y="187"/>
                      <a:pt x="0" y="146"/>
                      <a:pt x="0" y="93"/>
                    </a:cubicBezTo>
                    <a:lnTo>
                      <a:pt x="0" y="93"/>
                    </a:lnTo>
                    <a:cubicBezTo>
                      <a:pt x="0" y="41"/>
                      <a:pt x="62" y="0"/>
                      <a:pt x="146" y="0"/>
                    </a:cubicBezTo>
                    <a:cubicBezTo>
                      <a:pt x="875" y="0"/>
                      <a:pt x="875" y="0"/>
                      <a:pt x="875" y="0"/>
                    </a:cubicBezTo>
                    <a:cubicBezTo>
                      <a:pt x="948" y="0"/>
                      <a:pt x="1021" y="41"/>
                      <a:pt x="1021" y="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26275" rIns="90000" bIns="26275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4">
                <a:extLst>
                  <a:ext uri="{FF2B5EF4-FFF2-40B4-BE49-F238E27FC236}">
                    <a16:creationId xmlns:a16="http://schemas.microsoft.com/office/drawing/2014/main" id="{7570CBD3-5EEE-E4D8-6AFC-995072B86FB5}"/>
                  </a:ext>
                </a:extLst>
              </p:cNvPr>
              <p:cNvSpPr/>
              <p:nvPr/>
            </p:nvSpPr>
            <p:spPr>
              <a:xfrm>
                <a:off x="7647970" y="3577875"/>
                <a:ext cx="367560" cy="67320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87" extrusionOk="0">
                    <a:moveTo>
                      <a:pt x="1021" y="93"/>
                    </a:moveTo>
                    <a:lnTo>
                      <a:pt x="1021" y="93"/>
                    </a:lnTo>
                    <a:cubicBezTo>
                      <a:pt x="1021" y="145"/>
                      <a:pt x="948" y="187"/>
                      <a:pt x="875" y="187"/>
                    </a:cubicBezTo>
                    <a:cubicBezTo>
                      <a:pt x="146" y="187"/>
                      <a:pt x="146" y="187"/>
                      <a:pt x="146" y="187"/>
                    </a:cubicBezTo>
                    <a:cubicBezTo>
                      <a:pt x="62" y="187"/>
                      <a:pt x="0" y="145"/>
                      <a:pt x="0" y="93"/>
                    </a:cubicBezTo>
                    <a:lnTo>
                      <a:pt x="0" y="93"/>
                    </a:lnTo>
                    <a:cubicBezTo>
                      <a:pt x="0" y="41"/>
                      <a:pt x="62" y="0"/>
                      <a:pt x="146" y="0"/>
                    </a:cubicBezTo>
                    <a:cubicBezTo>
                      <a:pt x="875" y="0"/>
                      <a:pt x="875" y="0"/>
                      <a:pt x="875" y="0"/>
                    </a:cubicBezTo>
                    <a:cubicBezTo>
                      <a:pt x="948" y="0"/>
                      <a:pt x="1021" y="41"/>
                      <a:pt x="1021" y="9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22300" rIns="90000" bIns="22300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4">
                <a:extLst>
                  <a:ext uri="{FF2B5EF4-FFF2-40B4-BE49-F238E27FC236}">
                    <a16:creationId xmlns:a16="http://schemas.microsoft.com/office/drawing/2014/main" id="{EEBEE68C-C770-B721-9488-68FE3519CCC4}"/>
                  </a:ext>
                </a:extLst>
              </p:cNvPr>
              <p:cNvSpPr/>
              <p:nvPr/>
            </p:nvSpPr>
            <p:spPr>
              <a:xfrm>
                <a:off x="7647970" y="3510195"/>
                <a:ext cx="367560" cy="71280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98" extrusionOk="0">
                    <a:moveTo>
                      <a:pt x="1021" y="104"/>
                    </a:moveTo>
                    <a:lnTo>
                      <a:pt x="1021" y="104"/>
                    </a:lnTo>
                    <a:cubicBezTo>
                      <a:pt x="1021" y="156"/>
                      <a:pt x="948" y="198"/>
                      <a:pt x="875" y="198"/>
                    </a:cubicBezTo>
                    <a:cubicBezTo>
                      <a:pt x="146" y="198"/>
                      <a:pt x="146" y="198"/>
                      <a:pt x="146" y="198"/>
                    </a:cubicBezTo>
                    <a:cubicBezTo>
                      <a:pt x="62" y="198"/>
                      <a:pt x="0" y="156"/>
                      <a:pt x="0" y="104"/>
                    </a:cubicBezTo>
                    <a:lnTo>
                      <a:pt x="0" y="104"/>
                    </a:lnTo>
                    <a:cubicBezTo>
                      <a:pt x="0" y="52"/>
                      <a:pt x="62" y="0"/>
                      <a:pt x="146" y="0"/>
                    </a:cubicBezTo>
                    <a:cubicBezTo>
                      <a:pt x="875" y="11"/>
                      <a:pt x="875" y="11"/>
                      <a:pt x="875" y="11"/>
                    </a:cubicBezTo>
                    <a:cubicBezTo>
                      <a:pt x="958" y="11"/>
                      <a:pt x="1021" y="52"/>
                      <a:pt x="1021" y="1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26275" rIns="90000" bIns="26275" anchor="ctr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91" name="Google Shape;291;p34">
            <a:extLst>
              <a:ext uri="{FF2B5EF4-FFF2-40B4-BE49-F238E27FC236}">
                <a16:creationId xmlns:a16="http://schemas.microsoft.com/office/drawing/2014/main" id="{40F6CFA8-E501-76EC-C6A6-2F1B430C17CD}"/>
              </a:ext>
            </a:extLst>
          </p:cNvPr>
          <p:cNvCxnSpPr>
            <a:stCxn id="271" idx="7"/>
            <a:endCxn id="272" idx="0"/>
          </p:cNvCxnSpPr>
          <p:nvPr/>
        </p:nvCxnSpPr>
        <p:spPr>
          <a:xfrm rot="-5400000" flipH="1">
            <a:off x="3828903" y="-1323953"/>
            <a:ext cx="2328900" cy="6299400"/>
          </a:xfrm>
          <a:prstGeom prst="bentConnector3">
            <a:avLst>
              <a:gd name="adj1" fmla="val -15674"/>
            </a:avLst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34">
            <a:extLst>
              <a:ext uri="{FF2B5EF4-FFF2-40B4-BE49-F238E27FC236}">
                <a16:creationId xmlns:a16="http://schemas.microsoft.com/office/drawing/2014/main" id="{BB4246E3-1D5B-8AD5-7BFD-3FDE45374B37}"/>
              </a:ext>
            </a:extLst>
          </p:cNvPr>
          <p:cNvCxnSpPr>
            <a:stCxn id="272" idx="3"/>
          </p:cNvCxnSpPr>
          <p:nvPr/>
        </p:nvCxnSpPr>
        <p:spPr>
          <a:xfrm rot="5400000">
            <a:off x="3581958" y="1044167"/>
            <a:ext cx="15600" cy="75837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940738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84684" y="-5132269"/>
            <a:ext cx="7920927" cy="8127817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1500" y="1885950"/>
            <a:ext cx="7965123" cy="171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69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5053" b="1" i="0" u="none" strike="noStrike" kern="1200" cap="none" spc="4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Oswald Bold" panose="00000800000000000000"/>
                <a:cs typeface="Times New Roman" panose="02020603050405020304" pitchFamily="18" charset="0"/>
                <a:sym typeface="Oswald Bold" panose="00000800000000000000"/>
              </a:rPr>
              <a:t>CẢM ƠN MỌI NGƯỜI ĐÃ THEO DÕI</a:t>
            </a:r>
          </a:p>
        </p:txBody>
      </p:sp>
      <p:sp>
        <p:nvSpPr>
          <p:cNvPr id="4" name="Freeform 4"/>
          <p:cNvSpPr/>
          <p:nvPr/>
        </p:nvSpPr>
        <p:spPr>
          <a:xfrm>
            <a:off x="7581850" y="-1047839"/>
            <a:ext cx="7920927" cy="8127817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lectricity and Magnetism - Science - 11th Grade by Slidesgo">
  <a:themeElements>
    <a:clrScheme name="Simple Light">
      <a:dk1>
        <a:srgbClr val="343232"/>
      </a:dk1>
      <a:lt1>
        <a:srgbClr val="EDF2F7"/>
      </a:lt1>
      <a:dk2>
        <a:srgbClr val="F28A25"/>
      </a:dk2>
      <a:lt2>
        <a:srgbClr val="1150A2"/>
      </a:lt2>
      <a:accent1>
        <a:srgbClr val="A0C4DE"/>
      </a:accent1>
      <a:accent2>
        <a:srgbClr val="9F9C9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160</Words>
  <Application>Microsoft Office PowerPoint</Application>
  <PresentationFormat>On-screen Show (16:9)</PresentationFormat>
  <Paragraphs>25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8" baseType="lpstr">
      <vt:lpstr>IBM Plex Mono</vt:lpstr>
      <vt:lpstr>Calibri</vt:lpstr>
      <vt:lpstr>Fira Sans</vt:lpstr>
      <vt:lpstr>Oswald Bold</vt:lpstr>
      <vt:lpstr>Vidaloka</vt:lpstr>
      <vt:lpstr>Anton</vt:lpstr>
      <vt:lpstr>DM Sans</vt:lpstr>
      <vt:lpstr>Nunito Light</vt:lpstr>
      <vt:lpstr>Montserrat</vt:lpstr>
      <vt:lpstr>Lato Light</vt:lpstr>
      <vt:lpstr>Arial</vt:lpstr>
      <vt:lpstr>Poppins</vt:lpstr>
      <vt:lpstr>Times New Roman</vt:lpstr>
      <vt:lpstr>Minimalist Business Slides XL by Slidesgo</vt:lpstr>
      <vt:lpstr>Electricity and Magnetism - Science - 11th Grade by Slidesgo</vt:lpstr>
      <vt:lpstr>Office Theme</vt:lpstr>
      <vt:lpstr>Introduction to Coding Workshop by Slidesgo</vt:lpstr>
      <vt:lpstr>Lập trình máy tính tìm nghiệm phương trình số thực sử dụng Raspberry Pi </vt:lpstr>
      <vt:lpstr>PowerPoint Presentation</vt:lpstr>
      <vt:lpstr>1. Phương pháp thực hiện</vt:lpstr>
      <vt:lpstr>2. Lựa chọn linh kiện</vt:lpstr>
      <vt:lpstr>3. SƠ ĐỒ GIẢI THUẬT</vt:lpstr>
      <vt:lpstr>4. SƠ ĐỒ TRẠNG THÁI</vt:lpstr>
      <vt:lpstr>5. SƠ ĐỒ LŨY THỪA</vt:lpstr>
      <vt:lpstr>6. NEWTON-RAPHSON</vt:lpstr>
      <vt:lpstr>7.BISECTION</vt:lpstr>
      <vt:lpstr>THỰC HIỆN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máy tính tìm nghiệm phương trình số thực sử dụng Raspberry Pi</dc:title>
  <dc:creator>DELL</dc:creator>
  <cp:lastModifiedBy>Hii</cp:lastModifiedBy>
  <cp:revision>36</cp:revision>
  <dcterms:modified xsi:type="dcterms:W3CDTF">2025-04-09T14:40:48Z</dcterms:modified>
</cp:coreProperties>
</file>